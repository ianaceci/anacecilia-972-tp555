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6858000" cy="9144000"/>
  <p:embeddedFontLst>
    <p:embeddedFont>
      <p:font typeface="MuseoModerno Medium"/>
      <p:regular r:id="rId28"/>
      <p:bold r:id="rId29"/>
      <p:italic r:id="rId30"/>
      <p:boldItalic r:id="rId31"/>
    </p:embeddedFont>
    <p:embeddedFont>
      <p:font typeface="Anaheim"/>
      <p:regular r:id="rId32"/>
      <p:bold r:id="rId33"/>
    </p:embeddedFont>
    <p:embeddedFont>
      <p:font typeface="Maven Pro"/>
      <p:regular r:id="rId34"/>
      <p:bold r:id="rId35"/>
    </p:embeddedFont>
    <p:embeddedFont>
      <p:font typeface="DM Sans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6BA8CA-09E5-436D-A43D-E56017D0EB4D}">
  <a:tblStyle styleId="{076BA8CA-09E5-436D-A43D-E56017D0EB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MuseoModernoMedium-regular.fnt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useoModernoMedium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useoModernoMedium-boldItalic.fntdata"/><Relationship Id="rId30" Type="http://schemas.openxmlformats.org/officeDocument/2006/relationships/font" Target="fonts/MuseoModernoMedium-italic.fntdata"/><Relationship Id="rId11" Type="http://schemas.openxmlformats.org/officeDocument/2006/relationships/slide" Target="slides/slide5.xml"/><Relationship Id="rId33" Type="http://schemas.openxmlformats.org/officeDocument/2006/relationships/font" Target="fonts/Anaheim-bold.fntdata"/><Relationship Id="rId10" Type="http://schemas.openxmlformats.org/officeDocument/2006/relationships/slide" Target="slides/slide4.xml"/><Relationship Id="rId32" Type="http://schemas.openxmlformats.org/officeDocument/2006/relationships/font" Target="fonts/Anaheim-regular.fntdata"/><Relationship Id="rId13" Type="http://schemas.openxmlformats.org/officeDocument/2006/relationships/slide" Target="slides/slide7.xml"/><Relationship Id="rId35" Type="http://schemas.openxmlformats.org/officeDocument/2006/relationships/font" Target="fonts/MavenPro-bold.fntdata"/><Relationship Id="rId12" Type="http://schemas.openxmlformats.org/officeDocument/2006/relationships/slide" Target="slides/slide6.xml"/><Relationship Id="rId34" Type="http://schemas.openxmlformats.org/officeDocument/2006/relationships/font" Target="fonts/MavenPro-regular.fntdata"/><Relationship Id="rId15" Type="http://schemas.openxmlformats.org/officeDocument/2006/relationships/slide" Target="slides/slide9.xml"/><Relationship Id="rId37" Type="http://schemas.openxmlformats.org/officeDocument/2006/relationships/font" Target="fonts/DMSans-bold.fntdata"/><Relationship Id="rId14" Type="http://schemas.openxmlformats.org/officeDocument/2006/relationships/slide" Target="slides/slide8.xml"/><Relationship Id="rId36" Type="http://schemas.openxmlformats.org/officeDocument/2006/relationships/font" Target="fonts/DMSans-regular.fntdata"/><Relationship Id="rId17" Type="http://schemas.openxmlformats.org/officeDocument/2006/relationships/slide" Target="slides/slide11.xml"/><Relationship Id="rId39" Type="http://schemas.openxmlformats.org/officeDocument/2006/relationships/font" Target="fonts/DMSans-boldItalic.fntdata"/><Relationship Id="rId16" Type="http://schemas.openxmlformats.org/officeDocument/2006/relationships/slide" Target="slides/slide10.xml"/><Relationship Id="rId38" Type="http://schemas.openxmlformats.org/officeDocument/2006/relationships/font" Target="fonts/DMSans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596689ad4d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596689ad4d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596689ad4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596689ad4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596689ad4d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596689ad4d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gd431007ba2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7" name="Google Shape;1237;gd431007ba2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g360a04b4168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3" name="Google Shape;1243;g360a04b4168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8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360a04b4168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360a04b4168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g360a04b4168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7" name="Google Shape;1257;g360a04b416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360a04b416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360a04b416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360a04b416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360a04b416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4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36168fd027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36168fd027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3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36168fd027c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36168fd027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2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36168fd027c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36168fd027c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2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36168fd027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36168fd027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360a04b4168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360a04b4168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8" name="Shape 1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Google Shape;1319;g360a04b4168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0" name="Google Shape;1320;g360a04b4168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4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3618a3e3e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6" name="Google Shape;1326;g3618a3e3e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0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Google Shape;1331;g360a04b4168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2" name="Google Shape;1332;g360a04b4168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6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g360a04b4168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8" name="Google Shape;1338;g360a04b4168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2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360a04b4168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360a04b4168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8" name="Shape 1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Google Shape;1349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0" name="Google Shape;1350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713225" y="539500"/>
            <a:ext cx="3928800" cy="253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713225" y="3076875"/>
            <a:ext cx="39288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4249375" y="2717600"/>
            <a:ext cx="4181400" cy="151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5514025" y="1720050"/>
            <a:ext cx="1652100" cy="915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4249375" y="4229000"/>
            <a:ext cx="41814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18" name="Google Shape;18;p4"/>
          <p:cNvGrpSpPr/>
          <p:nvPr/>
        </p:nvGrpSpPr>
        <p:grpSpPr>
          <a:xfrm rot="5400000">
            <a:off x="8320800" y="4025275"/>
            <a:ext cx="1009703" cy="130500"/>
            <a:chOff x="5461400" y="616025"/>
            <a:chExt cx="1009703" cy="130500"/>
          </a:xfrm>
        </p:grpSpPr>
        <p:sp>
          <p:nvSpPr>
            <p:cNvPr id="19" name="Google Shape;19;p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subTitle"/>
          </p:nvPr>
        </p:nvSpPr>
        <p:spPr>
          <a:xfrm>
            <a:off x="5055284" y="4031299"/>
            <a:ext cx="2505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" name="Google Shape;27;p5"/>
          <p:cNvSpPr txBox="1"/>
          <p:nvPr>
            <p:ph idx="2" type="subTitle"/>
          </p:nvPr>
        </p:nvSpPr>
        <p:spPr>
          <a:xfrm>
            <a:off x="1583300" y="4031299"/>
            <a:ext cx="2505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" name="Google Shape;28;p5"/>
          <p:cNvSpPr txBox="1"/>
          <p:nvPr>
            <p:ph idx="3" type="subTitle"/>
          </p:nvPr>
        </p:nvSpPr>
        <p:spPr>
          <a:xfrm>
            <a:off x="5055275" y="3458600"/>
            <a:ext cx="2505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4" type="subTitle"/>
          </p:nvPr>
        </p:nvSpPr>
        <p:spPr>
          <a:xfrm>
            <a:off x="1583075" y="3458600"/>
            <a:ext cx="2505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30" name="Google Shape;30;p5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31" name="Google Shape;31;p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" name="Google Shape;36;p5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37" name="Google Shape;37;p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p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" name="Google Shape;40;p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44" name="Google Shape;44;p6"/>
          <p:cNvGrpSpPr/>
          <p:nvPr/>
        </p:nvGrpSpPr>
        <p:grpSpPr>
          <a:xfrm rot="5400000">
            <a:off x="8320800" y="4025275"/>
            <a:ext cx="1009703" cy="130500"/>
            <a:chOff x="5461400" y="616025"/>
            <a:chExt cx="1009703" cy="130500"/>
          </a:xfrm>
        </p:grpSpPr>
        <p:sp>
          <p:nvSpPr>
            <p:cNvPr id="45" name="Google Shape;45;p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385575" y="1177400"/>
            <a:ext cx="4045200" cy="12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subTitle"/>
          </p:nvPr>
        </p:nvSpPr>
        <p:spPr>
          <a:xfrm>
            <a:off x="4385575" y="2432600"/>
            <a:ext cx="4045200" cy="21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348675" y="539500"/>
            <a:ext cx="4082100" cy="199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/>
          <p:nvPr>
            <p:ph type="title"/>
          </p:nvPr>
        </p:nvSpPr>
        <p:spPr>
          <a:xfrm>
            <a:off x="713225" y="2414775"/>
            <a:ext cx="3326700" cy="116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713225" y="3576200"/>
            <a:ext cx="3326700" cy="102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/>
          <p:nvPr>
            <p:ph idx="2" type="pic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hasCustomPrompt="1" type="title"/>
          </p:nvPr>
        </p:nvSpPr>
        <p:spPr>
          <a:xfrm>
            <a:off x="720000" y="2917875"/>
            <a:ext cx="4586100" cy="118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3" name="Google Shape;63;p11"/>
          <p:cNvSpPr txBox="1"/>
          <p:nvPr>
            <p:ph idx="1" type="subTitle"/>
          </p:nvPr>
        </p:nvSpPr>
        <p:spPr>
          <a:xfrm>
            <a:off x="720000" y="4106900"/>
            <a:ext cx="45861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" type="subTitle"/>
          </p:nvPr>
        </p:nvSpPr>
        <p:spPr>
          <a:xfrm>
            <a:off x="720000" y="2209193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3"/>
          <p:cNvSpPr txBox="1"/>
          <p:nvPr>
            <p:ph idx="2" type="subTitle"/>
          </p:nvPr>
        </p:nvSpPr>
        <p:spPr>
          <a:xfrm>
            <a:off x="3419271" y="2209193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3"/>
          <p:cNvSpPr txBox="1"/>
          <p:nvPr>
            <p:ph idx="3" type="subTitle"/>
          </p:nvPr>
        </p:nvSpPr>
        <p:spPr>
          <a:xfrm>
            <a:off x="720000" y="4031300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4" type="subTitle"/>
          </p:nvPr>
        </p:nvSpPr>
        <p:spPr>
          <a:xfrm>
            <a:off x="3419271" y="4031300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hasCustomPrompt="1" idx="5" type="title"/>
          </p:nvPr>
        </p:nvSpPr>
        <p:spPr>
          <a:xfrm>
            <a:off x="1505400" y="1245075"/>
            <a:ext cx="734700" cy="632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/>
          <p:nvPr>
            <p:ph hasCustomPrompt="1" idx="6" type="title"/>
          </p:nvPr>
        </p:nvSpPr>
        <p:spPr>
          <a:xfrm>
            <a:off x="1505400" y="3066797"/>
            <a:ext cx="734700" cy="632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3"/>
          <p:cNvSpPr txBox="1"/>
          <p:nvPr>
            <p:ph hasCustomPrompt="1" idx="7" type="title"/>
          </p:nvPr>
        </p:nvSpPr>
        <p:spPr>
          <a:xfrm>
            <a:off x="4204671" y="1245075"/>
            <a:ext cx="734700" cy="632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/>
          <p:nvPr>
            <p:ph hasCustomPrompt="1" idx="8" type="title"/>
          </p:nvPr>
        </p:nvSpPr>
        <p:spPr>
          <a:xfrm>
            <a:off x="4204671" y="3066797"/>
            <a:ext cx="734700" cy="632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/>
          <p:nvPr>
            <p:ph idx="9" type="subTitle"/>
          </p:nvPr>
        </p:nvSpPr>
        <p:spPr>
          <a:xfrm>
            <a:off x="720000" y="187731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6" name="Google Shape;76;p13"/>
          <p:cNvSpPr txBox="1"/>
          <p:nvPr>
            <p:ph idx="13" type="subTitle"/>
          </p:nvPr>
        </p:nvSpPr>
        <p:spPr>
          <a:xfrm>
            <a:off x="3419271" y="187731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4" type="subTitle"/>
          </p:nvPr>
        </p:nvSpPr>
        <p:spPr>
          <a:xfrm>
            <a:off x="720000" y="3698900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8" name="Google Shape;78;p13"/>
          <p:cNvSpPr txBox="1"/>
          <p:nvPr>
            <p:ph idx="15" type="subTitle"/>
          </p:nvPr>
        </p:nvSpPr>
        <p:spPr>
          <a:xfrm>
            <a:off x="3419271" y="3698900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9" name="Google Shape;79;p13"/>
          <p:cNvSpPr txBox="1"/>
          <p:nvPr>
            <p:ph idx="16" type="subTitle"/>
          </p:nvPr>
        </p:nvSpPr>
        <p:spPr>
          <a:xfrm>
            <a:off x="6118546" y="2209193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7" type="subTitle"/>
          </p:nvPr>
        </p:nvSpPr>
        <p:spPr>
          <a:xfrm>
            <a:off x="6118546" y="4031300"/>
            <a:ext cx="2305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hasCustomPrompt="1" idx="18" type="title"/>
          </p:nvPr>
        </p:nvSpPr>
        <p:spPr>
          <a:xfrm>
            <a:off x="6903946" y="1245074"/>
            <a:ext cx="734700" cy="632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/>
          <p:nvPr>
            <p:ph hasCustomPrompt="1" idx="19" type="title"/>
          </p:nvPr>
        </p:nvSpPr>
        <p:spPr>
          <a:xfrm>
            <a:off x="6903946" y="3066800"/>
            <a:ext cx="734700" cy="6321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3" name="Google Shape;83;p13"/>
          <p:cNvSpPr txBox="1"/>
          <p:nvPr>
            <p:ph idx="20" type="subTitle"/>
          </p:nvPr>
        </p:nvSpPr>
        <p:spPr>
          <a:xfrm>
            <a:off x="6118546" y="1877312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21" type="subTitle"/>
          </p:nvPr>
        </p:nvSpPr>
        <p:spPr>
          <a:xfrm>
            <a:off x="6118546" y="3698900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85" name="Google Shape;85;p13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86" name="Google Shape;86;p1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1" name="Google Shape;91;p13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92" name="Google Shape;92;p1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1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4277865" y="3942200"/>
            <a:ext cx="4152900" cy="66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99" name="Google Shape;99;p14"/>
          <p:cNvSpPr txBox="1"/>
          <p:nvPr>
            <p:ph idx="1" type="subTitle"/>
          </p:nvPr>
        </p:nvSpPr>
        <p:spPr>
          <a:xfrm>
            <a:off x="4277850" y="1104750"/>
            <a:ext cx="4152900" cy="283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720000" y="1368875"/>
            <a:ext cx="3724500" cy="229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2" name="Google Shape;102;p15"/>
          <p:cNvSpPr txBox="1"/>
          <p:nvPr>
            <p:ph idx="1" type="subTitle"/>
          </p:nvPr>
        </p:nvSpPr>
        <p:spPr>
          <a:xfrm>
            <a:off x="720000" y="3664925"/>
            <a:ext cx="3724500" cy="9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15"/>
          <p:cNvSpPr/>
          <p:nvPr>
            <p:ph idx="2" type="pic"/>
          </p:nvPr>
        </p:nvSpPr>
        <p:spPr>
          <a:xfrm>
            <a:off x="4875300" y="-731275"/>
            <a:ext cx="6484200" cy="64965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1090250" y="1619588"/>
            <a:ext cx="2824500" cy="119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idx="1" type="subTitle"/>
          </p:nvPr>
        </p:nvSpPr>
        <p:spPr>
          <a:xfrm>
            <a:off x="1090250" y="2815313"/>
            <a:ext cx="2824500" cy="114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1540550" y="1817525"/>
            <a:ext cx="2824500" cy="119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1" type="subTitle"/>
          </p:nvPr>
        </p:nvSpPr>
        <p:spPr>
          <a:xfrm>
            <a:off x="1540550" y="3013250"/>
            <a:ext cx="2824500" cy="10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/>
          <p:nvPr>
            <p:ph type="title"/>
          </p:nvPr>
        </p:nvSpPr>
        <p:spPr>
          <a:xfrm>
            <a:off x="5012875" y="1817525"/>
            <a:ext cx="2824200" cy="119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2" name="Google Shape;112;p18"/>
          <p:cNvSpPr txBox="1"/>
          <p:nvPr>
            <p:ph idx="1" type="subTitle"/>
          </p:nvPr>
        </p:nvSpPr>
        <p:spPr>
          <a:xfrm>
            <a:off x="5013050" y="3013250"/>
            <a:ext cx="2824200" cy="10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5" name="Google Shape;115;p19"/>
          <p:cNvSpPr txBox="1"/>
          <p:nvPr>
            <p:ph idx="1" type="subTitle"/>
          </p:nvPr>
        </p:nvSpPr>
        <p:spPr>
          <a:xfrm>
            <a:off x="4929774" y="3158975"/>
            <a:ext cx="2690400" cy="112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2" type="subTitle"/>
          </p:nvPr>
        </p:nvSpPr>
        <p:spPr>
          <a:xfrm>
            <a:off x="1523825" y="3158975"/>
            <a:ext cx="2690400" cy="112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9"/>
          <p:cNvSpPr txBox="1"/>
          <p:nvPr>
            <p:ph idx="3" type="subTitle"/>
          </p:nvPr>
        </p:nvSpPr>
        <p:spPr>
          <a:xfrm>
            <a:off x="1523825" y="2600075"/>
            <a:ext cx="26904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18" name="Google Shape;118;p19"/>
          <p:cNvSpPr txBox="1"/>
          <p:nvPr>
            <p:ph idx="4" type="subTitle"/>
          </p:nvPr>
        </p:nvSpPr>
        <p:spPr>
          <a:xfrm>
            <a:off x="4929776" y="2600075"/>
            <a:ext cx="26904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119" name="Google Shape;119;p19"/>
          <p:cNvGrpSpPr/>
          <p:nvPr/>
        </p:nvGrpSpPr>
        <p:grpSpPr>
          <a:xfrm flipH="1" rot="-5400000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120" name="Google Shape;120;p1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5" name="Google Shape;125;p19"/>
          <p:cNvGrpSpPr/>
          <p:nvPr/>
        </p:nvGrpSpPr>
        <p:grpSpPr>
          <a:xfrm flipH="1" rot="-5400000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126" name="Google Shape;126;p1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1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3" name="Google Shape;133;p20"/>
          <p:cNvSpPr txBox="1"/>
          <p:nvPr>
            <p:ph idx="1" type="subTitle"/>
          </p:nvPr>
        </p:nvSpPr>
        <p:spPr>
          <a:xfrm>
            <a:off x="4176598" y="1637600"/>
            <a:ext cx="2980200" cy="219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2" type="subTitle"/>
          </p:nvPr>
        </p:nvSpPr>
        <p:spPr>
          <a:xfrm>
            <a:off x="720000" y="1637600"/>
            <a:ext cx="2980200" cy="219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7" name="Google Shape;137;p21"/>
          <p:cNvSpPr txBox="1"/>
          <p:nvPr>
            <p:ph idx="1" type="subTitle"/>
          </p:nvPr>
        </p:nvSpPr>
        <p:spPr>
          <a:xfrm>
            <a:off x="825400" y="3235706"/>
            <a:ext cx="22425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1"/>
          <p:cNvSpPr txBox="1"/>
          <p:nvPr>
            <p:ph idx="2" type="subTitle"/>
          </p:nvPr>
        </p:nvSpPr>
        <p:spPr>
          <a:xfrm>
            <a:off x="3450744" y="3235706"/>
            <a:ext cx="22425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21"/>
          <p:cNvSpPr txBox="1"/>
          <p:nvPr>
            <p:ph idx="3" type="subTitle"/>
          </p:nvPr>
        </p:nvSpPr>
        <p:spPr>
          <a:xfrm>
            <a:off x="6076094" y="3235706"/>
            <a:ext cx="2242500" cy="101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1"/>
          <p:cNvSpPr txBox="1"/>
          <p:nvPr>
            <p:ph idx="4" type="subTitle"/>
          </p:nvPr>
        </p:nvSpPr>
        <p:spPr>
          <a:xfrm>
            <a:off x="825400" y="2575700"/>
            <a:ext cx="22425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1" name="Google Shape;141;p21"/>
          <p:cNvSpPr txBox="1"/>
          <p:nvPr>
            <p:ph idx="5" type="subTitle"/>
          </p:nvPr>
        </p:nvSpPr>
        <p:spPr>
          <a:xfrm>
            <a:off x="3450747" y="2575700"/>
            <a:ext cx="22425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2" name="Google Shape;142;p21"/>
          <p:cNvSpPr txBox="1"/>
          <p:nvPr>
            <p:ph idx="6" type="subTitle"/>
          </p:nvPr>
        </p:nvSpPr>
        <p:spPr>
          <a:xfrm>
            <a:off x="6076094" y="2575700"/>
            <a:ext cx="2242500" cy="66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143" name="Google Shape;143;p21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144" name="Google Shape;144;p2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9" name="Google Shape;149;p21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150" name="Google Shape;150;p2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57" name="Google Shape;157;p22"/>
          <p:cNvSpPr txBox="1"/>
          <p:nvPr>
            <p:ph idx="1" type="subTitle"/>
          </p:nvPr>
        </p:nvSpPr>
        <p:spPr>
          <a:xfrm>
            <a:off x="1690036" y="1994150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22"/>
          <p:cNvSpPr txBox="1"/>
          <p:nvPr>
            <p:ph idx="2" type="subTitle"/>
          </p:nvPr>
        </p:nvSpPr>
        <p:spPr>
          <a:xfrm>
            <a:off x="4755314" y="1994150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3" type="subTitle"/>
          </p:nvPr>
        </p:nvSpPr>
        <p:spPr>
          <a:xfrm>
            <a:off x="1690036" y="37570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4" type="subTitle"/>
          </p:nvPr>
        </p:nvSpPr>
        <p:spPr>
          <a:xfrm>
            <a:off x="4755314" y="37570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22"/>
          <p:cNvSpPr txBox="1"/>
          <p:nvPr>
            <p:ph idx="5" type="subTitle"/>
          </p:nvPr>
        </p:nvSpPr>
        <p:spPr>
          <a:xfrm>
            <a:off x="1690036" y="15647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6" type="subTitle"/>
          </p:nvPr>
        </p:nvSpPr>
        <p:spPr>
          <a:xfrm>
            <a:off x="1690036" y="33277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7" type="subTitle"/>
          </p:nvPr>
        </p:nvSpPr>
        <p:spPr>
          <a:xfrm>
            <a:off x="4755311" y="1564750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8" type="subTitle"/>
          </p:nvPr>
        </p:nvSpPr>
        <p:spPr>
          <a:xfrm>
            <a:off x="4755311" y="3327775"/>
            <a:ext cx="19782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165" name="Google Shape;165;p22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166" name="Google Shape;166;p2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1" type="subTitle"/>
          </p:nvPr>
        </p:nvSpPr>
        <p:spPr>
          <a:xfrm>
            <a:off x="914600" y="2024693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idx="2" type="subTitle"/>
          </p:nvPr>
        </p:nvSpPr>
        <p:spPr>
          <a:xfrm>
            <a:off x="3523194" y="2024693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" name="Google Shape;175;p23"/>
          <p:cNvSpPr txBox="1"/>
          <p:nvPr>
            <p:ph idx="3" type="subTitle"/>
          </p:nvPr>
        </p:nvSpPr>
        <p:spPr>
          <a:xfrm>
            <a:off x="914600" y="3728318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3"/>
          <p:cNvSpPr txBox="1"/>
          <p:nvPr>
            <p:ph idx="4" type="subTitle"/>
          </p:nvPr>
        </p:nvSpPr>
        <p:spPr>
          <a:xfrm>
            <a:off x="3523194" y="3728318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3"/>
          <p:cNvSpPr txBox="1"/>
          <p:nvPr>
            <p:ph idx="5" type="subTitle"/>
          </p:nvPr>
        </p:nvSpPr>
        <p:spPr>
          <a:xfrm>
            <a:off x="6131788" y="2024693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3"/>
          <p:cNvSpPr txBox="1"/>
          <p:nvPr>
            <p:ph idx="6" type="subTitle"/>
          </p:nvPr>
        </p:nvSpPr>
        <p:spPr>
          <a:xfrm>
            <a:off x="6131788" y="3728318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3"/>
          <p:cNvSpPr txBox="1"/>
          <p:nvPr>
            <p:ph idx="7" type="subTitle"/>
          </p:nvPr>
        </p:nvSpPr>
        <p:spPr>
          <a:xfrm>
            <a:off x="918719" y="15933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8" type="subTitle"/>
          </p:nvPr>
        </p:nvSpPr>
        <p:spPr>
          <a:xfrm>
            <a:off x="3527313" y="15933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9" type="subTitle"/>
          </p:nvPr>
        </p:nvSpPr>
        <p:spPr>
          <a:xfrm>
            <a:off x="6135907" y="15933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3" type="subTitle"/>
          </p:nvPr>
        </p:nvSpPr>
        <p:spPr>
          <a:xfrm>
            <a:off x="918719" y="32969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4" type="subTitle"/>
          </p:nvPr>
        </p:nvSpPr>
        <p:spPr>
          <a:xfrm>
            <a:off x="3527313" y="32969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4" name="Google Shape;184;p23"/>
          <p:cNvSpPr txBox="1"/>
          <p:nvPr>
            <p:ph idx="15" type="subTitle"/>
          </p:nvPr>
        </p:nvSpPr>
        <p:spPr>
          <a:xfrm>
            <a:off x="6135907" y="32969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185" name="Google Shape;185;p23"/>
          <p:cNvGrpSpPr/>
          <p:nvPr/>
        </p:nvGrpSpPr>
        <p:grpSpPr>
          <a:xfrm flipH="1" rot="-5400000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186" name="Google Shape;186;p2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2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2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1" name="Google Shape;191;p23"/>
          <p:cNvGrpSpPr/>
          <p:nvPr/>
        </p:nvGrpSpPr>
        <p:grpSpPr>
          <a:xfrm flipH="1" rot="-5400000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192" name="Google Shape;192;p2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2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7_1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9" name="Google Shape;199;p24"/>
          <p:cNvSpPr txBox="1"/>
          <p:nvPr>
            <p:ph idx="1" type="subTitle"/>
          </p:nvPr>
        </p:nvSpPr>
        <p:spPr>
          <a:xfrm>
            <a:off x="2218900" y="1990676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4"/>
          <p:cNvSpPr txBox="1"/>
          <p:nvPr>
            <p:ph idx="2" type="subTitle"/>
          </p:nvPr>
        </p:nvSpPr>
        <p:spPr>
          <a:xfrm>
            <a:off x="4827494" y="1990676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24"/>
          <p:cNvSpPr txBox="1"/>
          <p:nvPr>
            <p:ph idx="3" type="subTitle"/>
          </p:nvPr>
        </p:nvSpPr>
        <p:spPr>
          <a:xfrm>
            <a:off x="914600" y="3694300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2" name="Google Shape;202;p24"/>
          <p:cNvSpPr txBox="1"/>
          <p:nvPr>
            <p:ph idx="4" type="subTitle"/>
          </p:nvPr>
        </p:nvSpPr>
        <p:spPr>
          <a:xfrm>
            <a:off x="3523194" y="3694300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4"/>
          <p:cNvSpPr txBox="1"/>
          <p:nvPr>
            <p:ph idx="5" type="subTitle"/>
          </p:nvPr>
        </p:nvSpPr>
        <p:spPr>
          <a:xfrm>
            <a:off x="6131788" y="3694300"/>
            <a:ext cx="2097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24"/>
          <p:cNvSpPr txBox="1"/>
          <p:nvPr>
            <p:ph idx="6" type="subTitle"/>
          </p:nvPr>
        </p:nvSpPr>
        <p:spPr>
          <a:xfrm>
            <a:off x="2223019" y="15933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05" name="Google Shape;205;p24"/>
          <p:cNvSpPr txBox="1"/>
          <p:nvPr>
            <p:ph idx="7" type="subTitle"/>
          </p:nvPr>
        </p:nvSpPr>
        <p:spPr>
          <a:xfrm>
            <a:off x="4831613" y="15933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06" name="Google Shape;206;p24"/>
          <p:cNvSpPr txBox="1"/>
          <p:nvPr>
            <p:ph idx="8" type="subTitle"/>
          </p:nvPr>
        </p:nvSpPr>
        <p:spPr>
          <a:xfrm>
            <a:off x="918719" y="32969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07" name="Google Shape;207;p24"/>
          <p:cNvSpPr txBox="1"/>
          <p:nvPr>
            <p:ph idx="9" type="subTitle"/>
          </p:nvPr>
        </p:nvSpPr>
        <p:spPr>
          <a:xfrm>
            <a:off x="3527313" y="32969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08" name="Google Shape;208;p24"/>
          <p:cNvSpPr txBox="1"/>
          <p:nvPr>
            <p:ph idx="13" type="subTitle"/>
          </p:nvPr>
        </p:nvSpPr>
        <p:spPr>
          <a:xfrm>
            <a:off x="6135907" y="3296925"/>
            <a:ext cx="2089200" cy="4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b="1"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grpSp>
        <p:nvGrpSpPr>
          <p:cNvPr id="209" name="Google Shape;209;p24"/>
          <p:cNvGrpSpPr/>
          <p:nvPr/>
        </p:nvGrpSpPr>
        <p:grpSpPr>
          <a:xfrm rot="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10" name="Google Shape;210;p2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2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2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5" name="Google Shape;215;p24"/>
          <p:cNvGrpSpPr/>
          <p:nvPr/>
        </p:nvGrpSpPr>
        <p:grpSpPr>
          <a:xfrm rot="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16" name="Google Shape;216;p2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5"/>
          <p:cNvSpPr txBox="1"/>
          <p:nvPr>
            <p:ph hasCustomPrompt="1" type="title"/>
          </p:nvPr>
        </p:nvSpPr>
        <p:spPr>
          <a:xfrm>
            <a:off x="713225" y="539500"/>
            <a:ext cx="3822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5"/>
          <p:cNvSpPr txBox="1"/>
          <p:nvPr>
            <p:ph idx="1" type="subTitle"/>
          </p:nvPr>
        </p:nvSpPr>
        <p:spPr>
          <a:xfrm>
            <a:off x="713225" y="1308396"/>
            <a:ext cx="3822600" cy="4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4" name="Google Shape;224;p25"/>
          <p:cNvSpPr txBox="1"/>
          <p:nvPr>
            <p:ph hasCustomPrompt="1" idx="2" type="title"/>
          </p:nvPr>
        </p:nvSpPr>
        <p:spPr>
          <a:xfrm>
            <a:off x="713225" y="1984059"/>
            <a:ext cx="3822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5"/>
          <p:cNvSpPr txBox="1"/>
          <p:nvPr>
            <p:ph idx="3" type="subTitle"/>
          </p:nvPr>
        </p:nvSpPr>
        <p:spPr>
          <a:xfrm>
            <a:off x="713225" y="2752951"/>
            <a:ext cx="3822600" cy="4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6" name="Google Shape;226;p25"/>
          <p:cNvSpPr txBox="1"/>
          <p:nvPr>
            <p:ph hasCustomPrompt="1" idx="4" type="title"/>
          </p:nvPr>
        </p:nvSpPr>
        <p:spPr>
          <a:xfrm>
            <a:off x="713225" y="3428594"/>
            <a:ext cx="3822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5"/>
          <p:cNvSpPr txBox="1"/>
          <p:nvPr>
            <p:ph idx="5" type="subTitle"/>
          </p:nvPr>
        </p:nvSpPr>
        <p:spPr>
          <a:xfrm>
            <a:off x="713225" y="4197499"/>
            <a:ext cx="3822600" cy="4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8_1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hasCustomPrompt="1" type="title"/>
          </p:nvPr>
        </p:nvSpPr>
        <p:spPr>
          <a:xfrm>
            <a:off x="1249075" y="1301725"/>
            <a:ext cx="1398900" cy="406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0" name="Google Shape;230;p26"/>
          <p:cNvSpPr txBox="1"/>
          <p:nvPr>
            <p:ph idx="1" type="subTitle"/>
          </p:nvPr>
        </p:nvSpPr>
        <p:spPr>
          <a:xfrm>
            <a:off x="829225" y="3789200"/>
            <a:ext cx="2238600" cy="8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1" name="Google Shape;231;p26"/>
          <p:cNvSpPr txBox="1"/>
          <p:nvPr>
            <p:ph idx="2" type="subTitle"/>
          </p:nvPr>
        </p:nvSpPr>
        <p:spPr>
          <a:xfrm>
            <a:off x="829225" y="3292175"/>
            <a:ext cx="22386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2" name="Google Shape;232;p26"/>
          <p:cNvSpPr txBox="1"/>
          <p:nvPr>
            <p:ph hasCustomPrompt="1" idx="3" type="title"/>
          </p:nvPr>
        </p:nvSpPr>
        <p:spPr>
          <a:xfrm>
            <a:off x="3873438" y="1301725"/>
            <a:ext cx="1397700" cy="406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26"/>
          <p:cNvSpPr txBox="1"/>
          <p:nvPr>
            <p:ph idx="4" type="subTitle"/>
          </p:nvPr>
        </p:nvSpPr>
        <p:spPr>
          <a:xfrm>
            <a:off x="3452701" y="3789200"/>
            <a:ext cx="2238600" cy="8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4" name="Google Shape;234;p26"/>
          <p:cNvSpPr txBox="1"/>
          <p:nvPr>
            <p:ph idx="5" type="subTitle"/>
          </p:nvPr>
        </p:nvSpPr>
        <p:spPr>
          <a:xfrm>
            <a:off x="3452704" y="3292175"/>
            <a:ext cx="22386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5" name="Google Shape;235;p26"/>
          <p:cNvSpPr txBox="1"/>
          <p:nvPr>
            <p:ph hasCustomPrompt="1" idx="6" type="title"/>
          </p:nvPr>
        </p:nvSpPr>
        <p:spPr>
          <a:xfrm>
            <a:off x="6496625" y="1301725"/>
            <a:ext cx="1397700" cy="406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6" name="Google Shape;236;p26"/>
          <p:cNvSpPr txBox="1"/>
          <p:nvPr>
            <p:ph idx="7" type="subTitle"/>
          </p:nvPr>
        </p:nvSpPr>
        <p:spPr>
          <a:xfrm>
            <a:off x="6076177" y="3789200"/>
            <a:ext cx="2238600" cy="8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7" name="Google Shape;237;p26"/>
          <p:cNvSpPr txBox="1"/>
          <p:nvPr>
            <p:ph idx="8" type="subTitle"/>
          </p:nvPr>
        </p:nvSpPr>
        <p:spPr>
          <a:xfrm>
            <a:off x="6076182" y="3292175"/>
            <a:ext cx="2238600" cy="50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b="1" sz="2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8" name="Google Shape;238;p26"/>
          <p:cNvSpPr txBox="1"/>
          <p:nvPr>
            <p:ph idx="9"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239" name="Google Shape;239;p26"/>
          <p:cNvGrpSpPr/>
          <p:nvPr/>
        </p:nvGrpSpPr>
        <p:grpSpPr>
          <a:xfrm flipH="1" rot="-5400000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40" name="Google Shape;240;p2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5" name="Google Shape;245;p26"/>
          <p:cNvGrpSpPr/>
          <p:nvPr/>
        </p:nvGrpSpPr>
        <p:grpSpPr>
          <a:xfrm flipH="1" rot="-5400000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246" name="Google Shape;246;p2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0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oogle Shape;252;p27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53" name="Google Shape;253;p27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7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27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8" name="Google Shape;258;p27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59" name="Google Shape;259;p27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27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7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7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7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4" name="Google Shape;264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0_1"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28"/>
          <p:cNvGrpSpPr/>
          <p:nvPr/>
        </p:nvGrpSpPr>
        <p:grpSpPr>
          <a:xfrm flipH="1" rot="5400000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67" name="Google Shape;267;p28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28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28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28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2" name="Google Shape;272;p28"/>
          <p:cNvGrpSpPr/>
          <p:nvPr/>
        </p:nvGrpSpPr>
        <p:grpSpPr>
          <a:xfrm flipH="1" rot="5400000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273" name="Google Shape;273;p28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28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8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8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8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8" name="Google Shape;278;p2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0_1_1"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29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81" name="Google Shape;281;p2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6" name="Google Shape;286;p29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87" name="Google Shape;287;p2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2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2" name="Google Shape;292;p2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0_1_1_1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4" name="Google Shape;294;p30"/>
          <p:cNvGrpSpPr/>
          <p:nvPr/>
        </p:nvGrpSpPr>
        <p:grpSpPr>
          <a:xfrm flipH="1" rot="5400000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95" name="Google Shape;295;p30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30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30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30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30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0" name="Google Shape;300;p30"/>
          <p:cNvGrpSpPr/>
          <p:nvPr/>
        </p:nvGrpSpPr>
        <p:grpSpPr>
          <a:xfrm flipH="1" rot="5400000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301" name="Google Shape;301;p30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30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30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30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30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6" name="Google Shape;306;p3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1"/>
          <p:cNvSpPr txBox="1"/>
          <p:nvPr>
            <p:ph type="title"/>
          </p:nvPr>
        </p:nvSpPr>
        <p:spPr>
          <a:xfrm>
            <a:off x="713225" y="539500"/>
            <a:ext cx="4151700" cy="11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09" name="Google Shape;309;p31"/>
          <p:cNvSpPr txBox="1"/>
          <p:nvPr>
            <p:ph idx="1" type="subTitle"/>
          </p:nvPr>
        </p:nvSpPr>
        <p:spPr>
          <a:xfrm>
            <a:off x="713225" y="1653700"/>
            <a:ext cx="4151700" cy="12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0" name="Google Shape;310;p31"/>
          <p:cNvSpPr txBox="1"/>
          <p:nvPr/>
        </p:nvSpPr>
        <p:spPr>
          <a:xfrm>
            <a:off x="713225" y="3894375"/>
            <a:ext cx="4151700" cy="7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CREDITS: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This presentation template was created by </a:t>
            </a:r>
            <a:r>
              <a:rPr b="1" lang="en" sz="1200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includes icons by </a:t>
            </a:r>
            <a:r>
              <a:rPr b="1" lang="en" sz="1200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infographics &amp; images by </a:t>
            </a:r>
            <a:r>
              <a:rPr b="1" lang="en" sz="1200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endParaRPr b="1" sz="1200" u="sng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2" name="Google Shape;312;p32"/>
          <p:cNvGrpSpPr/>
          <p:nvPr/>
        </p:nvGrpSpPr>
        <p:grpSpPr>
          <a:xfrm>
            <a:off x="4067150" y="539500"/>
            <a:ext cx="1009703" cy="130500"/>
            <a:chOff x="5461400" y="616025"/>
            <a:chExt cx="1009703" cy="130500"/>
          </a:xfrm>
        </p:grpSpPr>
        <p:sp>
          <p:nvSpPr>
            <p:cNvPr id="313" name="Google Shape;313;p3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3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3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3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3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8" name="Google Shape;318;p32"/>
          <p:cNvGrpSpPr/>
          <p:nvPr/>
        </p:nvGrpSpPr>
        <p:grpSpPr>
          <a:xfrm>
            <a:off x="4067150" y="4473500"/>
            <a:ext cx="1009703" cy="130500"/>
            <a:chOff x="5461400" y="616025"/>
            <a:chExt cx="1009703" cy="130500"/>
          </a:xfrm>
        </p:grpSpPr>
        <p:sp>
          <p:nvSpPr>
            <p:cNvPr id="319" name="Google Shape;319;p3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3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3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3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3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33"/>
          <p:cNvGrpSpPr/>
          <p:nvPr/>
        </p:nvGrpSpPr>
        <p:grpSpPr>
          <a:xfrm rot="-5400000">
            <a:off x="273625" y="2506500"/>
            <a:ext cx="1009703" cy="130500"/>
            <a:chOff x="5461400" y="616025"/>
            <a:chExt cx="1009703" cy="130500"/>
          </a:xfrm>
        </p:grpSpPr>
        <p:sp>
          <p:nvSpPr>
            <p:cNvPr id="326" name="Google Shape;326;p3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3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3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3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3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1" name="Google Shape;331;p33"/>
          <p:cNvGrpSpPr/>
          <p:nvPr/>
        </p:nvGrpSpPr>
        <p:grpSpPr>
          <a:xfrm rot="-5400000">
            <a:off x="7860675" y="2506500"/>
            <a:ext cx="1009703" cy="130500"/>
            <a:chOff x="5461400" y="616025"/>
            <a:chExt cx="1009703" cy="130500"/>
          </a:xfrm>
        </p:grpSpPr>
        <p:sp>
          <p:nvSpPr>
            <p:cNvPr id="332" name="Google Shape;332;p3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3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3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3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3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useoModerno Medium"/>
              <a:buNone/>
              <a:defRPr sz="35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b="1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4"/>
          <p:cNvSpPr txBox="1"/>
          <p:nvPr>
            <p:ph type="ctrTitle"/>
          </p:nvPr>
        </p:nvSpPr>
        <p:spPr>
          <a:xfrm>
            <a:off x="713225" y="539500"/>
            <a:ext cx="4242900" cy="253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Application of Clustering Techniques for Energy Optimization in IoT Environments </a:t>
            </a:r>
            <a:r>
              <a:rPr lang="en" sz="2500"/>
              <a:t>with</a:t>
            </a:r>
            <a:r>
              <a:rPr lang="en" sz="2500"/>
              <a:t> massive Wireless Energy Transfer (mWET)</a:t>
            </a:r>
            <a:endParaRPr sz="2500"/>
          </a:p>
        </p:txBody>
      </p:sp>
      <p:sp>
        <p:nvSpPr>
          <p:cNvPr id="342" name="Google Shape;342;p34"/>
          <p:cNvSpPr txBox="1"/>
          <p:nvPr>
            <p:ph idx="1" type="subTitle"/>
          </p:nvPr>
        </p:nvSpPr>
        <p:spPr>
          <a:xfrm>
            <a:off x="643200" y="3184900"/>
            <a:ext cx="3928800" cy="118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Integrantes:</a:t>
            </a:r>
            <a:br>
              <a:rPr lang="en" sz="1200"/>
            </a:br>
            <a:r>
              <a:rPr lang="en" sz="1200"/>
              <a:t>Ana Cec</a:t>
            </a:r>
            <a:r>
              <a:rPr lang="en" sz="1200"/>
              <a:t>ília Silveira Fernandes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Pedro Guilherme Fernandes Oliveira 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Professor:</a:t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Luiz Augusto Melo Pereira </a:t>
            </a:r>
            <a:endParaRPr sz="1200"/>
          </a:p>
        </p:txBody>
      </p:sp>
      <p:grpSp>
        <p:nvGrpSpPr>
          <p:cNvPr id="343" name="Google Shape;343;p34"/>
          <p:cNvGrpSpPr/>
          <p:nvPr/>
        </p:nvGrpSpPr>
        <p:grpSpPr>
          <a:xfrm>
            <a:off x="713225" y="4473700"/>
            <a:ext cx="1009703" cy="130500"/>
            <a:chOff x="5461400" y="616025"/>
            <a:chExt cx="1009703" cy="130500"/>
          </a:xfrm>
        </p:grpSpPr>
        <p:sp>
          <p:nvSpPr>
            <p:cNvPr id="344" name="Google Shape;344;p3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3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3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3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3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9" name="Google Shape;349;p34"/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350" name="Google Shape;350;p3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3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3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3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3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5" name="Google Shape;355;p34"/>
          <p:cNvGrpSpPr/>
          <p:nvPr/>
        </p:nvGrpSpPr>
        <p:grpSpPr>
          <a:xfrm>
            <a:off x="4956226" y="1365465"/>
            <a:ext cx="3572387" cy="3257593"/>
            <a:chOff x="4184875" y="456475"/>
            <a:chExt cx="2059725" cy="1878225"/>
          </a:xfrm>
        </p:grpSpPr>
        <p:sp>
          <p:nvSpPr>
            <p:cNvPr id="356" name="Google Shape;356;p34"/>
            <p:cNvSpPr/>
            <p:nvPr/>
          </p:nvSpPr>
          <p:spPr>
            <a:xfrm>
              <a:off x="4184875" y="545375"/>
              <a:ext cx="2059725" cy="1685325"/>
            </a:xfrm>
            <a:custGeom>
              <a:rect b="b" l="l" r="r" t="t"/>
              <a:pathLst>
                <a:path extrusionOk="0" h="67413" w="82389">
                  <a:moveTo>
                    <a:pt x="46320" y="1"/>
                  </a:moveTo>
                  <a:cubicBezTo>
                    <a:pt x="36850" y="1"/>
                    <a:pt x="27340" y="2706"/>
                    <a:pt x="19084" y="4883"/>
                  </a:cubicBezTo>
                  <a:cubicBezTo>
                    <a:pt x="6887" y="8101"/>
                    <a:pt x="0" y="17947"/>
                    <a:pt x="2076" y="28610"/>
                  </a:cubicBezTo>
                  <a:cubicBezTo>
                    <a:pt x="4150" y="39273"/>
                    <a:pt x="14269" y="39197"/>
                    <a:pt x="23138" y="49145"/>
                  </a:cubicBezTo>
                  <a:cubicBezTo>
                    <a:pt x="32008" y="59091"/>
                    <a:pt x="32857" y="63055"/>
                    <a:pt x="45743" y="66667"/>
                  </a:cubicBezTo>
                  <a:cubicBezTo>
                    <a:pt x="47543" y="67171"/>
                    <a:pt x="49380" y="67412"/>
                    <a:pt x="51223" y="67412"/>
                  </a:cubicBezTo>
                  <a:cubicBezTo>
                    <a:pt x="62579" y="67412"/>
                    <a:pt x="74120" y="58262"/>
                    <a:pt x="77944" y="45243"/>
                  </a:cubicBezTo>
                  <a:cubicBezTo>
                    <a:pt x="82389" y="30109"/>
                    <a:pt x="77932" y="19689"/>
                    <a:pt x="77932" y="19689"/>
                  </a:cubicBezTo>
                  <a:cubicBezTo>
                    <a:pt x="77932" y="19689"/>
                    <a:pt x="73217" y="7108"/>
                    <a:pt x="59718" y="2203"/>
                  </a:cubicBezTo>
                  <a:cubicBezTo>
                    <a:pt x="55355" y="618"/>
                    <a:pt x="50842" y="1"/>
                    <a:pt x="463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34"/>
            <p:cNvSpPr/>
            <p:nvPr/>
          </p:nvSpPr>
          <p:spPr>
            <a:xfrm>
              <a:off x="4923300" y="1162900"/>
              <a:ext cx="81775" cy="1067250"/>
            </a:xfrm>
            <a:custGeom>
              <a:rect b="b" l="l" r="r" t="t"/>
              <a:pathLst>
                <a:path extrusionOk="0" h="42690" w="3271">
                  <a:moveTo>
                    <a:pt x="3270" y="0"/>
                  </a:moveTo>
                  <a:cubicBezTo>
                    <a:pt x="1466" y="2"/>
                    <a:pt x="4" y="1464"/>
                    <a:pt x="1" y="3270"/>
                  </a:cubicBezTo>
                  <a:lnTo>
                    <a:pt x="1" y="42689"/>
                  </a:lnTo>
                  <a:lnTo>
                    <a:pt x="641" y="42689"/>
                  </a:lnTo>
                  <a:lnTo>
                    <a:pt x="641" y="3270"/>
                  </a:lnTo>
                  <a:cubicBezTo>
                    <a:pt x="642" y="1818"/>
                    <a:pt x="1819" y="640"/>
                    <a:pt x="3270" y="639"/>
                  </a:cubicBezTo>
                  <a:lnTo>
                    <a:pt x="327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34"/>
            <p:cNvSpPr/>
            <p:nvPr/>
          </p:nvSpPr>
          <p:spPr>
            <a:xfrm>
              <a:off x="5050725" y="488750"/>
              <a:ext cx="81750" cy="1694450"/>
            </a:xfrm>
            <a:custGeom>
              <a:rect b="b" l="l" r="r" t="t"/>
              <a:pathLst>
                <a:path extrusionOk="0" h="67778" w="3270">
                  <a:moveTo>
                    <a:pt x="3270" y="0"/>
                  </a:moveTo>
                  <a:cubicBezTo>
                    <a:pt x="1465" y="3"/>
                    <a:pt x="2" y="1467"/>
                    <a:pt x="0" y="3271"/>
                  </a:cubicBezTo>
                  <a:lnTo>
                    <a:pt x="0" y="67778"/>
                  </a:lnTo>
                  <a:lnTo>
                    <a:pt x="641" y="67778"/>
                  </a:lnTo>
                  <a:lnTo>
                    <a:pt x="641" y="3271"/>
                  </a:lnTo>
                  <a:cubicBezTo>
                    <a:pt x="642" y="1819"/>
                    <a:pt x="1818" y="642"/>
                    <a:pt x="3270" y="640"/>
                  </a:cubicBezTo>
                  <a:lnTo>
                    <a:pt x="327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4"/>
            <p:cNvSpPr/>
            <p:nvPr/>
          </p:nvSpPr>
          <p:spPr>
            <a:xfrm>
              <a:off x="5544850" y="1122425"/>
              <a:ext cx="111975" cy="1161400"/>
            </a:xfrm>
            <a:custGeom>
              <a:rect b="b" l="l" r="r" t="t"/>
              <a:pathLst>
                <a:path extrusionOk="0" h="46456" w="4479">
                  <a:moveTo>
                    <a:pt x="1" y="1"/>
                  </a:moveTo>
                  <a:lnTo>
                    <a:pt x="1" y="639"/>
                  </a:lnTo>
                  <a:lnTo>
                    <a:pt x="806" y="639"/>
                  </a:lnTo>
                  <a:cubicBezTo>
                    <a:pt x="2480" y="642"/>
                    <a:pt x="3836" y="1999"/>
                    <a:pt x="3839" y="3672"/>
                  </a:cubicBezTo>
                  <a:lnTo>
                    <a:pt x="3839" y="46456"/>
                  </a:lnTo>
                  <a:lnTo>
                    <a:pt x="4478" y="46456"/>
                  </a:lnTo>
                  <a:lnTo>
                    <a:pt x="4478" y="3672"/>
                  </a:lnTo>
                  <a:cubicBezTo>
                    <a:pt x="4475" y="1646"/>
                    <a:pt x="2833" y="4"/>
                    <a:pt x="8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4"/>
            <p:cNvSpPr/>
            <p:nvPr/>
          </p:nvSpPr>
          <p:spPr>
            <a:xfrm>
              <a:off x="5023700" y="682675"/>
              <a:ext cx="349025" cy="911850"/>
            </a:xfrm>
            <a:custGeom>
              <a:rect b="b" l="l" r="r" t="t"/>
              <a:pathLst>
                <a:path extrusionOk="0" h="36474" w="13961">
                  <a:moveTo>
                    <a:pt x="1331" y="0"/>
                  </a:moveTo>
                  <a:cubicBezTo>
                    <a:pt x="594" y="0"/>
                    <a:pt x="0" y="594"/>
                    <a:pt x="0" y="1331"/>
                  </a:cubicBezTo>
                  <a:lnTo>
                    <a:pt x="0" y="35144"/>
                  </a:lnTo>
                  <a:cubicBezTo>
                    <a:pt x="0" y="35881"/>
                    <a:pt x="594" y="36473"/>
                    <a:pt x="1331" y="36473"/>
                  </a:cubicBezTo>
                  <a:lnTo>
                    <a:pt x="12629" y="36473"/>
                  </a:lnTo>
                  <a:cubicBezTo>
                    <a:pt x="13366" y="36473"/>
                    <a:pt x="13961" y="35881"/>
                    <a:pt x="13961" y="35144"/>
                  </a:cubicBezTo>
                  <a:lnTo>
                    <a:pt x="13961" y="1331"/>
                  </a:lnTo>
                  <a:cubicBezTo>
                    <a:pt x="13961" y="594"/>
                    <a:pt x="13366" y="0"/>
                    <a:pt x="126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4"/>
            <p:cNvSpPr/>
            <p:nvPr/>
          </p:nvSpPr>
          <p:spPr>
            <a:xfrm>
              <a:off x="5020950" y="680025"/>
              <a:ext cx="354425" cy="917250"/>
            </a:xfrm>
            <a:custGeom>
              <a:rect b="b" l="l" r="r" t="t"/>
              <a:pathLst>
                <a:path extrusionOk="0" h="36690" w="14177">
                  <a:moveTo>
                    <a:pt x="12739" y="214"/>
                  </a:moveTo>
                  <a:cubicBezTo>
                    <a:pt x="13415" y="215"/>
                    <a:pt x="13963" y="763"/>
                    <a:pt x="13963" y="1437"/>
                  </a:cubicBezTo>
                  <a:lnTo>
                    <a:pt x="13963" y="35251"/>
                  </a:lnTo>
                  <a:cubicBezTo>
                    <a:pt x="13962" y="35927"/>
                    <a:pt x="13415" y="36475"/>
                    <a:pt x="12739" y="36475"/>
                  </a:cubicBezTo>
                  <a:lnTo>
                    <a:pt x="1437" y="36475"/>
                  </a:lnTo>
                  <a:cubicBezTo>
                    <a:pt x="761" y="36475"/>
                    <a:pt x="215" y="35927"/>
                    <a:pt x="213" y="35251"/>
                  </a:cubicBezTo>
                  <a:lnTo>
                    <a:pt x="213" y="1446"/>
                  </a:lnTo>
                  <a:cubicBezTo>
                    <a:pt x="215" y="770"/>
                    <a:pt x="761" y="224"/>
                    <a:pt x="1437" y="223"/>
                  </a:cubicBezTo>
                  <a:lnTo>
                    <a:pt x="12739" y="214"/>
                  </a:lnTo>
                  <a:close/>
                  <a:moveTo>
                    <a:pt x="1437" y="1"/>
                  </a:moveTo>
                  <a:cubicBezTo>
                    <a:pt x="645" y="4"/>
                    <a:pt x="2" y="645"/>
                    <a:pt x="0" y="1437"/>
                  </a:cubicBezTo>
                  <a:lnTo>
                    <a:pt x="0" y="35251"/>
                  </a:lnTo>
                  <a:cubicBezTo>
                    <a:pt x="2" y="36045"/>
                    <a:pt x="645" y="36687"/>
                    <a:pt x="1437" y="36690"/>
                  </a:cubicBezTo>
                  <a:lnTo>
                    <a:pt x="12739" y="36690"/>
                  </a:lnTo>
                  <a:cubicBezTo>
                    <a:pt x="13533" y="36688"/>
                    <a:pt x="14176" y="36045"/>
                    <a:pt x="14176" y="35251"/>
                  </a:cubicBezTo>
                  <a:lnTo>
                    <a:pt x="14176" y="1437"/>
                  </a:lnTo>
                  <a:cubicBezTo>
                    <a:pt x="14176" y="644"/>
                    <a:pt x="13533" y="2"/>
                    <a:pt x="1273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4"/>
            <p:cNvSpPr/>
            <p:nvPr/>
          </p:nvSpPr>
          <p:spPr>
            <a:xfrm>
              <a:off x="5023700" y="682675"/>
              <a:ext cx="349025" cy="911850"/>
            </a:xfrm>
            <a:custGeom>
              <a:rect b="b" l="l" r="r" t="t"/>
              <a:pathLst>
                <a:path extrusionOk="0" h="36474" w="13961">
                  <a:moveTo>
                    <a:pt x="1331" y="0"/>
                  </a:moveTo>
                  <a:cubicBezTo>
                    <a:pt x="594" y="0"/>
                    <a:pt x="0" y="594"/>
                    <a:pt x="0" y="1331"/>
                  </a:cubicBezTo>
                  <a:lnTo>
                    <a:pt x="0" y="35144"/>
                  </a:lnTo>
                  <a:cubicBezTo>
                    <a:pt x="0" y="35881"/>
                    <a:pt x="594" y="36473"/>
                    <a:pt x="1331" y="36473"/>
                  </a:cubicBezTo>
                  <a:lnTo>
                    <a:pt x="12629" y="36473"/>
                  </a:lnTo>
                  <a:cubicBezTo>
                    <a:pt x="13366" y="36473"/>
                    <a:pt x="13961" y="35881"/>
                    <a:pt x="13961" y="35144"/>
                  </a:cubicBezTo>
                  <a:lnTo>
                    <a:pt x="13961" y="1331"/>
                  </a:lnTo>
                  <a:cubicBezTo>
                    <a:pt x="13961" y="594"/>
                    <a:pt x="13366" y="0"/>
                    <a:pt x="1262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4"/>
            <p:cNvSpPr/>
            <p:nvPr/>
          </p:nvSpPr>
          <p:spPr>
            <a:xfrm>
              <a:off x="4651575" y="2141725"/>
              <a:ext cx="93125" cy="121950"/>
            </a:xfrm>
            <a:custGeom>
              <a:rect b="b" l="l" r="r" t="t"/>
              <a:pathLst>
                <a:path extrusionOk="0" h="4878" w="3725">
                  <a:moveTo>
                    <a:pt x="1863" y="0"/>
                  </a:moveTo>
                  <a:cubicBezTo>
                    <a:pt x="834" y="0"/>
                    <a:pt x="0" y="834"/>
                    <a:pt x="0" y="1863"/>
                  </a:cubicBezTo>
                  <a:lnTo>
                    <a:pt x="0" y="2600"/>
                  </a:lnTo>
                  <a:lnTo>
                    <a:pt x="641" y="2600"/>
                  </a:lnTo>
                  <a:lnTo>
                    <a:pt x="641" y="1863"/>
                  </a:lnTo>
                  <a:cubicBezTo>
                    <a:pt x="641" y="1187"/>
                    <a:pt x="1187" y="640"/>
                    <a:pt x="1863" y="640"/>
                  </a:cubicBezTo>
                  <a:cubicBezTo>
                    <a:pt x="2538" y="640"/>
                    <a:pt x="3084" y="1187"/>
                    <a:pt x="3084" y="1863"/>
                  </a:cubicBezTo>
                  <a:lnTo>
                    <a:pt x="3084" y="4878"/>
                  </a:lnTo>
                  <a:lnTo>
                    <a:pt x="3724" y="4878"/>
                  </a:lnTo>
                  <a:lnTo>
                    <a:pt x="3724" y="1863"/>
                  </a:lnTo>
                  <a:cubicBezTo>
                    <a:pt x="3724" y="834"/>
                    <a:pt x="2891" y="0"/>
                    <a:pt x="186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4"/>
            <p:cNvSpPr/>
            <p:nvPr/>
          </p:nvSpPr>
          <p:spPr>
            <a:xfrm>
              <a:off x="5665950" y="2141675"/>
              <a:ext cx="93150" cy="122000"/>
            </a:xfrm>
            <a:custGeom>
              <a:rect b="b" l="l" r="r" t="t"/>
              <a:pathLst>
                <a:path extrusionOk="0" h="4880" w="3726">
                  <a:moveTo>
                    <a:pt x="1864" y="1"/>
                  </a:moveTo>
                  <a:cubicBezTo>
                    <a:pt x="1863" y="1"/>
                    <a:pt x="1862" y="1"/>
                    <a:pt x="1862" y="1"/>
                  </a:cubicBezTo>
                  <a:cubicBezTo>
                    <a:pt x="833" y="2"/>
                    <a:pt x="0" y="836"/>
                    <a:pt x="2" y="1865"/>
                  </a:cubicBezTo>
                  <a:lnTo>
                    <a:pt x="2" y="4880"/>
                  </a:lnTo>
                  <a:lnTo>
                    <a:pt x="642" y="4880"/>
                  </a:lnTo>
                  <a:lnTo>
                    <a:pt x="642" y="1860"/>
                  </a:lnTo>
                  <a:cubicBezTo>
                    <a:pt x="642" y="1187"/>
                    <a:pt x="1189" y="641"/>
                    <a:pt x="1862" y="641"/>
                  </a:cubicBezTo>
                  <a:cubicBezTo>
                    <a:pt x="1863" y="641"/>
                    <a:pt x="1864" y="641"/>
                    <a:pt x="1864" y="641"/>
                  </a:cubicBezTo>
                  <a:cubicBezTo>
                    <a:pt x="2540" y="641"/>
                    <a:pt x="3085" y="1189"/>
                    <a:pt x="3085" y="1865"/>
                  </a:cubicBezTo>
                  <a:lnTo>
                    <a:pt x="3085" y="2602"/>
                  </a:lnTo>
                  <a:lnTo>
                    <a:pt x="3726" y="2602"/>
                  </a:lnTo>
                  <a:lnTo>
                    <a:pt x="3726" y="1860"/>
                  </a:lnTo>
                  <a:cubicBezTo>
                    <a:pt x="3724" y="834"/>
                    <a:pt x="2890" y="1"/>
                    <a:pt x="186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4"/>
            <p:cNvSpPr/>
            <p:nvPr/>
          </p:nvSpPr>
          <p:spPr>
            <a:xfrm>
              <a:off x="5759775" y="2143250"/>
              <a:ext cx="93200" cy="120425"/>
            </a:xfrm>
            <a:custGeom>
              <a:rect b="b" l="l" r="r" t="t"/>
              <a:pathLst>
                <a:path extrusionOk="0" h="4817" w="3728">
                  <a:moveTo>
                    <a:pt x="1862" y="1"/>
                  </a:moveTo>
                  <a:cubicBezTo>
                    <a:pt x="862" y="1"/>
                    <a:pt x="36" y="795"/>
                    <a:pt x="1" y="1802"/>
                  </a:cubicBezTo>
                  <a:lnTo>
                    <a:pt x="1" y="4817"/>
                  </a:lnTo>
                  <a:lnTo>
                    <a:pt x="641" y="4817"/>
                  </a:lnTo>
                  <a:lnTo>
                    <a:pt x="641" y="1802"/>
                  </a:lnTo>
                  <a:cubicBezTo>
                    <a:pt x="668" y="1165"/>
                    <a:pt x="1177" y="655"/>
                    <a:pt x="1813" y="629"/>
                  </a:cubicBezTo>
                  <a:cubicBezTo>
                    <a:pt x="1830" y="628"/>
                    <a:pt x="1846" y="628"/>
                    <a:pt x="1863" y="628"/>
                  </a:cubicBezTo>
                  <a:cubicBezTo>
                    <a:pt x="2517" y="628"/>
                    <a:pt x="3060" y="1143"/>
                    <a:pt x="3087" y="1802"/>
                  </a:cubicBezTo>
                  <a:lnTo>
                    <a:pt x="3087" y="2539"/>
                  </a:lnTo>
                  <a:lnTo>
                    <a:pt x="3728" y="2539"/>
                  </a:lnTo>
                  <a:lnTo>
                    <a:pt x="3728" y="1802"/>
                  </a:lnTo>
                  <a:cubicBezTo>
                    <a:pt x="3693" y="821"/>
                    <a:pt x="2907" y="35"/>
                    <a:pt x="1928" y="2"/>
                  </a:cubicBezTo>
                  <a:cubicBezTo>
                    <a:pt x="1906" y="1"/>
                    <a:pt x="1884" y="1"/>
                    <a:pt x="186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4"/>
            <p:cNvSpPr/>
            <p:nvPr/>
          </p:nvSpPr>
          <p:spPr>
            <a:xfrm>
              <a:off x="4554500" y="2143250"/>
              <a:ext cx="93150" cy="120425"/>
            </a:xfrm>
            <a:custGeom>
              <a:rect b="b" l="l" r="r" t="t"/>
              <a:pathLst>
                <a:path extrusionOk="0" h="4817" w="3726">
                  <a:moveTo>
                    <a:pt x="1860" y="1"/>
                  </a:moveTo>
                  <a:cubicBezTo>
                    <a:pt x="862" y="1"/>
                    <a:pt x="34" y="795"/>
                    <a:pt x="0" y="1802"/>
                  </a:cubicBezTo>
                  <a:lnTo>
                    <a:pt x="0" y="2539"/>
                  </a:lnTo>
                  <a:lnTo>
                    <a:pt x="641" y="2539"/>
                  </a:lnTo>
                  <a:lnTo>
                    <a:pt x="641" y="1802"/>
                  </a:lnTo>
                  <a:cubicBezTo>
                    <a:pt x="667" y="1165"/>
                    <a:pt x="1177" y="655"/>
                    <a:pt x="1812" y="629"/>
                  </a:cubicBezTo>
                  <a:cubicBezTo>
                    <a:pt x="1829" y="628"/>
                    <a:pt x="1846" y="628"/>
                    <a:pt x="1862" y="628"/>
                  </a:cubicBezTo>
                  <a:cubicBezTo>
                    <a:pt x="2516" y="628"/>
                    <a:pt x="3059" y="1143"/>
                    <a:pt x="3087" y="1802"/>
                  </a:cubicBezTo>
                  <a:lnTo>
                    <a:pt x="3087" y="4817"/>
                  </a:lnTo>
                  <a:lnTo>
                    <a:pt x="3726" y="4817"/>
                  </a:lnTo>
                  <a:lnTo>
                    <a:pt x="3726" y="1802"/>
                  </a:lnTo>
                  <a:cubicBezTo>
                    <a:pt x="3693" y="821"/>
                    <a:pt x="2907" y="35"/>
                    <a:pt x="1926" y="2"/>
                  </a:cubicBezTo>
                  <a:cubicBezTo>
                    <a:pt x="1904" y="1"/>
                    <a:pt x="1882" y="1"/>
                    <a:pt x="186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34"/>
            <p:cNvSpPr/>
            <p:nvPr/>
          </p:nvSpPr>
          <p:spPr>
            <a:xfrm>
              <a:off x="4486150" y="2221975"/>
              <a:ext cx="1424225" cy="109975"/>
            </a:xfrm>
            <a:custGeom>
              <a:rect b="b" l="l" r="r" t="t"/>
              <a:pathLst>
                <a:path extrusionOk="0" h="4399" w="56969">
                  <a:moveTo>
                    <a:pt x="1" y="0"/>
                  </a:moveTo>
                  <a:lnTo>
                    <a:pt x="1" y="4399"/>
                  </a:lnTo>
                  <a:lnTo>
                    <a:pt x="56969" y="4399"/>
                  </a:lnTo>
                  <a:lnTo>
                    <a:pt x="5696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34"/>
            <p:cNvSpPr/>
            <p:nvPr/>
          </p:nvSpPr>
          <p:spPr>
            <a:xfrm>
              <a:off x="4483475" y="2219300"/>
              <a:ext cx="1429500" cy="115400"/>
            </a:xfrm>
            <a:custGeom>
              <a:rect b="b" l="l" r="r" t="t"/>
              <a:pathLst>
                <a:path extrusionOk="0" h="4616" w="57180">
                  <a:moveTo>
                    <a:pt x="56967" y="213"/>
                  </a:moveTo>
                  <a:lnTo>
                    <a:pt x="56967" y="4401"/>
                  </a:lnTo>
                  <a:lnTo>
                    <a:pt x="213" y="4401"/>
                  </a:lnTo>
                  <a:lnTo>
                    <a:pt x="212" y="213"/>
                  </a:lnTo>
                  <a:close/>
                  <a:moveTo>
                    <a:pt x="108" y="0"/>
                  </a:moveTo>
                  <a:cubicBezTo>
                    <a:pt x="48" y="0"/>
                    <a:pt x="0" y="48"/>
                    <a:pt x="0" y="107"/>
                  </a:cubicBezTo>
                  <a:lnTo>
                    <a:pt x="0" y="4509"/>
                  </a:lnTo>
                  <a:cubicBezTo>
                    <a:pt x="0" y="4568"/>
                    <a:pt x="48" y="4616"/>
                    <a:pt x="108" y="4616"/>
                  </a:cubicBezTo>
                  <a:lnTo>
                    <a:pt x="57074" y="4616"/>
                  </a:lnTo>
                  <a:cubicBezTo>
                    <a:pt x="57129" y="4616"/>
                    <a:pt x="57175" y="4573"/>
                    <a:pt x="57180" y="4518"/>
                  </a:cubicBezTo>
                  <a:lnTo>
                    <a:pt x="57180" y="107"/>
                  </a:lnTo>
                  <a:cubicBezTo>
                    <a:pt x="57180" y="48"/>
                    <a:pt x="57132" y="0"/>
                    <a:pt x="5707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4"/>
            <p:cNvSpPr/>
            <p:nvPr/>
          </p:nvSpPr>
          <p:spPr>
            <a:xfrm>
              <a:off x="4532300" y="2189925"/>
              <a:ext cx="53675" cy="33550"/>
            </a:xfrm>
            <a:custGeom>
              <a:rect b="b" l="l" r="r" t="t"/>
              <a:pathLst>
                <a:path extrusionOk="0" h="1342" w="2147">
                  <a:moveTo>
                    <a:pt x="1" y="0"/>
                  </a:moveTo>
                  <a:lnTo>
                    <a:pt x="1" y="1342"/>
                  </a:lnTo>
                  <a:lnTo>
                    <a:pt x="2147" y="1342"/>
                  </a:lnTo>
                  <a:lnTo>
                    <a:pt x="214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4"/>
            <p:cNvSpPr/>
            <p:nvPr/>
          </p:nvSpPr>
          <p:spPr>
            <a:xfrm>
              <a:off x="4632925" y="2189925"/>
              <a:ext cx="53675" cy="33550"/>
            </a:xfrm>
            <a:custGeom>
              <a:rect b="b" l="l" r="r" t="t"/>
              <a:pathLst>
                <a:path extrusionOk="0" h="1342" w="2147">
                  <a:moveTo>
                    <a:pt x="1" y="0"/>
                  </a:moveTo>
                  <a:lnTo>
                    <a:pt x="1" y="1342"/>
                  </a:lnTo>
                  <a:lnTo>
                    <a:pt x="2146" y="1342"/>
                  </a:lnTo>
                  <a:lnTo>
                    <a:pt x="214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34"/>
            <p:cNvSpPr/>
            <p:nvPr/>
          </p:nvSpPr>
          <p:spPr>
            <a:xfrm>
              <a:off x="5719250" y="2189925"/>
              <a:ext cx="53625" cy="33550"/>
            </a:xfrm>
            <a:custGeom>
              <a:rect b="b" l="l" r="r" t="t"/>
              <a:pathLst>
                <a:path extrusionOk="0" h="1342" w="2145">
                  <a:moveTo>
                    <a:pt x="0" y="0"/>
                  </a:moveTo>
                  <a:lnTo>
                    <a:pt x="0" y="1342"/>
                  </a:lnTo>
                  <a:lnTo>
                    <a:pt x="2145" y="1342"/>
                  </a:lnTo>
                  <a:lnTo>
                    <a:pt x="214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34"/>
            <p:cNvSpPr/>
            <p:nvPr/>
          </p:nvSpPr>
          <p:spPr>
            <a:xfrm>
              <a:off x="5819800" y="2189925"/>
              <a:ext cx="53650" cy="33550"/>
            </a:xfrm>
            <a:custGeom>
              <a:rect b="b" l="l" r="r" t="t"/>
              <a:pathLst>
                <a:path extrusionOk="0" h="1342" w="2146">
                  <a:moveTo>
                    <a:pt x="0" y="0"/>
                  </a:moveTo>
                  <a:lnTo>
                    <a:pt x="0" y="1342"/>
                  </a:lnTo>
                  <a:lnTo>
                    <a:pt x="2146" y="1342"/>
                  </a:lnTo>
                  <a:lnTo>
                    <a:pt x="214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34"/>
            <p:cNvSpPr/>
            <p:nvPr/>
          </p:nvSpPr>
          <p:spPr>
            <a:xfrm>
              <a:off x="5151375" y="1601450"/>
              <a:ext cx="93750" cy="179275"/>
            </a:xfrm>
            <a:custGeom>
              <a:rect b="b" l="l" r="r" t="t"/>
              <a:pathLst>
                <a:path extrusionOk="0" h="7171" w="3750">
                  <a:moveTo>
                    <a:pt x="0" y="1"/>
                  </a:moveTo>
                  <a:lnTo>
                    <a:pt x="0" y="7170"/>
                  </a:lnTo>
                  <a:lnTo>
                    <a:pt x="3749" y="7170"/>
                  </a:lnTo>
                  <a:lnTo>
                    <a:pt x="374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4"/>
            <p:cNvSpPr/>
            <p:nvPr/>
          </p:nvSpPr>
          <p:spPr>
            <a:xfrm>
              <a:off x="5148725" y="1598775"/>
              <a:ext cx="99050" cy="184650"/>
            </a:xfrm>
            <a:custGeom>
              <a:rect b="b" l="l" r="r" t="t"/>
              <a:pathLst>
                <a:path extrusionOk="0" h="7386" w="3962">
                  <a:moveTo>
                    <a:pt x="3747" y="214"/>
                  </a:moveTo>
                  <a:lnTo>
                    <a:pt x="3747" y="7173"/>
                  </a:lnTo>
                  <a:lnTo>
                    <a:pt x="214" y="7173"/>
                  </a:lnTo>
                  <a:lnTo>
                    <a:pt x="214" y="214"/>
                  </a:lnTo>
                  <a:close/>
                  <a:moveTo>
                    <a:pt x="108" y="1"/>
                  </a:moveTo>
                  <a:cubicBezTo>
                    <a:pt x="48" y="1"/>
                    <a:pt x="1" y="48"/>
                    <a:pt x="1" y="108"/>
                  </a:cubicBezTo>
                  <a:lnTo>
                    <a:pt x="1" y="7279"/>
                  </a:lnTo>
                  <a:cubicBezTo>
                    <a:pt x="1" y="7338"/>
                    <a:pt x="48" y="7386"/>
                    <a:pt x="108" y="7386"/>
                  </a:cubicBezTo>
                  <a:lnTo>
                    <a:pt x="3854" y="7386"/>
                  </a:lnTo>
                  <a:cubicBezTo>
                    <a:pt x="3914" y="7386"/>
                    <a:pt x="3961" y="7338"/>
                    <a:pt x="3961" y="7279"/>
                  </a:cubicBezTo>
                  <a:lnTo>
                    <a:pt x="3961" y="108"/>
                  </a:lnTo>
                  <a:cubicBezTo>
                    <a:pt x="3961" y="48"/>
                    <a:pt x="3914" y="1"/>
                    <a:pt x="385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34"/>
            <p:cNvSpPr/>
            <p:nvPr/>
          </p:nvSpPr>
          <p:spPr>
            <a:xfrm>
              <a:off x="5127725" y="1682950"/>
              <a:ext cx="141075" cy="179275"/>
            </a:xfrm>
            <a:custGeom>
              <a:rect b="b" l="l" r="r" t="t"/>
              <a:pathLst>
                <a:path extrusionOk="0" h="7171" w="5643">
                  <a:moveTo>
                    <a:pt x="1" y="0"/>
                  </a:moveTo>
                  <a:lnTo>
                    <a:pt x="1" y="7171"/>
                  </a:lnTo>
                  <a:lnTo>
                    <a:pt x="5642" y="7171"/>
                  </a:lnTo>
                  <a:lnTo>
                    <a:pt x="564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34"/>
            <p:cNvSpPr/>
            <p:nvPr/>
          </p:nvSpPr>
          <p:spPr>
            <a:xfrm>
              <a:off x="5125050" y="1680250"/>
              <a:ext cx="146400" cy="184625"/>
            </a:xfrm>
            <a:custGeom>
              <a:rect b="b" l="l" r="r" t="t"/>
              <a:pathLst>
                <a:path extrusionOk="0" h="7385" w="5856">
                  <a:moveTo>
                    <a:pt x="5641" y="214"/>
                  </a:moveTo>
                  <a:lnTo>
                    <a:pt x="5641" y="7172"/>
                  </a:lnTo>
                  <a:lnTo>
                    <a:pt x="203" y="7172"/>
                  </a:lnTo>
                  <a:lnTo>
                    <a:pt x="214" y="214"/>
                  </a:lnTo>
                  <a:close/>
                  <a:moveTo>
                    <a:pt x="108" y="1"/>
                  </a:moveTo>
                  <a:cubicBezTo>
                    <a:pt x="48" y="1"/>
                    <a:pt x="1" y="49"/>
                    <a:pt x="1" y="107"/>
                  </a:cubicBezTo>
                  <a:lnTo>
                    <a:pt x="1" y="7279"/>
                  </a:lnTo>
                  <a:cubicBezTo>
                    <a:pt x="1" y="7337"/>
                    <a:pt x="48" y="7385"/>
                    <a:pt x="108" y="7385"/>
                  </a:cubicBezTo>
                  <a:lnTo>
                    <a:pt x="5748" y="7385"/>
                  </a:lnTo>
                  <a:cubicBezTo>
                    <a:pt x="5808" y="7385"/>
                    <a:pt x="5855" y="7337"/>
                    <a:pt x="5855" y="7279"/>
                  </a:cubicBezTo>
                  <a:lnTo>
                    <a:pt x="5855" y="107"/>
                  </a:lnTo>
                  <a:cubicBezTo>
                    <a:pt x="5855" y="49"/>
                    <a:pt x="5806" y="1"/>
                    <a:pt x="574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4"/>
            <p:cNvSpPr/>
            <p:nvPr/>
          </p:nvSpPr>
          <p:spPr>
            <a:xfrm>
              <a:off x="5101450" y="1825500"/>
              <a:ext cx="193550" cy="378925"/>
            </a:xfrm>
            <a:custGeom>
              <a:rect b="b" l="l" r="r" t="t"/>
              <a:pathLst>
                <a:path extrusionOk="0" h="15157" w="7742">
                  <a:moveTo>
                    <a:pt x="1" y="1"/>
                  </a:moveTo>
                  <a:lnTo>
                    <a:pt x="1" y="15157"/>
                  </a:lnTo>
                  <a:lnTo>
                    <a:pt x="7742" y="15157"/>
                  </a:lnTo>
                  <a:lnTo>
                    <a:pt x="774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34"/>
            <p:cNvSpPr/>
            <p:nvPr/>
          </p:nvSpPr>
          <p:spPr>
            <a:xfrm>
              <a:off x="5098775" y="1823075"/>
              <a:ext cx="198975" cy="384025"/>
            </a:xfrm>
            <a:custGeom>
              <a:rect b="b" l="l" r="r" t="t"/>
              <a:pathLst>
                <a:path extrusionOk="0" h="15361" w="7959">
                  <a:moveTo>
                    <a:pt x="7741" y="205"/>
                  </a:moveTo>
                  <a:lnTo>
                    <a:pt x="7741" y="15148"/>
                  </a:lnTo>
                  <a:lnTo>
                    <a:pt x="213" y="15148"/>
                  </a:lnTo>
                  <a:lnTo>
                    <a:pt x="213" y="205"/>
                  </a:lnTo>
                  <a:close/>
                  <a:moveTo>
                    <a:pt x="108" y="1"/>
                  </a:moveTo>
                  <a:cubicBezTo>
                    <a:pt x="48" y="1"/>
                    <a:pt x="1" y="49"/>
                    <a:pt x="1" y="107"/>
                  </a:cubicBezTo>
                  <a:lnTo>
                    <a:pt x="1" y="15255"/>
                  </a:lnTo>
                  <a:cubicBezTo>
                    <a:pt x="2" y="15313"/>
                    <a:pt x="48" y="15359"/>
                    <a:pt x="108" y="15361"/>
                  </a:cubicBezTo>
                  <a:lnTo>
                    <a:pt x="7855" y="15361"/>
                  </a:lnTo>
                  <a:cubicBezTo>
                    <a:pt x="7914" y="15358"/>
                    <a:pt x="7959" y="15307"/>
                    <a:pt x="7954" y="15248"/>
                  </a:cubicBezTo>
                  <a:lnTo>
                    <a:pt x="7954" y="107"/>
                  </a:lnTo>
                  <a:cubicBezTo>
                    <a:pt x="7954" y="49"/>
                    <a:pt x="7907" y="1"/>
                    <a:pt x="784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4"/>
            <p:cNvSpPr/>
            <p:nvPr/>
          </p:nvSpPr>
          <p:spPr>
            <a:xfrm>
              <a:off x="4820050" y="1391300"/>
              <a:ext cx="767750" cy="246350"/>
            </a:xfrm>
            <a:custGeom>
              <a:rect b="b" l="l" r="r" t="t"/>
              <a:pathLst>
                <a:path extrusionOk="0" h="9854" w="30710">
                  <a:moveTo>
                    <a:pt x="1129" y="0"/>
                  </a:moveTo>
                  <a:cubicBezTo>
                    <a:pt x="1129" y="0"/>
                    <a:pt x="63" y="332"/>
                    <a:pt x="0" y="928"/>
                  </a:cubicBezTo>
                  <a:cubicBezTo>
                    <a:pt x="405" y="1736"/>
                    <a:pt x="653" y="2615"/>
                    <a:pt x="730" y="3517"/>
                  </a:cubicBezTo>
                  <a:cubicBezTo>
                    <a:pt x="862" y="5575"/>
                    <a:pt x="198" y="9089"/>
                    <a:pt x="730" y="9620"/>
                  </a:cubicBezTo>
                  <a:cubicBezTo>
                    <a:pt x="906" y="9795"/>
                    <a:pt x="2530" y="9854"/>
                    <a:pt x="4624" y="9854"/>
                  </a:cubicBezTo>
                  <a:cubicBezTo>
                    <a:pt x="8342" y="9854"/>
                    <a:pt x="13538" y="9669"/>
                    <a:pt x="14736" y="9620"/>
                  </a:cubicBezTo>
                  <a:cubicBezTo>
                    <a:pt x="16048" y="9664"/>
                    <a:pt x="21757" y="9849"/>
                    <a:pt x="25806" y="9849"/>
                  </a:cubicBezTo>
                  <a:cubicBezTo>
                    <a:pt x="28064" y="9849"/>
                    <a:pt x="29805" y="9791"/>
                    <a:pt x="29980" y="9620"/>
                  </a:cubicBezTo>
                  <a:cubicBezTo>
                    <a:pt x="30509" y="9087"/>
                    <a:pt x="29846" y="5572"/>
                    <a:pt x="29980" y="3517"/>
                  </a:cubicBezTo>
                  <a:cubicBezTo>
                    <a:pt x="30057" y="2616"/>
                    <a:pt x="30305" y="1738"/>
                    <a:pt x="30710" y="929"/>
                  </a:cubicBezTo>
                  <a:cubicBezTo>
                    <a:pt x="30643" y="335"/>
                    <a:pt x="29581" y="2"/>
                    <a:pt x="29581" y="2"/>
                  </a:cubicBezTo>
                  <a:cubicBezTo>
                    <a:pt x="29515" y="938"/>
                    <a:pt x="29384" y="1867"/>
                    <a:pt x="29186" y="2785"/>
                  </a:cubicBezTo>
                  <a:cubicBezTo>
                    <a:pt x="28790" y="4576"/>
                    <a:pt x="29121" y="7031"/>
                    <a:pt x="29121" y="7031"/>
                  </a:cubicBezTo>
                  <a:lnTo>
                    <a:pt x="1594" y="7031"/>
                  </a:lnTo>
                  <a:cubicBezTo>
                    <a:pt x="1594" y="7031"/>
                    <a:pt x="1924" y="4576"/>
                    <a:pt x="1525" y="2785"/>
                  </a:cubicBezTo>
                  <a:cubicBezTo>
                    <a:pt x="1327" y="1867"/>
                    <a:pt x="1195" y="937"/>
                    <a:pt x="11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4"/>
            <p:cNvSpPr/>
            <p:nvPr/>
          </p:nvSpPr>
          <p:spPr>
            <a:xfrm>
              <a:off x="4817325" y="1388250"/>
              <a:ext cx="773125" cy="252300"/>
            </a:xfrm>
            <a:custGeom>
              <a:rect b="b" l="l" r="r" t="t"/>
              <a:pathLst>
                <a:path extrusionOk="0" h="10092" w="30925">
                  <a:moveTo>
                    <a:pt x="29785" y="270"/>
                  </a:moveTo>
                  <a:cubicBezTo>
                    <a:pt x="30104" y="393"/>
                    <a:pt x="30638" y="670"/>
                    <a:pt x="30707" y="1032"/>
                  </a:cubicBezTo>
                  <a:cubicBezTo>
                    <a:pt x="30303" y="1845"/>
                    <a:pt x="30058" y="2726"/>
                    <a:pt x="29982" y="3630"/>
                  </a:cubicBezTo>
                  <a:cubicBezTo>
                    <a:pt x="29952" y="4632"/>
                    <a:pt x="29986" y="5636"/>
                    <a:pt x="30085" y="6635"/>
                  </a:cubicBezTo>
                  <a:cubicBezTo>
                    <a:pt x="30184" y="7988"/>
                    <a:pt x="30289" y="9388"/>
                    <a:pt x="30015" y="9663"/>
                  </a:cubicBezTo>
                  <a:cubicBezTo>
                    <a:pt x="29832" y="9809"/>
                    <a:pt x="28234" y="9869"/>
                    <a:pt x="25874" y="9869"/>
                  </a:cubicBezTo>
                  <a:cubicBezTo>
                    <a:pt x="22951" y="9869"/>
                    <a:pt x="18859" y="9777"/>
                    <a:pt x="14841" y="9641"/>
                  </a:cubicBezTo>
                  <a:cubicBezTo>
                    <a:pt x="11160" y="9777"/>
                    <a:pt x="7408" y="9869"/>
                    <a:pt x="4725" y="9869"/>
                  </a:cubicBezTo>
                  <a:cubicBezTo>
                    <a:pt x="2558" y="9869"/>
                    <a:pt x="1089" y="9809"/>
                    <a:pt x="916" y="9663"/>
                  </a:cubicBezTo>
                  <a:cubicBezTo>
                    <a:pt x="631" y="9388"/>
                    <a:pt x="742" y="7988"/>
                    <a:pt x="843" y="6635"/>
                  </a:cubicBezTo>
                  <a:cubicBezTo>
                    <a:pt x="940" y="5636"/>
                    <a:pt x="974" y="4632"/>
                    <a:pt x="946" y="3630"/>
                  </a:cubicBezTo>
                  <a:cubicBezTo>
                    <a:pt x="870" y="2726"/>
                    <a:pt x="625" y="1845"/>
                    <a:pt x="221" y="1032"/>
                  </a:cubicBezTo>
                  <a:cubicBezTo>
                    <a:pt x="293" y="670"/>
                    <a:pt x="824" y="393"/>
                    <a:pt x="1146" y="270"/>
                  </a:cubicBezTo>
                  <a:cubicBezTo>
                    <a:pt x="1216" y="1165"/>
                    <a:pt x="1344" y="2053"/>
                    <a:pt x="1531" y="2930"/>
                  </a:cubicBezTo>
                  <a:cubicBezTo>
                    <a:pt x="1920" y="4681"/>
                    <a:pt x="1595" y="7113"/>
                    <a:pt x="1595" y="7138"/>
                  </a:cubicBezTo>
                  <a:cubicBezTo>
                    <a:pt x="1591" y="7169"/>
                    <a:pt x="1601" y="7201"/>
                    <a:pt x="1622" y="7223"/>
                  </a:cubicBezTo>
                  <a:cubicBezTo>
                    <a:pt x="1642" y="7247"/>
                    <a:pt x="1671" y="7259"/>
                    <a:pt x="1703" y="7260"/>
                  </a:cubicBezTo>
                  <a:lnTo>
                    <a:pt x="29225" y="7260"/>
                  </a:lnTo>
                  <a:cubicBezTo>
                    <a:pt x="29255" y="7259"/>
                    <a:pt x="29285" y="7245"/>
                    <a:pt x="29306" y="7223"/>
                  </a:cubicBezTo>
                  <a:cubicBezTo>
                    <a:pt x="29325" y="7199"/>
                    <a:pt x="29336" y="7169"/>
                    <a:pt x="29331" y="7138"/>
                  </a:cubicBezTo>
                  <a:cubicBezTo>
                    <a:pt x="29327" y="7114"/>
                    <a:pt x="29008" y="4681"/>
                    <a:pt x="29395" y="2930"/>
                  </a:cubicBezTo>
                  <a:cubicBezTo>
                    <a:pt x="29584" y="2053"/>
                    <a:pt x="29715" y="1165"/>
                    <a:pt x="29785" y="270"/>
                  </a:cubicBezTo>
                  <a:close/>
                  <a:moveTo>
                    <a:pt x="1235" y="0"/>
                  </a:moveTo>
                  <a:cubicBezTo>
                    <a:pt x="1225" y="0"/>
                    <a:pt x="1215" y="2"/>
                    <a:pt x="1205" y="5"/>
                  </a:cubicBezTo>
                  <a:cubicBezTo>
                    <a:pt x="1159" y="20"/>
                    <a:pt x="78" y="365"/>
                    <a:pt x="2" y="1025"/>
                  </a:cubicBezTo>
                  <a:cubicBezTo>
                    <a:pt x="1" y="1045"/>
                    <a:pt x="5" y="1068"/>
                    <a:pt x="16" y="1086"/>
                  </a:cubicBezTo>
                  <a:cubicBezTo>
                    <a:pt x="412" y="1882"/>
                    <a:pt x="654" y="2744"/>
                    <a:pt x="732" y="3630"/>
                  </a:cubicBezTo>
                  <a:cubicBezTo>
                    <a:pt x="762" y="4626"/>
                    <a:pt x="727" y="5624"/>
                    <a:pt x="631" y="6616"/>
                  </a:cubicBezTo>
                  <a:cubicBezTo>
                    <a:pt x="499" y="8386"/>
                    <a:pt x="435" y="9486"/>
                    <a:pt x="765" y="9814"/>
                  </a:cubicBezTo>
                  <a:cubicBezTo>
                    <a:pt x="964" y="10015"/>
                    <a:pt x="2693" y="10083"/>
                    <a:pt x="4939" y="10083"/>
                  </a:cubicBezTo>
                  <a:cubicBezTo>
                    <a:pt x="8160" y="10083"/>
                    <a:pt x="12448" y="9943"/>
                    <a:pt x="14841" y="9863"/>
                  </a:cubicBezTo>
                  <a:cubicBezTo>
                    <a:pt x="17458" y="9952"/>
                    <a:pt x="22133" y="10092"/>
                    <a:pt x="25637" y="10092"/>
                  </a:cubicBezTo>
                  <a:cubicBezTo>
                    <a:pt x="28086" y="10092"/>
                    <a:pt x="29963" y="10024"/>
                    <a:pt x="30163" y="9823"/>
                  </a:cubicBezTo>
                  <a:cubicBezTo>
                    <a:pt x="30493" y="9491"/>
                    <a:pt x="30428" y="8389"/>
                    <a:pt x="30297" y="6624"/>
                  </a:cubicBezTo>
                  <a:cubicBezTo>
                    <a:pt x="30201" y="5631"/>
                    <a:pt x="30165" y="4635"/>
                    <a:pt x="30193" y="3638"/>
                  </a:cubicBezTo>
                  <a:cubicBezTo>
                    <a:pt x="30272" y="2753"/>
                    <a:pt x="30515" y="1890"/>
                    <a:pt x="30912" y="1095"/>
                  </a:cubicBezTo>
                  <a:cubicBezTo>
                    <a:pt x="30921" y="1075"/>
                    <a:pt x="30924" y="1053"/>
                    <a:pt x="30923" y="1032"/>
                  </a:cubicBezTo>
                  <a:cubicBezTo>
                    <a:pt x="30850" y="374"/>
                    <a:pt x="29767" y="28"/>
                    <a:pt x="29721" y="14"/>
                  </a:cubicBezTo>
                  <a:cubicBezTo>
                    <a:pt x="29715" y="11"/>
                    <a:pt x="29709" y="9"/>
                    <a:pt x="29703" y="9"/>
                  </a:cubicBezTo>
                  <a:cubicBezTo>
                    <a:pt x="29699" y="9"/>
                    <a:pt x="29694" y="8"/>
                    <a:pt x="29689" y="8"/>
                  </a:cubicBezTo>
                  <a:cubicBezTo>
                    <a:pt x="29636" y="8"/>
                    <a:pt x="29591" y="47"/>
                    <a:pt x="29583" y="100"/>
                  </a:cubicBezTo>
                  <a:cubicBezTo>
                    <a:pt x="29517" y="1032"/>
                    <a:pt x="29385" y="1958"/>
                    <a:pt x="29188" y="2872"/>
                  </a:cubicBezTo>
                  <a:cubicBezTo>
                    <a:pt x="28841" y="4436"/>
                    <a:pt x="29045" y="6514"/>
                    <a:pt x="29105" y="7035"/>
                  </a:cubicBezTo>
                  <a:lnTo>
                    <a:pt x="1822" y="7035"/>
                  </a:lnTo>
                  <a:cubicBezTo>
                    <a:pt x="1881" y="6514"/>
                    <a:pt x="2087" y="4436"/>
                    <a:pt x="1738" y="2872"/>
                  </a:cubicBezTo>
                  <a:cubicBezTo>
                    <a:pt x="1543" y="1960"/>
                    <a:pt x="1411" y="1032"/>
                    <a:pt x="1344" y="100"/>
                  </a:cubicBezTo>
                  <a:cubicBezTo>
                    <a:pt x="1344" y="92"/>
                    <a:pt x="1342" y="87"/>
                    <a:pt x="1341" y="79"/>
                  </a:cubicBezTo>
                  <a:cubicBezTo>
                    <a:pt x="1326" y="31"/>
                    <a:pt x="1283" y="0"/>
                    <a:pt x="123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34"/>
            <p:cNvSpPr/>
            <p:nvPr/>
          </p:nvSpPr>
          <p:spPr>
            <a:xfrm>
              <a:off x="4820050" y="1391300"/>
              <a:ext cx="767750" cy="246350"/>
            </a:xfrm>
            <a:custGeom>
              <a:rect b="b" l="l" r="r" t="t"/>
              <a:pathLst>
                <a:path extrusionOk="0" h="9854" w="30710">
                  <a:moveTo>
                    <a:pt x="1129" y="0"/>
                  </a:moveTo>
                  <a:cubicBezTo>
                    <a:pt x="1129" y="0"/>
                    <a:pt x="63" y="332"/>
                    <a:pt x="0" y="928"/>
                  </a:cubicBezTo>
                  <a:cubicBezTo>
                    <a:pt x="405" y="1736"/>
                    <a:pt x="653" y="2615"/>
                    <a:pt x="730" y="3517"/>
                  </a:cubicBezTo>
                  <a:cubicBezTo>
                    <a:pt x="862" y="5575"/>
                    <a:pt x="198" y="9089"/>
                    <a:pt x="730" y="9620"/>
                  </a:cubicBezTo>
                  <a:cubicBezTo>
                    <a:pt x="906" y="9795"/>
                    <a:pt x="2530" y="9854"/>
                    <a:pt x="4624" y="9854"/>
                  </a:cubicBezTo>
                  <a:cubicBezTo>
                    <a:pt x="8342" y="9854"/>
                    <a:pt x="13538" y="9669"/>
                    <a:pt x="14736" y="9620"/>
                  </a:cubicBezTo>
                  <a:cubicBezTo>
                    <a:pt x="16048" y="9664"/>
                    <a:pt x="21757" y="9849"/>
                    <a:pt x="25806" y="9849"/>
                  </a:cubicBezTo>
                  <a:cubicBezTo>
                    <a:pt x="28064" y="9849"/>
                    <a:pt x="29805" y="9791"/>
                    <a:pt x="29980" y="9620"/>
                  </a:cubicBezTo>
                  <a:cubicBezTo>
                    <a:pt x="30509" y="9087"/>
                    <a:pt x="29846" y="5572"/>
                    <a:pt x="29980" y="3517"/>
                  </a:cubicBezTo>
                  <a:cubicBezTo>
                    <a:pt x="30057" y="2616"/>
                    <a:pt x="30305" y="1738"/>
                    <a:pt x="30710" y="929"/>
                  </a:cubicBezTo>
                  <a:cubicBezTo>
                    <a:pt x="30643" y="335"/>
                    <a:pt x="29581" y="2"/>
                    <a:pt x="29581" y="2"/>
                  </a:cubicBezTo>
                  <a:cubicBezTo>
                    <a:pt x="29515" y="938"/>
                    <a:pt x="29384" y="1867"/>
                    <a:pt x="29186" y="2785"/>
                  </a:cubicBezTo>
                  <a:cubicBezTo>
                    <a:pt x="28790" y="4576"/>
                    <a:pt x="29121" y="7031"/>
                    <a:pt x="29121" y="7031"/>
                  </a:cubicBezTo>
                  <a:lnTo>
                    <a:pt x="1594" y="7031"/>
                  </a:lnTo>
                  <a:cubicBezTo>
                    <a:pt x="1594" y="7031"/>
                    <a:pt x="1924" y="4576"/>
                    <a:pt x="1525" y="2785"/>
                  </a:cubicBezTo>
                  <a:cubicBezTo>
                    <a:pt x="1327" y="1867"/>
                    <a:pt x="1195" y="937"/>
                    <a:pt x="112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34"/>
            <p:cNvSpPr/>
            <p:nvPr/>
          </p:nvSpPr>
          <p:spPr>
            <a:xfrm>
              <a:off x="4859875" y="1515575"/>
              <a:ext cx="688100" cy="51525"/>
            </a:xfrm>
            <a:custGeom>
              <a:rect b="b" l="l" r="r" t="t"/>
              <a:pathLst>
                <a:path extrusionOk="0" h="2061" w="27524">
                  <a:moveTo>
                    <a:pt x="8082" y="0"/>
                  </a:moveTo>
                  <a:cubicBezTo>
                    <a:pt x="4551" y="0"/>
                    <a:pt x="1820" y="40"/>
                    <a:pt x="1570" y="157"/>
                  </a:cubicBezTo>
                  <a:cubicBezTo>
                    <a:pt x="819" y="512"/>
                    <a:pt x="1" y="2060"/>
                    <a:pt x="1" y="2060"/>
                  </a:cubicBezTo>
                  <a:lnTo>
                    <a:pt x="27523" y="2060"/>
                  </a:lnTo>
                  <a:cubicBezTo>
                    <a:pt x="27081" y="299"/>
                    <a:pt x="25905" y="151"/>
                    <a:pt x="25523" y="151"/>
                  </a:cubicBezTo>
                  <a:cubicBezTo>
                    <a:pt x="25446" y="151"/>
                    <a:pt x="25402" y="157"/>
                    <a:pt x="25402" y="157"/>
                  </a:cubicBezTo>
                  <a:cubicBezTo>
                    <a:pt x="25402" y="157"/>
                    <a:pt x="15143" y="0"/>
                    <a:pt x="808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34"/>
            <p:cNvSpPr/>
            <p:nvPr/>
          </p:nvSpPr>
          <p:spPr>
            <a:xfrm>
              <a:off x="4857150" y="1512875"/>
              <a:ext cx="693775" cy="56975"/>
            </a:xfrm>
            <a:custGeom>
              <a:rect b="b" l="l" r="r" t="t"/>
              <a:pathLst>
                <a:path extrusionOk="0" h="2279" w="27751">
                  <a:moveTo>
                    <a:pt x="8446" y="222"/>
                  </a:moveTo>
                  <a:cubicBezTo>
                    <a:pt x="13428" y="222"/>
                    <a:pt x="20235" y="294"/>
                    <a:pt x="25521" y="374"/>
                  </a:cubicBezTo>
                  <a:cubicBezTo>
                    <a:pt x="25523" y="374"/>
                    <a:pt x="25561" y="370"/>
                    <a:pt x="25624" y="370"/>
                  </a:cubicBezTo>
                  <a:cubicBezTo>
                    <a:pt x="25961" y="370"/>
                    <a:pt x="27040" y="493"/>
                    <a:pt x="27489" y="2065"/>
                  </a:cubicBezTo>
                  <a:lnTo>
                    <a:pt x="291" y="2065"/>
                  </a:lnTo>
                  <a:cubicBezTo>
                    <a:pt x="518" y="1665"/>
                    <a:pt x="1162" y="633"/>
                    <a:pt x="1719" y="374"/>
                  </a:cubicBezTo>
                  <a:cubicBezTo>
                    <a:pt x="1959" y="263"/>
                    <a:pt x="4682" y="222"/>
                    <a:pt x="8446" y="222"/>
                  </a:cubicBezTo>
                  <a:close/>
                  <a:moveTo>
                    <a:pt x="8380" y="1"/>
                  </a:moveTo>
                  <a:cubicBezTo>
                    <a:pt x="4744" y="1"/>
                    <a:pt x="1909" y="44"/>
                    <a:pt x="1634" y="174"/>
                  </a:cubicBezTo>
                  <a:cubicBezTo>
                    <a:pt x="866" y="539"/>
                    <a:pt x="47" y="2056"/>
                    <a:pt x="14" y="2120"/>
                  </a:cubicBezTo>
                  <a:cubicBezTo>
                    <a:pt x="5" y="2135"/>
                    <a:pt x="2" y="2152"/>
                    <a:pt x="2" y="2170"/>
                  </a:cubicBezTo>
                  <a:cubicBezTo>
                    <a:pt x="1" y="2229"/>
                    <a:pt x="50" y="2278"/>
                    <a:pt x="110" y="2278"/>
                  </a:cubicBezTo>
                  <a:lnTo>
                    <a:pt x="27632" y="2278"/>
                  </a:lnTo>
                  <a:cubicBezTo>
                    <a:pt x="27635" y="2278"/>
                    <a:pt x="27638" y="2279"/>
                    <a:pt x="27641" y="2279"/>
                  </a:cubicBezTo>
                  <a:cubicBezTo>
                    <a:pt x="27673" y="2279"/>
                    <a:pt x="27704" y="2263"/>
                    <a:pt x="27723" y="2237"/>
                  </a:cubicBezTo>
                  <a:cubicBezTo>
                    <a:pt x="27743" y="2210"/>
                    <a:pt x="27750" y="2177"/>
                    <a:pt x="27743" y="2146"/>
                  </a:cubicBezTo>
                  <a:cubicBezTo>
                    <a:pt x="27284" y="306"/>
                    <a:pt x="26033" y="157"/>
                    <a:pt x="25639" y="157"/>
                  </a:cubicBezTo>
                  <a:cubicBezTo>
                    <a:pt x="25562" y="157"/>
                    <a:pt x="25518" y="162"/>
                    <a:pt x="25518" y="162"/>
                  </a:cubicBezTo>
                  <a:cubicBezTo>
                    <a:pt x="23996" y="139"/>
                    <a:pt x="14901" y="1"/>
                    <a:pt x="838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34"/>
            <p:cNvSpPr/>
            <p:nvPr/>
          </p:nvSpPr>
          <p:spPr>
            <a:xfrm>
              <a:off x="4722225" y="1351750"/>
              <a:ext cx="164625" cy="112750"/>
            </a:xfrm>
            <a:custGeom>
              <a:rect b="b" l="l" r="r" t="t"/>
              <a:pathLst>
                <a:path extrusionOk="0" h="4510" w="6585">
                  <a:moveTo>
                    <a:pt x="4075" y="0"/>
                  </a:moveTo>
                  <a:cubicBezTo>
                    <a:pt x="3716" y="0"/>
                    <a:pt x="3362" y="57"/>
                    <a:pt x="3053" y="193"/>
                  </a:cubicBezTo>
                  <a:cubicBezTo>
                    <a:pt x="1857" y="720"/>
                    <a:pt x="0" y="2578"/>
                    <a:pt x="730" y="3904"/>
                  </a:cubicBezTo>
                  <a:cubicBezTo>
                    <a:pt x="970" y="4339"/>
                    <a:pt x="1274" y="4510"/>
                    <a:pt x="1605" y="4510"/>
                  </a:cubicBezTo>
                  <a:cubicBezTo>
                    <a:pt x="2282" y="4510"/>
                    <a:pt x="3071" y="3795"/>
                    <a:pt x="3650" y="3172"/>
                  </a:cubicBezTo>
                  <a:cubicBezTo>
                    <a:pt x="4319" y="2451"/>
                    <a:pt x="5471" y="2371"/>
                    <a:pt x="5950" y="2371"/>
                  </a:cubicBezTo>
                  <a:cubicBezTo>
                    <a:pt x="6087" y="2371"/>
                    <a:pt x="6169" y="2377"/>
                    <a:pt x="6169" y="2377"/>
                  </a:cubicBezTo>
                  <a:cubicBezTo>
                    <a:pt x="6509" y="1944"/>
                    <a:pt x="6585" y="1362"/>
                    <a:pt x="6369" y="857"/>
                  </a:cubicBezTo>
                  <a:cubicBezTo>
                    <a:pt x="6171" y="463"/>
                    <a:pt x="5102" y="0"/>
                    <a:pt x="40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34"/>
            <p:cNvSpPr/>
            <p:nvPr/>
          </p:nvSpPr>
          <p:spPr>
            <a:xfrm>
              <a:off x="4732175" y="1349000"/>
              <a:ext cx="157625" cy="118175"/>
            </a:xfrm>
            <a:custGeom>
              <a:rect b="b" l="l" r="r" t="t"/>
              <a:pathLst>
                <a:path extrusionOk="0" h="4727" w="6305">
                  <a:moveTo>
                    <a:pt x="3630" y="209"/>
                  </a:moveTo>
                  <a:cubicBezTo>
                    <a:pt x="3645" y="209"/>
                    <a:pt x="3659" y="209"/>
                    <a:pt x="3673" y="209"/>
                  </a:cubicBezTo>
                  <a:cubicBezTo>
                    <a:pt x="4678" y="209"/>
                    <a:pt x="5710" y="683"/>
                    <a:pt x="5878" y="1009"/>
                  </a:cubicBezTo>
                  <a:cubicBezTo>
                    <a:pt x="6069" y="1460"/>
                    <a:pt x="6014" y="1978"/>
                    <a:pt x="5731" y="2379"/>
                  </a:cubicBezTo>
                  <a:cubicBezTo>
                    <a:pt x="5685" y="2376"/>
                    <a:pt x="5614" y="2372"/>
                    <a:pt x="5522" y="2372"/>
                  </a:cubicBezTo>
                  <a:cubicBezTo>
                    <a:pt x="5007" y="2372"/>
                    <a:pt x="3861" y="2471"/>
                    <a:pt x="3171" y="3209"/>
                  </a:cubicBezTo>
                  <a:cubicBezTo>
                    <a:pt x="2370" y="4075"/>
                    <a:pt x="1710" y="4513"/>
                    <a:pt x="1208" y="4513"/>
                  </a:cubicBezTo>
                  <a:cubicBezTo>
                    <a:pt x="1174" y="4513"/>
                    <a:pt x="1141" y="4510"/>
                    <a:pt x="1108" y="4506"/>
                  </a:cubicBezTo>
                  <a:cubicBezTo>
                    <a:pt x="803" y="4451"/>
                    <a:pt x="546" y="4246"/>
                    <a:pt x="426" y="3961"/>
                  </a:cubicBezTo>
                  <a:cubicBezTo>
                    <a:pt x="241" y="3601"/>
                    <a:pt x="222" y="3180"/>
                    <a:pt x="372" y="2805"/>
                  </a:cubicBezTo>
                  <a:cubicBezTo>
                    <a:pt x="709" y="1805"/>
                    <a:pt x="1843" y="777"/>
                    <a:pt x="2696" y="397"/>
                  </a:cubicBezTo>
                  <a:cubicBezTo>
                    <a:pt x="2992" y="273"/>
                    <a:pt x="3310" y="209"/>
                    <a:pt x="3630" y="209"/>
                  </a:cubicBezTo>
                  <a:close/>
                  <a:moveTo>
                    <a:pt x="3687" y="1"/>
                  </a:moveTo>
                  <a:cubicBezTo>
                    <a:pt x="3311" y="1"/>
                    <a:pt x="2940" y="62"/>
                    <a:pt x="2612" y="208"/>
                  </a:cubicBezTo>
                  <a:cubicBezTo>
                    <a:pt x="1714" y="611"/>
                    <a:pt x="526" y="1689"/>
                    <a:pt x="170" y="2743"/>
                  </a:cubicBezTo>
                  <a:cubicBezTo>
                    <a:pt x="0" y="3175"/>
                    <a:pt x="25" y="3661"/>
                    <a:pt x="240" y="4072"/>
                  </a:cubicBezTo>
                  <a:cubicBezTo>
                    <a:pt x="395" y="4417"/>
                    <a:pt x="710" y="4663"/>
                    <a:pt x="1082" y="4727"/>
                  </a:cubicBezTo>
                  <a:lnTo>
                    <a:pt x="1211" y="4727"/>
                  </a:lnTo>
                  <a:cubicBezTo>
                    <a:pt x="1779" y="4727"/>
                    <a:pt x="2475" y="4276"/>
                    <a:pt x="3334" y="3361"/>
                  </a:cubicBezTo>
                  <a:cubicBezTo>
                    <a:pt x="3978" y="2668"/>
                    <a:pt x="5111" y="2595"/>
                    <a:pt x="5569" y="2595"/>
                  </a:cubicBezTo>
                  <a:cubicBezTo>
                    <a:pt x="5691" y="2595"/>
                    <a:pt x="5766" y="2601"/>
                    <a:pt x="5770" y="2601"/>
                  </a:cubicBezTo>
                  <a:cubicBezTo>
                    <a:pt x="5772" y="2601"/>
                    <a:pt x="5774" y="2601"/>
                    <a:pt x="5775" y="2601"/>
                  </a:cubicBezTo>
                  <a:cubicBezTo>
                    <a:pt x="5805" y="2601"/>
                    <a:pt x="5832" y="2590"/>
                    <a:pt x="5853" y="2571"/>
                  </a:cubicBezTo>
                  <a:cubicBezTo>
                    <a:pt x="6222" y="2102"/>
                    <a:pt x="6304" y="1469"/>
                    <a:pt x="6066" y="922"/>
                  </a:cubicBezTo>
                  <a:cubicBezTo>
                    <a:pt x="5851" y="493"/>
                    <a:pt x="4753" y="1"/>
                    <a:pt x="368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34"/>
            <p:cNvSpPr/>
            <p:nvPr/>
          </p:nvSpPr>
          <p:spPr>
            <a:xfrm>
              <a:off x="4755250" y="1372325"/>
              <a:ext cx="131375" cy="92125"/>
            </a:xfrm>
            <a:custGeom>
              <a:rect b="b" l="l" r="r" t="t"/>
              <a:pathLst>
                <a:path extrusionOk="0" h="3685" w="5255">
                  <a:moveTo>
                    <a:pt x="4414" y="1"/>
                  </a:moveTo>
                  <a:cubicBezTo>
                    <a:pt x="3565" y="1"/>
                    <a:pt x="2633" y="534"/>
                    <a:pt x="1797" y="1554"/>
                  </a:cubicBezTo>
                  <a:cubicBezTo>
                    <a:pt x="1106" y="2408"/>
                    <a:pt x="441" y="3152"/>
                    <a:pt x="0" y="3637"/>
                  </a:cubicBezTo>
                  <a:cubicBezTo>
                    <a:pt x="93" y="3670"/>
                    <a:pt x="188" y="3685"/>
                    <a:pt x="287" y="3685"/>
                  </a:cubicBezTo>
                  <a:cubicBezTo>
                    <a:pt x="962" y="3685"/>
                    <a:pt x="1749" y="2975"/>
                    <a:pt x="2329" y="2358"/>
                  </a:cubicBezTo>
                  <a:cubicBezTo>
                    <a:pt x="3000" y="1628"/>
                    <a:pt x="4155" y="1548"/>
                    <a:pt x="4632" y="1548"/>
                  </a:cubicBezTo>
                  <a:cubicBezTo>
                    <a:pt x="4767" y="1548"/>
                    <a:pt x="4848" y="1554"/>
                    <a:pt x="4848" y="1554"/>
                  </a:cubicBezTo>
                  <a:cubicBezTo>
                    <a:pt x="5167" y="1146"/>
                    <a:pt x="5255" y="606"/>
                    <a:pt x="5082" y="119"/>
                  </a:cubicBezTo>
                  <a:cubicBezTo>
                    <a:pt x="4868" y="40"/>
                    <a:pt x="4644" y="1"/>
                    <a:pt x="44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34"/>
            <p:cNvSpPr/>
            <p:nvPr/>
          </p:nvSpPr>
          <p:spPr>
            <a:xfrm>
              <a:off x="4752425" y="1369700"/>
              <a:ext cx="137300" cy="97475"/>
            </a:xfrm>
            <a:custGeom>
              <a:rect b="b" l="l" r="r" t="t"/>
              <a:pathLst>
                <a:path extrusionOk="0" h="3899" w="5492">
                  <a:moveTo>
                    <a:pt x="4540" y="220"/>
                  </a:moveTo>
                  <a:cubicBezTo>
                    <a:pt x="4738" y="220"/>
                    <a:pt x="4931" y="251"/>
                    <a:pt x="5116" y="313"/>
                  </a:cubicBezTo>
                  <a:cubicBezTo>
                    <a:pt x="5243" y="736"/>
                    <a:pt x="5171" y="1193"/>
                    <a:pt x="4921" y="1557"/>
                  </a:cubicBezTo>
                  <a:cubicBezTo>
                    <a:pt x="4875" y="1553"/>
                    <a:pt x="4804" y="1550"/>
                    <a:pt x="4713" y="1550"/>
                  </a:cubicBezTo>
                  <a:cubicBezTo>
                    <a:pt x="4197" y="1550"/>
                    <a:pt x="3051" y="1649"/>
                    <a:pt x="2361" y="2389"/>
                  </a:cubicBezTo>
                  <a:cubicBezTo>
                    <a:pt x="1560" y="3253"/>
                    <a:pt x="902" y="3691"/>
                    <a:pt x="402" y="3691"/>
                  </a:cubicBezTo>
                  <a:cubicBezTo>
                    <a:pt x="372" y="3691"/>
                    <a:pt x="342" y="3689"/>
                    <a:pt x="313" y="3686"/>
                  </a:cubicBezTo>
                  <a:lnTo>
                    <a:pt x="313" y="3678"/>
                  </a:lnTo>
                  <a:cubicBezTo>
                    <a:pt x="756" y="3194"/>
                    <a:pt x="1359" y="2499"/>
                    <a:pt x="1998" y="1734"/>
                  </a:cubicBezTo>
                  <a:cubicBezTo>
                    <a:pt x="2793" y="759"/>
                    <a:pt x="3710" y="220"/>
                    <a:pt x="4540" y="220"/>
                  </a:cubicBezTo>
                  <a:close/>
                  <a:moveTo>
                    <a:pt x="4535" y="1"/>
                  </a:moveTo>
                  <a:cubicBezTo>
                    <a:pt x="3639" y="1"/>
                    <a:pt x="2667" y="560"/>
                    <a:pt x="1827" y="1594"/>
                  </a:cubicBezTo>
                  <a:cubicBezTo>
                    <a:pt x="1136" y="2435"/>
                    <a:pt x="460" y="3188"/>
                    <a:pt x="33" y="3672"/>
                  </a:cubicBezTo>
                  <a:cubicBezTo>
                    <a:pt x="9" y="3699"/>
                    <a:pt x="0" y="3735"/>
                    <a:pt x="7" y="3771"/>
                  </a:cubicBezTo>
                  <a:cubicBezTo>
                    <a:pt x="18" y="3805"/>
                    <a:pt x="43" y="3832"/>
                    <a:pt x="76" y="3845"/>
                  </a:cubicBezTo>
                  <a:cubicBezTo>
                    <a:pt x="182" y="3881"/>
                    <a:pt x="292" y="3899"/>
                    <a:pt x="402" y="3899"/>
                  </a:cubicBezTo>
                  <a:cubicBezTo>
                    <a:pt x="969" y="3899"/>
                    <a:pt x="1666" y="3446"/>
                    <a:pt x="2527" y="2527"/>
                  </a:cubicBezTo>
                  <a:cubicBezTo>
                    <a:pt x="3172" y="1833"/>
                    <a:pt x="4309" y="1760"/>
                    <a:pt x="4765" y="1760"/>
                  </a:cubicBezTo>
                  <a:cubicBezTo>
                    <a:pt x="4885" y="1760"/>
                    <a:pt x="4958" y="1765"/>
                    <a:pt x="4961" y="1765"/>
                  </a:cubicBezTo>
                  <a:cubicBezTo>
                    <a:pt x="4965" y="1765"/>
                    <a:pt x="4968" y="1766"/>
                    <a:pt x="4972" y="1766"/>
                  </a:cubicBezTo>
                  <a:cubicBezTo>
                    <a:pt x="4999" y="1766"/>
                    <a:pt x="5025" y="1755"/>
                    <a:pt x="5045" y="1735"/>
                  </a:cubicBezTo>
                  <a:cubicBezTo>
                    <a:pt x="5394" y="1299"/>
                    <a:pt x="5491" y="711"/>
                    <a:pt x="5301" y="184"/>
                  </a:cubicBezTo>
                  <a:cubicBezTo>
                    <a:pt x="5290" y="156"/>
                    <a:pt x="5268" y="133"/>
                    <a:pt x="5238" y="124"/>
                  </a:cubicBezTo>
                  <a:cubicBezTo>
                    <a:pt x="5012" y="42"/>
                    <a:pt x="4776" y="1"/>
                    <a:pt x="453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34"/>
            <p:cNvSpPr/>
            <p:nvPr/>
          </p:nvSpPr>
          <p:spPr>
            <a:xfrm>
              <a:off x="5520925" y="1351575"/>
              <a:ext cx="164625" cy="112925"/>
            </a:xfrm>
            <a:custGeom>
              <a:rect b="b" l="l" r="r" t="t"/>
              <a:pathLst>
                <a:path extrusionOk="0" h="4517" w="6585">
                  <a:moveTo>
                    <a:pt x="2511" y="1"/>
                  </a:moveTo>
                  <a:cubicBezTo>
                    <a:pt x="1484" y="1"/>
                    <a:pt x="416" y="466"/>
                    <a:pt x="219" y="860"/>
                  </a:cubicBezTo>
                  <a:cubicBezTo>
                    <a:pt x="0" y="1366"/>
                    <a:pt x="78" y="1951"/>
                    <a:pt x="417" y="2384"/>
                  </a:cubicBezTo>
                  <a:cubicBezTo>
                    <a:pt x="417" y="2384"/>
                    <a:pt x="499" y="2378"/>
                    <a:pt x="636" y="2378"/>
                  </a:cubicBezTo>
                  <a:cubicBezTo>
                    <a:pt x="1115" y="2378"/>
                    <a:pt x="2268" y="2458"/>
                    <a:pt x="2938" y="3179"/>
                  </a:cubicBezTo>
                  <a:cubicBezTo>
                    <a:pt x="3517" y="3802"/>
                    <a:pt x="4306" y="4517"/>
                    <a:pt x="4982" y="4517"/>
                  </a:cubicBezTo>
                  <a:cubicBezTo>
                    <a:pt x="5313" y="4517"/>
                    <a:pt x="5617" y="4346"/>
                    <a:pt x="5856" y="3911"/>
                  </a:cubicBezTo>
                  <a:cubicBezTo>
                    <a:pt x="6585" y="2585"/>
                    <a:pt x="4729" y="727"/>
                    <a:pt x="3535" y="196"/>
                  </a:cubicBezTo>
                  <a:cubicBezTo>
                    <a:pt x="3225" y="58"/>
                    <a:pt x="2870" y="1"/>
                    <a:pt x="251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34"/>
            <p:cNvSpPr/>
            <p:nvPr/>
          </p:nvSpPr>
          <p:spPr>
            <a:xfrm>
              <a:off x="5518475" y="1348800"/>
              <a:ext cx="157650" cy="118375"/>
            </a:xfrm>
            <a:custGeom>
              <a:rect b="b" l="l" r="r" t="t"/>
              <a:pathLst>
                <a:path extrusionOk="0" h="4735" w="6306">
                  <a:moveTo>
                    <a:pt x="2616" y="217"/>
                  </a:moveTo>
                  <a:cubicBezTo>
                    <a:pt x="2957" y="217"/>
                    <a:pt x="3295" y="272"/>
                    <a:pt x="3594" y="405"/>
                  </a:cubicBezTo>
                  <a:cubicBezTo>
                    <a:pt x="4448" y="785"/>
                    <a:pt x="5578" y="1804"/>
                    <a:pt x="5926" y="2820"/>
                  </a:cubicBezTo>
                  <a:cubicBezTo>
                    <a:pt x="6075" y="3194"/>
                    <a:pt x="6056" y="3615"/>
                    <a:pt x="5873" y="3975"/>
                  </a:cubicBezTo>
                  <a:cubicBezTo>
                    <a:pt x="5750" y="4261"/>
                    <a:pt x="5494" y="4467"/>
                    <a:pt x="5188" y="4522"/>
                  </a:cubicBezTo>
                  <a:cubicBezTo>
                    <a:pt x="5156" y="4526"/>
                    <a:pt x="5124" y="4527"/>
                    <a:pt x="5091" y="4527"/>
                  </a:cubicBezTo>
                  <a:cubicBezTo>
                    <a:pt x="4589" y="4527"/>
                    <a:pt x="3926" y="4091"/>
                    <a:pt x="3125" y="3225"/>
                  </a:cubicBezTo>
                  <a:cubicBezTo>
                    <a:pt x="2429" y="2476"/>
                    <a:pt x="1260" y="2388"/>
                    <a:pt x="758" y="2388"/>
                  </a:cubicBezTo>
                  <a:lnTo>
                    <a:pt x="565" y="2387"/>
                  </a:lnTo>
                  <a:cubicBezTo>
                    <a:pt x="282" y="1986"/>
                    <a:pt x="225" y="1468"/>
                    <a:pt x="417" y="1017"/>
                  </a:cubicBezTo>
                  <a:cubicBezTo>
                    <a:pt x="582" y="689"/>
                    <a:pt x="1613" y="217"/>
                    <a:pt x="2616" y="217"/>
                  </a:cubicBezTo>
                  <a:close/>
                  <a:moveTo>
                    <a:pt x="2615" y="1"/>
                  </a:moveTo>
                  <a:cubicBezTo>
                    <a:pt x="1548" y="1"/>
                    <a:pt x="453" y="495"/>
                    <a:pt x="238" y="923"/>
                  </a:cubicBezTo>
                  <a:cubicBezTo>
                    <a:pt x="0" y="1471"/>
                    <a:pt x="82" y="2104"/>
                    <a:pt x="451" y="2571"/>
                  </a:cubicBezTo>
                  <a:cubicBezTo>
                    <a:pt x="471" y="2591"/>
                    <a:pt x="495" y="2602"/>
                    <a:pt x="522" y="2602"/>
                  </a:cubicBezTo>
                  <a:cubicBezTo>
                    <a:pt x="526" y="2602"/>
                    <a:pt x="530" y="2602"/>
                    <a:pt x="535" y="2601"/>
                  </a:cubicBezTo>
                  <a:cubicBezTo>
                    <a:pt x="538" y="2601"/>
                    <a:pt x="610" y="2596"/>
                    <a:pt x="731" y="2596"/>
                  </a:cubicBezTo>
                  <a:cubicBezTo>
                    <a:pt x="1186" y="2596"/>
                    <a:pt x="2324" y="2669"/>
                    <a:pt x="2968" y="3363"/>
                  </a:cubicBezTo>
                  <a:cubicBezTo>
                    <a:pt x="3824" y="4285"/>
                    <a:pt x="4519" y="4735"/>
                    <a:pt x="5088" y="4735"/>
                  </a:cubicBezTo>
                  <a:cubicBezTo>
                    <a:pt x="5124" y="4735"/>
                    <a:pt x="5168" y="4732"/>
                    <a:pt x="5222" y="4729"/>
                  </a:cubicBezTo>
                  <a:cubicBezTo>
                    <a:pt x="5594" y="4663"/>
                    <a:pt x="5910" y="4418"/>
                    <a:pt x="6065" y="4074"/>
                  </a:cubicBezTo>
                  <a:cubicBezTo>
                    <a:pt x="6279" y="3661"/>
                    <a:pt x="6306" y="3177"/>
                    <a:pt x="6135" y="2746"/>
                  </a:cubicBezTo>
                  <a:cubicBezTo>
                    <a:pt x="5779" y="1702"/>
                    <a:pt x="4591" y="607"/>
                    <a:pt x="3693" y="210"/>
                  </a:cubicBezTo>
                  <a:cubicBezTo>
                    <a:pt x="3363" y="62"/>
                    <a:pt x="2991" y="1"/>
                    <a:pt x="261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34"/>
            <p:cNvSpPr/>
            <p:nvPr/>
          </p:nvSpPr>
          <p:spPr>
            <a:xfrm>
              <a:off x="5521225" y="1372325"/>
              <a:ext cx="131375" cy="92125"/>
            </a:xfrm>
            <a:custGeom>
              <a:rect b="b" l="l" r="r" t="t"/>
              <a:pathLst>
                <a:path extrusionOk="0" h="3685" w="5255">
                  <a:moveTo>
                    <a:pt x="841" y="1"/>
                  </a:moveTo>
                  <a:cubicBezTo>
                    <a:pt x="611" y="1"/>
                    <a:pt x="387" y="40"/>
                    <a:pt x="173" y="119"/>
                  </a:cubicBezTo>
                  <a:cubicBezTo>
                    <a:pt x="0" y="606"/>
                    <a:pt x="87" y="1148"/>
                    <a:pt x="405" y="1554"/>
                  </a:cubicBezTo>
                  <a:cubicBezTo>
                    <a:pt x="405" y="1554"/>
                    <a:pt x="486" y="1548"/>
                    <a:pt x="621" y="1548"/>
                  </a:cubicBezTo>
                  <a:cubicBezTo>
                    <a:pt x="1098" y="1548"/>
                    <a:pt x="2254" y="1628"/>
                    <a:pt x="2926" y="2358"/>
                  </a:cubicBezTo>
                  <a:cubicBezTo>
                    <a:pt x="3506" y="2975"/>
                    <a:pt x="4292" y="3685"/>
                    <a:pt x="4968" y="3685"/>
                  </a:cubicBezTo>
                  <a:cubicBezTo>
                    <a:pt x="5066" y="3685"/>
                    <a:pt x="5162" y="3670"/>
                    <a:pt x="5255" y="3637"/>
                  </a:cubicBezTo>
                  <a:cubicBezTo>
                    <a:pt x="4814" y="3152"/>
                    <a:pt x="4149" y="2408"/>
                    <a:pt x="3458" y="1554"/>
                  </a:cubicBezTo>
                  <a:cubicBezTo>
                    <a:pt x="2621" y="534"/>
                    <a:pt x="1689" y="1"/>
                    <a:pt x="8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34"/>
            <p:cNvSpPr/>
            <p:nvPr/>
          </p:nvSpPr>
          <p:spPr>
            <a:xfrm>
              <a:off x="5518325" y="1369700"/>
              <a:ext cx="137075" cy="97475"/>
            </a:xfrm>
            <a:custGeom>
              <a:rect b="b" l="l" r="r" t="t"/>
              <a:pathLst>
                <a:path extrusionOk="0" h="3899" w="5483">
                  <a:moveTo>
                    <a:pt x="952" y="219"/>
                  </a:moveTo>
                  <a:cubicBezTo>
                    <a:pt x="1778" y="219"/>
                    <a:pt x="2688" y="752"/>
                    <a:pt x="3490" y="1734"/>
                  </a:cubicBezTo>
                  <a:cubicBezTo>
                    <a:pt x="4122" y="2507"/>
                    <a:pt x="4734" y="3203"/>
                    <a:pt x="5171" y="3686"/>
                  </a:cubicBezTo>
                  <a:cubicBezTo>
                    <a:pt x="5142" y="3689"/>
                    <a:pt x="5112" y="3691"/>
                    <a:pt x="5081" y="3691"/>
                  </a:cubicBezTo>
                  <a:cubicBezTo>
                    <a:pt x="4580" y="3691"/>
                    <a:pt x="3925" y="3253"/>
                    <a:pt x="3121" y="2389"/>
                  </a:cubicBezTo>
                  <a:cubicBezTo>
                    <a:pt x="2424" y="1640"/>
                    <a:pt x="1257" y="1552"/>
                    <a:pt x="754" y="1552"/>
                  </a:cubicBezTo>
                  <a:lnTo>
                    <a:pt x="566" y="1557"/>
                  </a:lnTo>
                  <a:cubicBezTo>
                    <a:pt x="316" y="1193"/>
                    <a:pt x="244" y="736"/>
                    <a:pt x="372" y="313"/>
                  </a:cubicBezTo>
                  <a:cubicBezTo>
                    <a:pt x="559" y="250"/>
                    <a:pt x="753" y="219"/>
                    <a:pt x="952" y="219"/>
                  </a:cubicBezTo>
                  <a:close/>
                  <a:moveTo>
                    <a:pt x="955" y="1"/>
                  </a:moveTo>
                  <a:cubicBezTo>
                    <a:pt x="715" y="1"/>
                    <a:pt x="479" y="42"/>
                    <a:pt x="253" y="124"/>
                  </a:cubicBezTo>
                  <a:cubicBezTo>
                    <a:pt x="225" y="133"/>
                    <a:pt x="201" y="156"/>
                    <a:pt x="191" y="184"/>
                  </a:cubicBezTo>
                  <a:cubicBezTo>
                    <a:pt x="0" y="711"/>
                    <a:pt x="97" y="1298"/>
                    <a:pt x="447" y="1735"/>
                  </a:cubicBezTo>
                  <a:cubicBezTo>
                    <a:pt x="466" y="1755"/>
                    <a:pt x="491" y="1766"/>
                    <a:pt x="517" y="1766"/>
                  </a:cubicBezTo>
                  <a:cubicBezTo>
                    <a:pt x="522" y="1766"/>
                    <a:pt x="526" y="1766"/>
                    <a:pt x="530" y="1765"/>
                  </a:cubicBezTo>
                  <a:cubicBezTo>
                    <a:pt x="534" y="1765"/>
                    <a:pt x="606" y="1760"/>
                    <a:pt x="727" y="1760"/>
                  </a:cubicBezTo>
                  <a:cubicBezTo>
                    <a:pt x="1182" y="1760"/>
                    <a:pt x="2318" y="1833"/>
                    <a:pt x="2963" y="2527"/>
                  </a:cubicBezTo>
                  <a:cubicBezTo>
                    <a:pt x="3816" y="3446"/>
                    <a:pt x="4513" y="3899"/>
                    <a:pt x="5080" y="3899"/>
                  </a:cubicBezTo>
                  <a:cubicBezTo>
                    <a:pt x="5191" y="3899"/>
                    <a:pt x="5301" y="3881"/>
                    <a:pt x="5405" y="3845"/>
                  </a:cubicBezTo>
                  <a:cubicBezTo>
                    <a:pt x="5439" y="3833"/>
                    <a:pt x="5465" y="3805"/>
                    <a:pt x="5474" y="3771"/>
                  </a:cubicBezTo>
                  <a:cubicBezTo>
                    <a:pt x="5482" y="3736"/>
                    <a:pt x="5474" y="3699"/>
                    <a:pt x="5450" y="3672"/>
                  </a:cubicBezTo>
                  <a:cubicBezTo>
                    <a:pt x="5013" y="3188"/>
                    <a:pt x="4345" y="2435"/>
                    <a:pt x="3654" y="1594"/>
                  </a:cubicBezTo>
                  <a:cubicBezTo>
                    <a:pt x="2811" y="560"/>
                    <a:pt x="1847" y="1"/>
                    <a:pt x="95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34"/>
            <p:cNvSpPr/>
            <p:nvPr/>
          </p:nvSpPr>
          <p:spPr>
            <a:xfrm>
              <a:off x="4805075" y="2152700"/>
              <a:ext cx="786300" cy="179250"/>
            </a:xfrm>
            <a:custGeom>
              <a:rect b="b" l="l" r="r" t="t"/>
              <a:pathLst>
                <a:path extrusionOk="0" h="7170" w="31452">
                  <a:moveTo>
                    <a:pt x="1" y="0"/>
                  </a:moveTo>
                  <a:lnTo>
                    <a:pt x="1" y="7170"/>
                  </a:lnTo>
                  <a:lnTo>
                    <a:pt x="31452" y="7170"/>
                  </a:lnTo>
                  <a:lnTo>
                    <a:pt x="314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34"/>
            <p:cNvSpPr/>
            <p:nvPr/>
          </p:nvSpPr>
          <p:spPr>
            <a:xfrm>
              <a:off x="4802400" y="2150050"/>
              <a:ext cx="791700" cy="184650"/>
            </a:xfrm>
            <a:custGeom>
              <a:rect b="b" l="l" r="r" t="t"/>
              <a:pathLst>
                <a:path extrusionOk="0" h="7386" w="31668">
                  <a:moveTo>
                    <a:pt x="31454" y="214"/>
                  </a:moveTo>
                  <a:lnTo>
                    <a:pt x="31454" y="7171"/>
                  </a:lnTo>
                  <a:lnTo>
                    <a:pt x="212" y="7171"/>
                  </a:lnTo>
                  <a:lnTo>
                    <a:pt x="214" y="214"/>
                  </a:lnTo>
                  <a:close/>
                  <a:moveTo>
                    <a:pt x="108" y="1"/>
                  </a:moveTo>
                  <a:cubicBezTo>
                    <a:pt x="48" y="1"/>
                    <a:pt x="1" y="48"/>
                    <a:pt x="1" y="106"/>
                  </a:cubicBezTo>
                  <a:lnTo>
                    <a:pt x="1" y="7279"/>
                  </a:lnTo>
                  <a:cubicBezTo>
                    <a:pt x="2" y="7337"/>
                    <a:pt x="48" y="7384"/>
                    <a:pt x="108" y="7386"/>
                  </a:cubicBezTo>
                  <a:lnTo>
                    <a:pt x="31560" y="7386"/>
                  </a:lnTo>
                  <a:cubicBezTo>
                    <a:pt x="31615" y="7384"/>
                    <a:pt x="31661" y="7343"/>
                    <a:pt x="31667" y="7288"/>
                  </a:cubicBezTo>
                  <a:lnTo>
                    <a:pt x="31667" y="106"/>
                  </a:lnTo>
                  <a:cubicBezTo>
                    <a:pt x="31667" y="48"/>
                    <a:pt x="31620" y="1"/>
                    <a:pt x="3156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34"/>
            <p:cNvSpPr/>
            <p:nvPr/>
          </p:nvSpPr>
          <p:spPr>
            <a:xfrm>
              <a:off x="4805075" y="2152700"/>
              <a:ext cx="786300" cy="179250"/>
            </a:xfrm>
            <a:custGeom>
              <a:rect b="b" l="l" r="r" t="t"/>
              <a:pathLst>
                <a:path extrusionOk="0" h="7170" w="31452">
                  <a:moveTo>
                    <a:pt x="1" y="0"/>
                  </a:moveTo>
                  <a:lnTo>
                    <a:pt x="1" y="7170"/>
                  </a:lnTo>
                  <a:lnTo>
                    <a:pt x="31452" y="7170"/>
                  </a:lnTo>
                  <a:lnTo>
                    <a:pt x="3145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34"/>
            <p:cNvSpPr/>
            <p:nvPr/>
          </p:nvSpPr>
          <p:spPr>
            <a:xfrm>
              <a:off x="4711400" y="2221975"/>
              <a:ext cx="973675" cy="109975"/>
            </a:xfrm>
            <a:custGeom>
              <a:rect b="b" l="l" r="r" t="t"/>
              <a:pathLst>
                <a:path extrusionOk="0" h="4399" w="38947">
                  <a:moveTo>
                    <a:pt x="0" y="0"/>
                  </a:moveTo>
                  <a:lnTo>
                    <a:pt x="0" y="4399"/>
                  </a:lnTo>
                  <a:lnTo>
                    <a:pt x="38946" y="4399"/>
                  </a:lnTo>
                  <a:lnTo>
                    <a:pt x="389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4708700" y="2219300"/>
              <a:ext cx="979050" cy="115400"/>
            </a:xfrm>
            <a:custGeom>
              <a:rect b="b" l="l" r="r" t="t"/>
              <a:pathLst>
                <a:path extrusionOk="0" h="4616" w="39162">
                  <a:moveTo>
                    <a:pt x="38948" y="213"/>
                  </a:moveTo>
                  <a:lnTo>
                    <a:pt x="38948" y="4401"/>
                  </a:lnTo>
                  <a:lnTo>
                    <a:pt x="215" y="4401"/>
                  </a:lnTo>
                  <a:lnTo>
                    <a:pt x="215" y="213"/>
                  </a:lnTo>
                  <a:close/>
                  <a:moveTo>
                    <a:pt x="108" y="0"/>
                  </a:moveTo>
                  <a:cubicBezTo>
                    <a:pt x="49" y="0"/>
                    <a:pt x="1" y="48"/>
                    <a:pt x="1" y="107"/>
                  </a:cubicBezTo>
                  <a:lnTo>
                    <a:pt x="1" y="4509"/>
                  </a:lnTo>
                  <a:cubicBezTo>
                    <a:pt x="1" y="4568"/>
                    <a:pt x="49" y="4616"/>
                    <a:pt x="108" y="4616"/>
                  </a:cubicBezTo>
                  <a:lnTo>
                    <a:pt x="39054" y="4616"/>
                  </a:lnTo>
                  <a:cubicBezTo>
                    <a:pt x="39111" y="4616"/>
                    <a:pt x="39157" y="4573"/>
                    <a:pt x="39161" y="4518"/>
                  </a:cubicBezTo>
                  <a:lnTo>
                    <a:pt x="39161" y="107"/>
                  </a:lnTo>
                  <a:cubicBezTo>
                    <a:pt x="39161" y="48"/>
                    <a:pt x="39114" y="0"/>
                    <a:pt x="3905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34"/>
            <p:cNvSpPr/>
            <p:nvPr/>
          </p:nvSpPr>
          <p:spPr>
            <a:xfrm>
              <a:off x="4711400" y="2221975"/>
              <a:ext cx="973675" cy="109975"/>
            </a:xfrm>
            <a:custGeom>
              <a:rect b="b" l="l" r="r" t="t"/>
              <a:pathLst>
                <a:path extrusionOk="0" h="4399" w="38947">
                  <a:moveTo>
                    <a:pt x="0" y="0"/>
                  </a:moveTo>
                  <a:lnTo>
                    <a:pt x="0" y="4399"/>
                  </a:lnTo>
                  <a:lnTo>
                    <a:pt x="38946" y="4399"/>
                  </a:lnTo>
                  <a:lnTo>
                    <a:pt x="3894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34"/>
            <p:cNvSpPr/>
            <p:nvPr/>
          </p:nvSpPr>
          <p:spPr>
            <a:xfrm>
              <a:off x="5037875" y="1345025"/>
              <a:ext cx="328450" cy="198550"/>
            </a:xfrm>
            <a:custGeom>
              <a:rect b="b" l="l" r="r" t="t"/>
              <a:pathLst>
                <a:path extrusionOk="0" h="7942" w="13138">
                  <a:moveTo>
                    <a:pt x="1317" y="1"/>
                  </a:moveTo>
                  <a:cubicBezTo>
                    <a:pt x="590" y="1"/>
                    <a:pt x="1" y="589"/>
                    <a:pt x="1" y="1315"/>
                  </a:cubicBezTo>
                  <a:lnTo>
                    <a:pt x="1" y="7941"/>
                  </a:lnTo>
                  <a:lnTo>
                    <a:pt x="13137" y="7941"/>
                  </a:lnTo>
                  <a:lnTo>
                    <a:pt x="13137" y="1315"/>
                  </a:lnTo>
                  <a:cubicBezTo>
                    <a:pt x="13137" y="589"/>
                    <a:pt x="12548" y="1"/>
                    <a:pt x="11821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34"/>
            <p:cNvSpPr/>
            <p:nvPr/>
          </p:nvSpPr>
          <p:spPr>
            <a:xfrm>
              <a:off x="5035225" y="1342350"/>
              <a:ext cx="333775" cy="203825"/>
            </a:xfrm>
            <a:custGeom>
              <a:rect b="b" l="l" r="r" t="t"/>
              <a:pathLst>
                <a:path extrusionOk="0" h="8153" w="13351">
                  <a:moveTo>
                    <a:pt x="11927" y="213"/>
                  </a:moveTo>
                  <a:cubicBezTo>
                    <a:pt x="12594" y="215"/>
                    <a:pt x="13136" y="755"/>
                    <a:pt x="13136" y="1422"/>
                  </a:cubicBezTo>
                  <a:lnTo>
                    <a:pt x="13136" y="7939"/>
                  </a:lnTo>
                  <a:lnTo>
                    <a:pt x="215" y="7939"/>
                  </a:lnTo>
                  <a:lnTo>
                    <a:pt x="215" y="1422"/>
                  </a:lnTo>
                  <a:cubicBezTo>
                    <a:pt x="215" y="755"/>
                    <a:pt x="757" y="213"/>
                    <a:pt x="1424" y="213"/>
                  </a:cubicBezTo>
                  <a:close/>
                  <a:moveTo>
                    <a:pt x="11928" y="0"/>
                  </a:moveTo>
                  <a:cubicBezTo>
                    <a:pt x="11928" y="0"/>
                    <a:pt x="11927" y="0"/>
                    <a:pt x="11926" y="0"/>
                  </a:cubicBezTo>
                  <a:lnTo>
                    <a:pt x="1423" y="0"/>
                  </a:lnTo>
                  <a:cubicBezTo>
                    <a:pt x="637" y="0"/>
                    <a:pt x="1" y="638"/>
                    <a:pt x="1" y="1422"/>
                  </a:cubicBezTo>
                  <a:lnTo>
                    <a:pt x="1" y="8047"/>
                  </a:lnTo>
                  <a:cubicBezTo>
                    <a:pt x="1" y="8105"/>
                    <a:pt x="49" y="8152"/>
                    <a:pt x="107" y="8152"/>
                  </a:cubicBezTo>
                  <a:lnTo>
                    <a:pt x="13243" y="8152"/>
                  </a:lnTo>
                  <a:cubicBezTo>
                    <a:pt x="13303" y="8152"/>
                    <a:pt x="13351" y="8105"/>
                    <a:pt x="13351" y="8047"/>
                  </a:cubicBezTo>
                  <a:lnTo>
                    <a:pt x="13351" y="1421"/>
                  </a:lnTo>
                  <a:cubicBezTo>
                    <a:pt x="13349" y="636"/>
                    <a:pt x="12712" y="0"/>
                    <a:pt x="1192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34"/>
            <p:cNvSpPr/>
            <p:nvPr/>
          </p:nvSpPr>
          <p:spPr>
            <a:xfrm>
              <a:off x="4947900" y="782025"/>
              <a:ext cx="512275" cy="581225"/>
            </a:xfrm>
            <a:custGeom>
              <a:rect b="b" l="l" r="r" t="t"/>
              <a:pathLst>
                <a:path extrusionOk="0" h="23249" w="20491">
                  <a:moveTo>
                    <a:pt x="9278" y="0"/>
                  </a:moveTo>
                  <a:lnTo>
                    <a:pt x="1" y="3528"/>
                  </a:lnTo>
                  <a:cubicBezTo>
                    <a:pt x="1" y="3528"/>
                    <a:pt x="1706" y="16350"/>
                    <a:pt x="2528" y="17224"/>
                  </a:cubicBezTo>
                  <a:cubicBezTo>
                    <a:pt x="3348" y="18100"/>
                    <a:pt x="5782" y="18828"/>
                    <a:pt x="5782" y="18828"/>
                  </a:cubicBezTo>
                  <a:lnTo>
                    <a:pt x="5782" y="23249"/>
                  </a:lnTo>
                  <a:lnTo>
                    <a:pt x="14710" y="23249"/>
                  </a:lnTo>
                  <a:lnTo>
                    <a:pt x="14710" y="18828"/>
                  </a:lnTo>
                  <a:cubicBezTo>
                    <a:pt x="14710" y="18828"/>
                    <a:pt x="17140" y="18098"/>
                    <a:pt x="17965" y="17224"/>
                  </a:cubicBezTo>
                  <a:cubicBezTo>
                    <a:pt x="18790" y="16350"/>
                    <a:pt x="20490" y="3528"/>
                    <a:pt x="20490" y="3528"/>
                  </a:cubicBezTo>
                  <a:lnTo>
                    <a:pt x="10638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34"/>
            <p:cNvSpPr/>
            <p:nvPr/>
          </p:nvSpPr>
          <p:spPr>
            <a:xfrm>
              <a:off x="4944750" y="779475"/>
              <a:ext cx="518425" cy="586450"/>
            </a:xfrm>
            <a:custGeom>
              <a:rect b="b" l="l" r="r" t="t"/>
              <a:pathLst>
                <a:path extrusionOk="0" h="23458" w="20737">
                  <a:moveTo>
                    <a:pt x="10737" y="201"/>
                  </a:moveTo>
                  <a:lnTo>
                    <a:pt x="20500" y="3691"/>
                  </a:lnTo>
                  <a:cubicBezTo>
                    <a:pt x="20019" y="7312"/>
                    <a:pt x="18667" y="16555"/>
                    <a:pt x="18013" y="17246"/>
                  </a:cubicBezTo>
                  <a:cubicBezTo>
                    <a:pt x="17224" y="18087"/>
                    <a:pt x="14839" y="18820"/>
                    <a:pt x="14815" y="18820"/>
                  </a:cubicBezTo>
                  <a:cubicBezTo>
                    <a:pt x="14763" y="18829"/>
                    <a:pt x="14726" y="18876"/>
                    <a:pt x="14730" y="18930"/>
                  </a:cubicBezTo>
                  <a:lnTo>
                    <a:pt x="14730" y="23245"/>
                  </a:lnTo>
                  <a:lnTo>
                    <a:pt x="6005" y="23245"/>
                  </a:lnTo>
                  <a:lnTo>
                    <a:pt x="6005" y="23243"/>
                  </a:lnTo>
                  <a:lnTo>
                    <a:pt x="5996" y="18921"/>
                  </a:lnTo>
                  <a:cubicBezTo>
                    <a:pt x="5996" y="18873"/>
                    <a:pt x="5965" y="18832"/>
                    <a:pt x="5920" y="18820"/>
                  </a:cubicBezTo>
                  <a:cubicBezTo>
                    <a:pt x="5905" y="18812"/>
                    <a:pt x="3517" y="18098"/>
                    <a:pt x="2722" y="17246"/>
                  </a:cubicBezTo>
                  <a:cubicBezTo>
                    <a:pt x="2068" y="16555"/>
                    <a:pt x="716" y="7315"/>
                    <a:pt x="236" y="3689"/>
                  </a:cubicBezTo>
                  <a:lnTo>
                    <a:pt x="9415" y="201"/>
                  </a:lnTo>
                  <a:close/>
                  <a:moveTo>
                    <a:pt x="10782" y="0"/>
                  </a:moveTo>
                  <a:cubicBezTo>
                    <a:pt x="10776" y="0"/>
                    <a:pt x="10770" y="1"/>
                    <a:pt x="10764" y="3"/>
                  </a:cubicBezTo>
                  <a:lnTo>
                    <a:pt x="9354" y="3"/>
                  </a:lnTo>
                  <a:lnTo>
                    <a:pt x="75" y="3530"/>
                  </a:lnTo>
                  <a:cubicBezTo>
                    <a:pt x="29" y="3546"/>
                    <a:pt x="0" y="3594"/>
                    <a:pt x="6" y="3642"/>
                  </a:cubicBezTo>
                  <a:cubicBezTo>
                    <a:pt x="81" y="4179"/>
                    <a:pt x="1726" y="16512"/>
                    <a:pt x="2566" y="17401"/>
                  </a:cubicBezTo>
                  <a:cubicBezTo>
                    <a:pt x="3330" y="18208"/>
                    <a:pt x="5366" y="18875"/>
                    <a:pt x="5792" y="19009"/>
                  </a:cubicBezTo>
                  <a:lnTo>
                    <a:pt x="5792" y="23351"/>
                  </a:lnTo>
                  <a:cubicBezTo>
                    <a:pt x="5792" y="23410"/>
                    <a:pt x="5840" y="23458"/>
                    <a:pt x="5899" y="23458"/>
                  </a:cubicBezTo>
                  <a:lnTo>
                    <a:pt x="14840" y="23458"/>
                  </a:lnTo>
                  <a:cubicBezTo>
                    <a:pt x="14900" y="23458"/>
                    <a:pt x="14948" y="23410"/>
                    <a:pt x="14948" y="23351"/>
                  </a:cubicBezTo>
                  <a:lnTo>
                    <a:pt x="14948" y="19009"/>
                  </a:lnTo>
                  <a:cubicBezTo>
                    <a:pt x="15374" y="18875"/>
                    <a:pt x="17410" y="18208"/>
                    <a:pt x="18171" y="17401"/>
                  </a:cubicBezTo>
                  <a:cubicBezTo>
                    <a:pt x="19024" y="16512"/>
                    <a:pt x="20661" y="4169"/>
                    <a:pt x="20731" y="3642"/>
                  </a:cubicBezTo>
                  <a:cubicBezTo>
                    <a:pt x="20737" y="3592"/>
                    <a:pt x="20707" y="3546"/>
                    <a:pt x="20661" y="3530"/>
                  </a:cubicBezTo>
                  <a:lnTo>
                    <a:pt x="10800" y="3"/>
                  </a:lnTo>
                  <a:cubicBezTo>
                    <a:pt x="10794" y="1"/>
                    <a:pt x="10788" y="0"/>
                    <a:pt x="1078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34"/>
            <p:cNvSpPr/>
            <p:nvPr/>
          </p:nvSpPr>
          <p:spPr>
            <a:xfrm>
              <a:off x="5092225" y="1179200"/>
              <a:ext cx="223425" cy="184050"/>
            </a:xfrm>
            <a:custGeom>
              <a:rect b="b" l="l" r="r" t="t"/>
              <a:pathLst>
                <a:path extrusionOk="0" h="7362" w="8937">
                  <a:moveTo>
                    <a:pt x="4455" y="1"/>
                  </a:moveTo>
                  <a:cubicBezTo>
                    <a:pt x="4115" y="1"/>
                    <a:pt x="3774" y="104"/>
                    <a:pt x="3483" y="311"/>
                  </a:cubicBezTo>
                  <a:lnTo>
                    <a:pt x="0" y="2941"/>
                  </a:lnTo>
                  <a:lnTo>
                    <a:pt x="0" y="7362"/>
                  </a:lnTo>
                  <a:lnTo>
                    <a:pt x="8937" y="7362"/>
                  </a:lnTo>
                  <a:lnTo>
                    <a:pt x="8937" y="2941"/>
                  </a:lnTo>
                  <a:lnTo>
                    <a:pt x="5505" y="370"/>
                  </a:lnTo>
                  <a:cubicBezTo>
                    <a:pt x="5198" y="124"/>
                    <a:pt x="4827" y="1"/>
                    <a:pt x="445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34"/>
            <p:cNvSpPr/>
            <p:nvPr/>
          </p:nvSpPr>
          <p:spPr>
            <a:xfrm>
              <a:off x="5089550" y="1176625"/>
              <a:ext cx="228800" cy="189300"/>
            </a:xfrm>
            <a:custGeom>
              <a:rect b="b" l="l" r="r" t="t"/>
              <a:pathLst>
                <a:path extrusionOk="0" h="7572" w="9152">
                  <a:moveTo>
                    <a:pt x="4556" y="209"/>
                  </a:moveTo>
                  <a:cubicBezTo>
                    <a:pt x="4905" y="209"/>
                    <a:pt x="5253" y="324"/>
                    <a:pt x="5541" y="553"/>
                  </a:cubicBezTo>
                  <a:lnTo>
                    <a:pt x="8938" y="3093"/>
                  </a:lnTo>
                  <a:lnTo>
                    <a:pt x="8938" y="7359"/>
                  </a:lnTo>
                  <a:lnTo>
                    <a:pt x="213" y="7359"/>
                  </a:lnTo>
                  <a:lnTo>
                    <a:pt x="213" y="7357"/>
                  </a:lnTo>
                  <a:lnTo>
                    <a:pt x="213" y="3093"/>
                  </a:lnTo>
                  <a:lnTo>
                    <a:pt x="3645" y="498"/>
                  </a:lnTo>
                  <a:cubicBezTo>
                    <a:pt x="3919" y="305"/>
                    <a:pt x="4237" y="209"/>
                    <a:pt x="4556" y="209"/>
                  </a:cubicBezTo>
                  <a:close/>
                  <a:moveTo>
                    <a:pt x="4555" y="0"/>
                  </a:moveTo>
                  <a:cubicBezTo>
                    <a:pt x="4193" y="0"/>
                    <a:pt x="3830" y="110"/>
                    <a:pt x="3519" y="330"/>
                  </a:cubicBezTo>
                  <a:lnTo>
                    <a:pt x="40" y="2959"/>
                  </a:lnTo>
                  <a:cubicBezTo>
                    <a:pt x="15" y="2980"/>
                    <a:pt x="0" y="3011"/>
                    <a:pt x="0" y="3044"/>
                  </a:cubicBezTo>
                  <a:lnTo>
                    <a:pt x="0" y="7465"/>
                  </a:lnTo>
                  <a:cubicBezTo>
                    <a:pt x="0" y="7524"/>
                    <a:pt x="48" y="7572"/>
                    <a:pt x="107" y="7572"/>
                  </a:cubicBezTo>
                  <a:lnTo>
                    <a:pt x="9044" y="7572"/>
                  </a:lnTo>
                  <a:cubicBezTo>
                    <a:pt x="9104" y="7572"/>
                    <a:pt x="9151" y="7524"/>
                    <a:pt x="9151" y="7465"/>
                  </a:cubicBezTo>
                  <a:lnTo>
                    <a:pt x="9151" y="3044"/>
                  </a:lnTo>
                  <a:cubicBezTo>
                    <a:pt x="9151" y="3011"/>
                    <a:pt x="9135" y="2980"/>
                    <a:pt x="9108" y="2959"/>
                  </a:cubicBezTo>
                  <a:lnTo>
                    <a:pt x="5670" y="389"/>
                  </a:lnTo>
                  <a:cubicBezTo>
                    <a:pt x="5345" y="130"/>
                    <a:pt x="4951" y="0"/>
                    <a:pt x="45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34"/>
            <p:cNvSpPr/>
            <p:nvPr/>
          </p:nvSpPr>
          <p:spPr>
            <a:xfrm>
              <a:off x="4947900" y="782025"/>
              <a:ext cx="512275" cy="323800"/>
            </a:xfrm>
            <a:custGeom>
              <a:rect b="b" l="l" r="r" t="t"/>
              <a:pathLst>
                <a:path extrusionOk="0" h="12952" w="20491">
                  <a:moveTo>
                    <a:pt x="9278" y="0"/>
                  </a:moveTo>
                  <a:lnTo>
                    <a:pt x="1" y="3528"/>
                  </a:lnTo>
                  <a:cubicBezTo>
                    <a:pt x="1" y="3528"/>
                    <a:pt x="427" y="6680"/>
                    <a:pt x="940" y="9963"/>
                  </a:cubicBezTo>
                  <a:lnTo>
                    <a:pt x="2475" y="12079"/>
                  </a:lnTo>
                  <a:cubicBezTo>
                    <a:pt x="2873" y="12625"/>
                    <a:pt x="3507" y="12950"/>
                    <a:pt x="4182" y="12951"/>
                  </a:cubicBezTo>
                  <a:lnTo>
                    <a:pt x="16579" y="12951"/>
                  </a:lnTo>
                  <a:cubicBezTo>
                    <a:pt x="17293" y="12951"/>
                    <a:pt x="17960" y="12589"/>
                    <a:pt x="18350" y="11989"/>
                  </a:cubicBezTo>
                  <a:lnTo>
                    <a:pt x="19513" y="10200"/>
                  </a:lnTo>
                  <a:cubicBezTo>
                    <a:pt x="20052" y="6830"/>
                    <a:pt x="20490" y="3528"/>
                    <a:pt x="20490" y="3528"/>
                  </a:cubicBezTo>
                  <a:lnTo>
                    <a:pt x="106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34"/>
            <p:cNvSpPr/>
            <p:nvPr/>
          </p:nvSpPr>
          <p:spPr>
            <a:xfrm>
              <a:off x="4944925" y="779325"/>
              <a:ext cx="518250" cy="329175"/>
            </a:xfrm>
            <a:custGeom>
              <a:rect b="b" l="l" r="r" t="t"/>
              <a:pathLst>
                <a:path extrusionOk="0" h="13167" w="20730">
                  <a:moveTo>
                    <a:pt x="10739" y="214"/>
                  </a:moveTo>
                  <a:lnTo>
                    <a:pt x="20502" y="3706"/>
                  </a:lnTo>
                  <a:cubicBezTo>
                    <a:pt x="20430" y="4245"/>
                    <a:pt x="20022" y="7246"/>
                    <a:pt x="19539" y="10267"/>
                  </a:cubicBezTo>
                  <a:lnTo>
                    <a:pt x="18388" y="12039"/>
                  </a:lnTo>
                  <a:cubicBezTo>
                    <a:pt x="18018" y="12608"/>
                    <a:pt x="17385" y="12952"/>
                    <a:pt x="16706" y="12952"/>
                  </a:cubicBezTo>
                  <a:cubicBezTo>
                    <a:pt x="16705" y="12952"/>
                    <a:pt x="16704" y="12952"/>
                    <a:pt x="16702" y="12952"/>
                  </a:cubicBezTo>
                  <a:lnTo>
                    <a:pt x="4305" y="12952"/>
                  </a:lnTo>
                  <a:cubicBezTo>
                    <a:pt x="3662" y="12952"/>
                    <a:pt x="3059" y="12644"/>
                    <a:pt x="2681" y="12123"/>
                  </a:cubicBezTo>
                  <a:lnTo>
                    <a:pt x="1161" y="10031"/>
                  </a:lnTo>
                  <a:cubicBezTo>
                    <a:pt x="684" y="7096"/>
                    <a:pt x="307" y="4225"/>
                    <a:pt x="237" y="3704"/>
                  </a:cubicBezTo>
                  <a:lnTo>
                    <a:pt x="9417" y="214"/>
                  </a:lnTo>
                  <a:close/>
                  <a:moveTo>
                    <a:pt x="10775" y="0"/>
                  </a:moveTo>
                  <a:cubicBezTo>
                    <a:pt x="10769" y="0"/>
                    <a:pt x="10763" y="0"/>
                    <a:pt x="10757" y="1"/>
                  </a:cubicBezTo>
                  <a:lnTo>
                    <a:pt x="9353" y="1"/>
                  </a:lnTo>
                  <a:lnTo>
                    <a:pt x="75" y="3528"/>
                  </a:lnTo>
                  <a:cubicBezTo>
                    <a:pt x="29" y="3546"/>
                    <a:pt x="1" y="3592"/>
                    <a:pt x="7" y="3642"/>
                  </a:cubicBezTo>
                  <a:cubicBezTo>
                    <a:pt x="11" y="3674"/>
                    <a:pt x="431" y="6834"/>
                    <a:pt x="946" y="10083"/>
                  </a:cubicBezTo>
                  <a:cubicBezTo>
                    <a:pt x="949" y="10101"/>
                    <a:pt x="955" y="10118"/>
                    <a:pt x="964" y="10135"/>
                  </a:cubicBezTo>
                  <a:lnTo>
                    <a:pt x="2499" y="12249"/>
                  </a:lnTo>
                  <a:cubicBezTo>
                    <a:pt x="2918" y="12824"/>
                    <a:pt x="3586" y="13163"/>
                    <a:pt x="4296" y="13166"/>
                  </a:cubicBezTo>
                  <a:lnTo>
                    <a:pt x="16693" y="13166"/>
                  </a:lnTo>
                  <a:cubicBezTo>
                    <a:pt x="16696" y="13166"/>
                    <a:pt x="16699" y="13166"/>
                    <a:pt x="16702" y="13166"/>
                  </a:cubicBezTo>
                  <a:cubicBezTo>
                    <a:pt x="17455" y="13166"/>
                    <a:pt x="18155" y="12784"/>
                    <a:pt x="18563" y="12151"/>
                  </a:cubicBezTo>
                  <a:lnTo>
                    <a:pt x="19731" y="10360"/>
                  </a:lnTo>
                  <a:cubicBezTo>
                    <a:pt x="19738" y="10348"/>
                    <a:pt x="19744" y="10333"/>
                    <a:pt x="19745" y="10319"/>
                  </a:cubicBezTo>
                  <a:cubicBezTo>
                    <a:pt x="20280" y="6987"/>
                    <a:pt x="20724" y="3676"/>
                    <a:pt x="20724" y="3642"/>
                  </a:cubicBezTo>
                  <a:cubicBezTo>
                    <a:pt x="20730" y="3592"/>
                    <a:pt x="20700" y="3545"/>
                    <a:pt x="20654" y="3528"/>
                  </a:cubicBezTo>
                  <a:lnTo>
                    <a:pt x="10793" y="1"/>
                  </a:lnTo>
                  <a:cubicBezTo>
                    <a:pt x="10787" y="0"/>
                    <a:pt x="10781" y="0"/>
                    <a:pt x="107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34"/>
            <p:cNvSpPr/>
            <p:nvPr/>
          </p:nvSpPr>
          <p:spPr>
            <a:xfrm>
              <a:off x="5141550" y="960925"/>
              <a:ext cx="118975" cy="119025"/>
            </a:xfrm>
            <a:custGeom>
              <a:rect b="b" l="l" r="r" t="t"/>
              <a:pathLst>
                <a:path extrusionOk="0" h="4761" w="4759">
                  <a:moveTo>
                    <a:pt x="2380" y="0"/>
                  </a:moveTo>
                  <a:cubicBezTo>
                    <a:pt x="1065" y="0"/>
                    <a:pt x="0" y="1066"/>
                    <a:pt x="0" y="2381"/>
                  </a:cubicBezTo>
                  <a:cubicBezTo>
                    <a:pt x="0" y="3696"/>
                    <a:pt x="1065" y="4760"/>
                    <a:pt x="2380" y="4760"/>
                  </a:cubicBezTo>
                  <a:cubicBezTo>
                    <a:pt x="3694" y="4760"/>
                    <a:pt x="4759" y="3696"/>
                    <a:pt x="4759" y="2381"/>
                  </a:cubicBezTo>
                  <a:cubicBezTo>
                    <a:pt x="4759" y="1066"/>
                    <a:pt x="3694" y="0"/>
                    <a:pt x="2380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34"/>
            <p:cNvSpPr/>
            <p:nvPr/>
          </p:nvSpPr>
          <p:spPr>
            <a:xfrm>
              <a:off x="5138875" y="958275"/>
              <a:ext cx="124350" cy="124350"/>
            </a:xfrm>
            <a:custGeom>
              <a:rect b="b" l="l" r="r" t="t"/>
              <a:pathLst>
                <a:path extrusionOk="0" h="4974" w="4974">
                  <a:moveTo>
                    <a:pt x="2493" y="213"/>
                  </a:moveTo>
                  <a:cubicBezTo>
                    <a:pt x="3749" y="218"/>
                    <a:pt x="4765" y="1241"/>
                    <a:pt x="4760" y="2497"/>
                  </a:cubicBezTo>
                  <a:cubicBezTo>
                    <a:pt x="4754" y="3748"/>
                    <a:pt x="3737" y="4761"/>
                    <a:pt x="2487" y="4761"/>
                  </a:cubicBezTo>
                  <a:cubicBezTo>
                    <a:pt x="1231" y="4761"/>
                    <a:pt x="213" y="3742"/>
                    <a:pt x="213" y="2487"/>
                  </a:cubicBezTo>
                  <a:cubicBezTo>
                    <a:pt x="213" y="1232"/>
                    <a:pt x="1231" y="213"/>
                    <a:pt x="2487" y="213"/>
                  </a:cubicBezTo>
                  <a:close/>
                  <a:moveTo>
                    <a:pt x="2487" y="0"/>
                  </a:moveTo>
                  <a:cubicBezTo>
                    <a:pt x="1114" y="0"/>
                    <a:pt x="0" y="1114"/>
                    <a:pt x="0" y="2487"/>
                  </a:cubicBezTo>
                  <a:cubicBezTo>
                    <a:pt x="0" y="3860"/>
                    <a:pt x="1114" y="4974"/>
                    <a:pt x="2487" y="4974"/>
                  </a:cubicBezTo>
                  <a:cubicBezTo>
                    <a:pt x="3855" y="4972"/>
                    <a:pt x="4966" y="3866"/>
                    <a:pt x="4973" y="2497"/>
                  </a:cubicBezTo>
                  <a:lnTo>
                    <a:pt x="4973" y="2487"/>
                  </a:lnTo>
                  <a:cubicBezTo>
                    <a:pt x="4973" y="1114"/>
                    <a:pt x="3859" y="0"/>
                    <a:pt x="24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34"/>
            <p:cNvSpPr/>
            <p:nvPr/>
          </p:nvSpPr>
          <p:spPr>
            <a:xfrm>
              <a:off x="5173075" y="992775"/>
              <a:ext cx="55925" cy="55900"/>
            </a:xfrm>
            <a:custGeom>
              <a:rect b="b" l="l" r="r" t="t"/>
              <a:pathLst>
                <a:path extrusionOk="0" h="2236" w="2237">
                  <a:moveTo>
                    <a:pt x="1119" y="1"/>
                  </a:moveTo>
                  <a:cubicBezTo>
                    <a:pt x="501" y="1"/>
                    <a:pt x="0" y="501"/>
                    <a:pt x="0" y="1117"/>
                  </a:cubicBezTo>
                  <a:cubicBezTo>
                    <a:pt x="0" y="1735"/>
                    <a:pt x="501" y="2236"/>
                    <a:pt x="1119" y="2236"/>
                  </a:cubicBezTo>
                  <a:cubicBezTo>
                    <a:pt x="1735" y="2234"/>
                    <a:pt x="2235" y="1734"/>
                    <a:pt x="2237" y="1117"/>
                  </a:cubicBezTo>
                  <a:cubicBezTo>
                    <a:pt x="2237" y="501"/>
                    <a:pt x="1737" y="1"/>
                    <a:pt x="1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34"/>
            <p:cNvSpPr/>
            <p:nvPr/>
          </p:nvSpPr>
          <p:spPr>
            <a:xfrm>
              <a:off x="5170425" y="989850"/>
              <a:ext cx="61225" cy="61200"/>
            </a:xfrm>
            <a:custGeom>
              <a:rect b="b" l="l" r="r" t="t"/>
              <a:pathLst>
                <a:path extrusionOk="0" h="2448" w="2449">
                  <a:moveTo>
                    <a:pt x="1225" y="213"/>
                  </a:moveTo>
                  <a:cubicBezTo>
                    <a:pt x="1783" y="214"/>
                    <a:pt x="2234" y="666"/>
                    <a:pt x="2236" y="1224"/>
                  </a:cubicBezTo>
                  <a:cubicBezTo>
                    <a:pt x="2236" y="1782"/>
                    <a:pt x="1783" y="2235"/>
                    <a:pt x="1225" y="2235"/>
                  </a:cubicBezTo>
                  <a:cubicBezTo>
                    <a:pt x="666" y="2235"/>
                    <a:pt x="214" y="1782"/>
                    <a:pt x="214" y="1224"/>
                  </a:cubicBezTo>
                  <a:cubicBezTo>
                    <a:pt x="214" y="666"/>
                    <a:pt x="666" y="213"/>
                    <a:pt x="1225" y="213"/>
                  </a:cubicBezTo>
                  <a:close/>
                  <a:moveTo>
                    <a:pt x="1225" y="0"/>
                  </a:moveTo>
                  <a:cubicBezTo>
                    <a:pt x="549" y="0"/>
                    <a:pt x="1" y="548"/>
                    <a:pt x="1" y="1224"/>
                  </a:cubicBezTo>
                  <a:cubicBezTo>
                    <a:pt x="1" y="1900"/>
                    <a:pt x="549" y="2448"/>
                    <a:pt x="1225" y="2448"/>
                  </a:cubicBezTo>
                  <a:cubicBezTo>
                    <a:pt x="1901" y="2446"/>
                    <a:pt x="2447" y="1900"/>
                    <a:pt x="2448" y="1224"/>
                  </a:cubicBezTo>
                  <a:cubicBezTo>
                    <a:pt x="2448" y="548"/>
                    <a:pt x="1901" y="0"/>
                    <a:pt x="122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34"/>
            <p:cNvSpPr/>
            <p:nvPr/>
          </p:nvSpPr>
          <p:spPr>
            <a:xfrm>
              <a:off x="4947675" y="804625"/>
              <a:ext cx="191175" cy="197750"/>
            </a:xfrm>
            <a:custGeom>
              <a:rect b="b" l="l" r="r" t="t"/>
              <a:pathLst>
                <a:path extrusionOk="0" h="7910" w="7647">
                  <a:moveTo>
                    <a:pt x="6849" y="0"/>
                  </a:moveTo>
                  <a:lnTo>
                    <a:pt x="1" y="2624"/>
                  </a:lnTo>
                  <a:lnTo>
                    <a:pt x="2986" y="6857"/>
                  </a:lnTo>
                  <a:cubicBezTo>
                    <a:pt x="3459" y="7527"/>
                    <a:pt x="4222" y="7909"/>
                    <a:pt x="5017" y="7909"/>
                  </a:cubicBezTo>
                  <a:cubicBezTo>
                    <a:pt x="5223" y="7909"/>
                    <a:pt x="5431" y="7883"/>
                    <a:pt x="5637" y="7830"/>
                  </a:cubicBezTo>
                  <a:cubicBezTo>
                    <a:pt x="6853" y="7521"/>
                    <a:pt x="7647" y="6352"/>
                    <a:pt x="7489" y="5107"/>
                  </a:cubicBezTo>
                  <a:lnTo>
                    <a:pt x="684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34"/>
            <p:cNvSpPr/>
            <p:nvPr/>
          </p:nvSpPr>
          <p:spPr>
            <a:xfrm>
              <a:off x="4945000" y="801875"/>
              <a:ext cx="197050" cy="203150"/>
            </a:xfrm>
            <a:custGeom>
              <a:rect b="b" l="l" r="r" t="t"/>
              <a:pathLst>
                <a:path extrusionOk="0" h="8126" w="7882">
                  <a:moveTo>
                    <a:pt x="6859" y="258"/>
                  </a:moveTo>
                  <a:lnTo>
                    <a:pt x="7499" y="5231"/>
                  </a:lnTo>
                  <a:cubicBezTo>
                    <a:pt x="7609" y="6103"/>
                    <a:pt x="7228" y="6967"/>
                    <a:pt x="6510" y="7474"/>
                  </a:cubicBezTo>
                  <a:cubicBezTo>
                    <a:pt x="6092" y="7770"/>
                    <a:pt x="5612" y="7912"/>
                    <a:pt x="5136" y="7912"/>
                  </a:cubicBezTo>
                  <a:cubicBezTo>
                    <a:pt x="4389" y="7912"/>
                    <a:pt x="3652" y="7561"/>
                    <a:pt x="3187" y="6904"/>
                  </a:cubicBezTo>
                  <a:lnTo>
                    <a:pt x="273" y="2783"/>
                  </a:lnTo>
                  <a:lnTo>
                    <a:pt x="275" y="2783"/>
                  </a:lnTo>
                  <a:lnTo>
                    <a:pt x="6859" y="258"/>
                  </a:lnTo>
                  <a:close/>
                  <a:moveTo>
                    <a:pt x="6961" y="0"/>
                  </a:moveTo>
                  <a:cubicBezTo>
                    <a:pt x="6945" y="0"/>
                    <a:pt x="6929" y="4"/>
                    <a:pt x="6915" y="10"/>
                  </a:cubicBezTo>
                  <a:lnTo>
                    <a:pt x="74" y="2632"/>
                  </a:lnTo>
                  <a:cubicBezTo>
                    <a:pt x="44" y="2646"/>
                    <a:pt x="22" y="2671"/>
                    <a:pt x="10" y="2701"/>
                  </a:cubicBezTo>
                  <a:cubicBezTo>
                    <a:pt x="1" y="2734"/>
                    <a:pt x="7" y="2768"/>
                    <a:pt x="25" y="2795"/>
                  </a:cubicBezTo>
                  <a:lnTo>
                    <a:pt x="3010" y="7028"/>
                  </a:lnTo>
                  <a:cubicBezTo>
                    <a:pt x="3500" y="7716"/>
                    <a:pt x="4293" y="8125"/>
                    <a:pt x="5137" y="8125"/>
                  </a:cubicBezTo>
                  <a:cubicBezTo>
                    <a:pt x="5139" y="8125"/>
                    <a:pt x="5140" y="8125"/>
                    <a:pt x="5142" y="8125"/>
                  </a:cubicBezTo>
                  <a:lnTo>
                    <a:pt x="5143" y="8124"/>
                  </a:lnTo>
                  <a:lnTo>
                    <a:pt x="5139" y="8116"/>
                  </a:lnTo>
                  <a:cubicBezTo>
                    <a:pt x="5246" y="8115"/>
                    <a:pt x="5355" y="8109"/>
                    <a:pt x="5462" y="8094"/>
                  </a:cubicBezTo>
                  <a:cubicBezTo>
                    <a:pt x="6881" y="7911"/>
                    <a:pt x="7882" y="6612"/>
                    <a:pt x="7697" y="5195"/>
                  </a:cubicBezTo>
                  <a:lnTo>
                    <a:pt x="7058" y="86"/>
                  </a:lnTo>
                  <a:cubicBezTo>
                    <a:pt x="7054" y="55"/>
                    <a:pt x="7034" y="27"/>
                    <a:pt x="7006" y="10"/>
                  </a:cubicBezTo>
                  <a:cubicBezTo>
                    <a:pt x="6992" y="4"/>
                    <a:pt x="6976" y="0"/>
                    <a:pt x="696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34"/>
            <p:cNvSpPr/>
            <p:nvPr/>
          </p:nvSpPr>
          <p:spPr>
            <a:xfrm>
              <a:off x="5268525" y="807025"/>
              <a:ext cx="191300" cy="195350"/>
            </a:xfrm>
            <a:custGeom>
              <a:rect b="b" l="l" r="r" t="t"/>
              <a:pathLst>
                <a:path extrusionOk="0" h="7814" w="7652">
                  <a:moveTo>
                    <a:pt x="672" y="1"/>
                  </a:moveTo>
                  <a:lnTo>
                    <a:pt x="158" y="5011"/>
                  </a:lnTo>
                  <a:cubicBezTo>
                    <a:pt x="0" y="6257"/>
                    <a:pt x="797" y="7426"/>
                    <a:pt x="2013" y="7734"/>
                  </a:cubicBezTo>
                  <a:cubicBezTo>
                    <a:pt x="2219" y="7787"/>
                    <a:pt x="2428" y="7813"/>
                    <a:pt x="2634" y="7813"/>
                  </a:cubicBezTo>
                  <a:cubicBezTo>
                    <a:pt x="3430" y="7813"/>
                    <a:pt x="4193" y="7431"/>
                    <a:pt x="4666" y="6761"/>
                  </a:cubicBezTo>
                  <a:lnTo>
                    <a:pt x="7652" y="2528"/>
                  </a:lnTo>
                  <a:lnTo>
                    <a:pt x="67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34"/>
            <p:cNvSpPr/>
            <p:nvPr/>
          </p:nvSpPr>
          <p:spPr>
            <a:xfrm>
              <a:off x="5269400" y="804375"/>
              <a:ext cx="193675" cy="200650"/>
            </a:xfrm>
            <a:custGeom>
              <a:rect b="b" l="l" r="r" t="t"/>
              <a:pathLst>
                <a:path extrusionOk="0" h="8026" w="7747">
                  <a:moveTo>
                    <a:pt x="727" y="253"/>
                  </a:moveTo>
                  <a:lnTo>
                    <a:pt x="7451" y="2683"/>
                  </a:lnTo>
                  <a:lnTo>
                    <a:pt x="4538" y="6804"/>
                  </a:lnTo>
                  <a:cubicBezTo>
                    <a:pt x="4087" y="7443"/>
                    <a:pt x="3357" y="7815"/>
                    <a:pt x="2588" y="7815"/>
                  </a:cubicBezTo>
                  <a:cubicBezTo>
                    <a:pt x="2488" y="7815"/>
                    <a:pt x="2387" y="7809"/>
                    <a:pt x="2286" y="7796"/>
                  </a:cubicBezTo>
                  <a:cubicBezTo>
                    <a:pt x="980" y="7628"/>
                    <a:pt x="60" y="6433"/>
                    <a:pt x="227" y="5129"/>
                  </a:cubicBezTo>
                  <a:lnTo>
                    <a:pt x="727" y="253"/>
                  </a:lnTo>
                  <a:close/>
                  <a:moveTo>
                    <a:pt x="645" y="0"/>
                  </a:moveTo>
                  <a:cubicBezTo>
                    <a:pt x="625" y="0"/>
                    <a:pt x="605" y="6"/>
                    <a:pt x="587" y="16"/>
                  </a:cubicBezTo>
                  <a:cubicBezTo>
                    <a:pt x="561" y="34"/>
                    <a:pt x="541" y="62"/>
                    <a:pt x="538" y="95"/>
                  </a:cubicBezTo>
                  <a:lnTo>
                    <a:pt x="25" y="5102"/>
                  </a:lnTo>
                  <a:cubicBezTo>
                    <a:pt x="11" y="5212"/>
                    <a:pt x="4" y="5321"/>
                    <a:pt x="4" y="5431"/>
                  </a:cubicBezTo>
                  <a:cubicBezTo>
                    <a:pt x="1" y="6861"/>
                    <a:pt x="1156" y="8021"/>
                    <a:pt x="2584" y="8025"/>
                  </a:cubicBezTo>
                  <a:lnTo>
                    <a:pt x="2584" y="8024"/>
                  </a:lnTo>
                  <a:cubicBezTo>
                    <a:pt x="2590" y="8024"/>
                    <a:pt x="2596" y="8024"/>
                    <a:pt x="2602" y="8024"/>
                  </a:cubicBezTo>
                  <a:cubicBezTo>
                    <a:pt x="3446" y="8024"/>
                    <a:pt x="4237" y="7615"/>
                    <a:pt x="4728" y="6928"/>
                  </a:cubicBezTo>
                  <a:lnTo>
                    <a:pt x="7713" y="2695"/>
                  </a:lnTo>
                  <a:cubicBezTo>
                    <a:pt x="7718" y="2687"/>
                    <a:pt x="7722" y="2678"/>
                    <a:pt x="7727" y="2669"/>
                  </a:cubicBezTo>
                  <a:cubicBezTo>
                    <a:pt x="7746" y="2614"/>
                    <a:pt x="7718" y="2553"/>
                    <a:pt x="7661" y="2532"/>
                  </a:cubicBezTo>
                  <a:lnTo>
                    <a:pt x="680" y="6"/>
                  </a:lnTo>
                  <a:cubicBezTo>
                    <a:pt x="668" y="2"/>
                    <a:pt x="657" y="0"/>
                    <a:pt x="64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34"/>
            <p:cNvSpPr/>
            <p:nvPr/>
          </p:nvSpPr>
          <p:spPr>
            <a:xfrm>
              <a:off x="5309750" y="1120975"/>
              <a:ext cx="16925" cy="16900"/>
            </a:xfrm>
            <a:custGeom>
              <a:rect b="b" l="l" r="r" t="t"/>
              <a:pathLst>
                <a:path extrusionOk="0" h="676" w="677">
                  <a:moveTo>
                    <a:pt x="339" y="1"/>
                  </a:moveTo>
                  <a:cubicBezTo>
                    <a:pt x="154" y="1"/>
                    <a:pt x="4" y="150"/>
                    <a:pt x="2" y="336"/>
                  </a:cubicBezTo>
                  <a:cubicBezTo>
                    <a:pt x="1" y="522"/>
                    <a:pt x="151" y="674"/>
                    <a:pt x="337" y="675"/>
                  </a:cubicBezTo>
                  <a:lnTo>
                    <a:pt x="342" y="675"/>
                  </a:lnTo>
                  <a:cubicBezTo>
                    <a:pt x="526" y="675"/>
                    <a:pt x="675" y="525"/>
                    <a:pt x="675" y="340"/>
                  </a:cubicBezTo>
                  <a:cubicBezTo>
                    <a:pt x="677" y="154"/>
                    <a:pt x="528" y="2"/>
                    <a:pt x="342" y="1"/>
                  </a:cubicBezTo>
                  <a:cubicBezTo>
                    <a:pt x="341" y="1"/>
                    <a:pt x="340" y="1"/>
                    <a:pt x="339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34"/>
            <p:cNvSpPr/>
            <p:nvPr/>
          </p:nvSpPr>
          <p:spPr>
            <a:xfrm>
              <a:off x="5307225" y="1118400"/>
              <a:ext cx="22100" cy="22100"/>
            </a:xfrm>
            <a:custGeom>
              <a:rect b="b" l="l" r="r" t="t"/>
              <a:pathLst>
                <a:path extrusionOk="0" h="884" w="884">
                  <a:moveTo>
                    <a:pt x="443" y="215"/>
                  </a:moveTo>
                  <a:cubicBezTo>
                    <a:pt x="568" y="215"/>
                    <a:pt x="669" y="318"/>
                    <a:pt x="671" y="443"/>
                  </a:cubicBezTo>
                  <a:cubicBezTo>
                    <a:pt x="671" y="570"/>
                    <a:pt x="568" y="671"/>
                    <a:pt x="443" y="671"/>
                  </a:cubicBezTo>
                  <a:cubicBezTo>
                    <a:pt x="316" y="671"/>
                    <a:pt x="213" y="570"/>
                    <a:pt x="213" y="443"/>
                  </a:cubicBezTo>
                  <a:cubicBezTo>
                    <a:pt x="213" y="317"/>
                    <a:pt x="316" y="215"/>
                    <a:pt x="443" y="215"/>
                  </a:cubicBezTo>
                  <a:close/>
                  <a:moveTo>
                    <a:pt x="443" y="1"/>
                  </a:moveTo>
                  <a:cubicBezTo>
                    <a:pt x="199" y="1"/>
                    <a:pt x="1" y="199"/>
                    <a:pt x="1" y="443"/>
                  </a:cubicBezTo>
                  <a:cubicBezTo>
                    <a:pt x="1" y="687"/>
                    <a:pt x="199" y="884"/>
                    <a:pt x="443" y="884"/>
                  </a:cubicBezTo>
                  <a:cubicBezTo>
                    <a:pt x="685" y="884"/>
                    <a:pt x="882" y="686"/>
                    <a:pt x="883" y="443"/>
                  </a:cubicBezTo>
                  <a:cubicBezTo>
                    <a:pt x="883" y="199"/>
                    <a:pt x="685" y="1"/>
                    <a:pt x="44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34"/>
            <p:cNvSpPr/>
            <p:nvPr/>
          </p:nvSpPr>
          <p:spPr>
            <a:xfrm>
              <a:off x="5348700" y="1120975"/>
              <a:ext cx="16925" cy="16900"/>
            </a:xfrm>
            <a:custGeom>
              <a:rect b="b" l="l" r="r" t="t"/>
              <a:pathLst>
                <a:path extrusionOk="0" h="676" w="677">
                  <a:moveTo>
                    <a:pt x="337" y="1"/>
                  </a:moveTo>
                  <a:cubicBezTo>
                    <a:pt x="152" y="1"/>
                    <a:pt x="2" y="150"/>
                    <a:pt x="0" y="336"/>
                  </a:cubicBezTo>
                  <a:cubicBezTo>
                    <a:pt x="0" y="522"/>
                    <a:pt x="149" y="674"/>
                    <a:pt x="335" y="675"/>
                  </a:cubicBezTo>
                  <a:lnTo>
                    <a:pt x="340" y="675"/>
                  </a:lnTo>
                  <a:cubicBezTo>
                    <a:pt x="524" y="675"/>
                    <a:pt x="675" y="525"/>
                    <a:pt x="675" y="340"/>
                  </a:cubicBezTo>
                  <a:cubicBezTo>
                    <a:pt x="676" y="154"/>
                    <a:pt x="526" y="2"/>
                    <a:pt x="340" y="1"/>
                  </a:cubicBezTo>
                  <a:cubicBezTo>
                    <a:pt x="339" y="1"/>
                    <a:pt x="338" y="1"/>
                    <a:pt x="337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34"/>
            <p:cNvSpPr/>
            <p:nvPr/>
          </p:nvSpPr>
          <p:spPr>
            <a:xfrm>
              <a:off x="5346225" y="1118450"/>
              <a:ext cx="22225" cy="22050"/>
            </a:xfrm>
            <a:custGeom>
              <a:rect b="b" l="l" r="r" t="t"/>
              <a:pathLst>
                <a:path extrusionOk="0" h="882" w="889">
                  <a:moveTo>
                    <a:pt x="446" y="213"/>
                  </a:moveTo>
                  <a:cubicBezTo>
                    <a:pt x="571" y="213"/>
                    <a:pt x="674" y="315"/>
                    <a:pt x="675" y="441"/>
                  </a:cubicBezTo>
                  <a:cubicBezTo>
                    <a:pt x="675" y="563"/>
                    <a:pt x="579" y="664"/>
                    <a:pt x="455" y="669"/>
                  </a:cubicBezTo>
                  <a:cubicBezTo>
                    <a:pt x="452" y="669"/>
                    <a:pt x="450" y="669"/>
                    <a:pt x="447" y="669"/>
                  </a:cubicBezTo>
                  <a:cubicBezTo>
                    <a:pt x="325" y="669"/>
                    <a:pt x="224" y="572"/>
                    <a:pt x="220" y="450"/>
                  </a:cubicBezTo>
                  <a:cubicBezTo>
                    <a:pt x="214" y="323"/>
                    <a:pt x="312" y="218"/>
                    <a:pt x="439" y="213"/>
                  </a:cubicBezTo>
                  <a:lnTo>
                    <a:pt x="443" y="213"/>
                  </a:lnTo>
                  <a:cubicBezTo>
                    <a:pt x="444" y="213"/>
                    <a:pt x="445" y="213"/>
                    <a:pt x="446" y="213"/>
                  </a:cubicBezTo>
                  <a:close/>
                  <a:moveTo>
                    <a:pt x="444" y="0"/>
                  </a:moveTo>
                  <a:cubicBezTo>
                    <a:pt x="206" y="0"/>
                    <a:pt x="10" y="193"/>
                    <a:pt x="5" y="432"/>
                  </a:cubicBezTo>
                  <a:cubicBezTo>
                    <a:pt x="1" y="676"/>
                    <a:pt x="194" y="877"/>
                    <a:pt x="439" y="882"/>
                  </a:cubicBezTo>
                  <a:lnTo>
                    <a:pt x="443" y="882"/>
                  </a:lnTo>
                  <a:cubicBezTo>
                    <a:pt x="444" y="882"/>
                    <a:pt x="445" y="882"/>
                    <a:pt x="446" y="882"/>
                  </a:cubicBezTo>
                  <a:cubicBezTo>
                    <a:pt x="689" y="882"/>
                    <a:pt x="887" y="684"/>
                    <a:pt x="888" y="441"/>
                  </a:cubicBezTo>
                  <a:cubicBezTo>
                    <a:pt x="888" y="200"/>
                    <a:pt x="696" y="5"/>
                    <a:pt x="455" y="0"/>
                  </a:cubicBezTo>
                  <a:cubicBezTo>
                    <a:pt x="451" y="0"/>
                    <a:pt x="448" y="0"/>
                    <a:pt x="44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34"/>
            <p:cNvSpPr/>
            <p:nvPr/>
          </p:nvSpPr>
          <p:spPr>
            <a:xfrm>
              <a:off x="5387625" y="1120975"/>
              <a:ext cx="16975" cy="16900"/>
            </a:xfrm>
            <a:custGeom>
              <a:rect b="b" l="l" r="r" t="t"/>
              <a:pathLst>
                <a:path extrusionOk="0" h="676" w="679">
                  <a:moveTo>
                    <a:pt x="339" y="1"/>
                  </a:moveTo>
                  <a:cubicBezTo>
                    <a:pt x="154" y="1"/>
                    <a:pt x="4" y="150"/>
                    <a:pt x="2" y="336"/>
                  </a:cubicBezTo>
                  <a:cubicBezTo>
                    <a:pt x="1" y="522"/>
                    <a:pt x="151" y="674"/>
                    <a:pt x="337" y="675"/>
                  </a:cubicBezTo>
                  <a:lnTo>
                    <a:pt x="340" y="675"/>
                  </a:lnTo>
                  <a:cubicBezTo>
                    <a:pt x="341" y="675"/>
                    <a:pt x="342" y="675"/>
                    <a:pt x="343" y="675"/>
                  </a:cubicBezTo>
                  <a:cubicBezTo>
                    <a:pt x="526" y="675"/>
                    <a:pt x="675" y="527"/>
                    <a:pt x="677" y="342"/>
                  </a:cubicBezTo>
                  <a:lnTo>
                    <a:pt x="677" y="340"/>
                  </a:lnTo>
                  <a:cubicBezTo>
                    <a:pt x="678" y="154"/>
                    <a:pt x="528" y="2"/>
                    <a:pt x="342" y="1"/>
                  </a:cubicBezTo>
                  <a:cubicBezTo>
                    <a:pt x="341" y="1"/>
                    <a:pt x="340" y="1"/>
                    <a:pt x="339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34"/>
            <p:cNvSpPr/>
            <p:nvPr/>
          </p:nvSpPr>
          <p:spPr>
            <a:xfrm>
              <a:off x="5385100" y="1118450"/>
              <a:ext cx="22125" cy="22100"/>
            </a:xfrm>
            <a:custGeom>
              <a:rect b="b" l="l" r="r" t="t"/>
              <a:pathLst>
                <a:path extrusionOk="0" h="884" w="885">
                  <a:moveTo>
                    <a:pt x="443" y="213"/>
                  </a:moveTo>
                  <a:cubicBezTo>
                    <a:pt x="569" y="213"/>
                    <a:pt x="670" y="315"/>
                    <a:pt x="670" y="441"/>
                  </a:cubicBezTo>
                  <a:cubicBezTo>
                    <a:pt x="670" y="566"/>
                    <a:pt x="571" y="667"/>
                    <a:pt x="444" y="669"/>
                  </a:cubicBezTo>
                  <a:cubicBezTo>
                    <a:pt x="443" y="669"/>
                    <a:pt x="442" y="669"/>
                    <a:pt x="441" y="669"/>
                  </a:cubicBezTo>
                  <a:cubicBezTo>
                    <a:pt x="318" y="669"/>
                    <a:pt x="216" y="568"/>
                    <a:pt x="215" y="443"/>
                  </a:cubicBezTo>
                  <a:cubicBezTo>
                    <a:pt x="213" y="318"/>
                    <a:pt x="315" y="213"/>
                    <a:pt x="441" y="213"/>
                  </a:cubicBezTo>
                  <a:close/>
                  <a:moveTo>
                    <a:pt x="443" y="0"/>
                  </a:moveTo>
                  <a:cubicBezTo>
                    <a:pt x="200" y="0"/>
                    <a:pt x="2" y="196"/>
                    <a:pt x="2" y="440"/>
                  </a:cubicBezTo>
                  <a:cubicBezTo>
                    <a:pt x="0" y="682"/>
                    <a:pt x="197" y="882"/>
                    <a:pt x="441" y="882"/>
                  </a:cubicBezTo>
                  <a:lnTo>
                    <a:pt x="441" y="883"/>
                  </a:lnTo>
                  <a:lnTo>
                    <a:pt x="443" y="883"/>
                  </a:lnTo>
                  <a:cubicBezTo>
                    <a:pt x="687" y="883"/>
                    <a:pt x="885" y="685"/>
                    <a:pt x="885" y="441"/>
                  </a:cubicBezTo>
                  <a:cubicBezTo>
                    <a:pt x="885" y="198"/>
                    <a:pt x="688" y="0"/>
                    <a:pt x="446" y="0"/>
                  </a:cubicBezTo>
                  <a:cubicBezTo>
                    <a:pt x="445" y="0"/>
                    <a:pt x="444" y="0"/>
                    <a:pt x="44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34"/>
            <p:cNvSpPr/>
            <p:nvPr/>
          </p:nvSpPr>
          <p:spPr>
            <a:xfrm>
              <a:off x="5113700" y="1281400"/>
              <a:ext cx="178325" cy="178300"/>
            </a:xfrm>
            <a:custGeom>
              <a:rect b="b" l="l" r="r" t="t"/>
              <a:pathLst>
                <a:path extrusionOk="0" h="7132" w="7133">
                  <a:moveTo>
                    <a:pt x="3567" y="1"/>
                  </a:moveTo>
                  <a:cubicBezTo>
                    <a:pt x="1597" y="1"/>
                    <a:pt x="1" y="1597"/>
                    <a:pt x="1" y="3567"/>
                  </a:cubicBezTo>
                  <a:cubicBezTo>
                    <a:pt x="1" y="5535"/>
                    <a:pt x="1597" y="7131"/>
                    <a:pt x="3567" y="7131"/>
                  </a:cubicBezTo>
                  <a:cubicBezTo>
                    <a:pt x="5535" y="7131"/>
                    <a:pt x="7133" y="5535"/>
                    <a:pt x="7133" y="3567"/>
                  </a:cubicBezTo>
                  <a:cubicBezTo>
                    <a:pt x="7133" y="1597"/>
                    <a:pt x="5535" y="1"/>
                    <a:pt x="35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34"/>
            <p:cNvSpPr/>
            <p:nvPr/>
          </p:nvSpPr>
          <p:spPr>
            <a:xfrm>
              <a:off x="5110825" y="1278800"/>
              <a:ext cx="183800" cy="183725"/>
            </a:xfrm>
            <a:custGeom>
              <a:rect b="b" l="l" r="r" t="t"/>
              <a:pathLst>
                <a:path extrusionOk="0" h="7349" w="7352">
                  <a:moveTo>
                    <a:pt x="3679" y="215"/>
                  </a:moveTo>
                  <a:cubicBezTo>
                    <a:pt x="5589" y="218"/>
                    <a:pt x="7136" y="1765"/>
                    <a:pt x="7137" y="3674"/>
                  </a:cubicBezTo>
                  <a:lnTo>
                    <a:pt x="7137" y="3678"/>
                  </a:lnTo>
                  <a:cubicBezTo>
                    <a:pt x="7137" y="5589"/>
                    <a:pt x="5587" y="7137"/>
                    <a:pt x="3677" y="7137"/>
                  </a:cubicBezTo>
                  <a:cubicBezTo>
                    <a:pt x="3676" y="7137"/>
                    <a:pt x="3675" y="7137"/>
                    <a:pt x="3674" y="7137"/>
                  </a:cubicBezTo>
                  <a:cubicBezTo>
                    <a:pt x="1762" y="7137"/>
                    <a:pt x="215" y="5586"/>
                    <a:pt x="215" y="3674"/>
                  </a:cubicBezTo>
                  <a:cubicBezTo>
                    <a:pt x="217" y="1762"/>
                    <a:pt x="1767" y="215"/>
                    <a:pt x="3679" y="215"/>
                  </a:cubicBezTo>
                  <a:close/>
                  <a:moveTo>
                    <a:pt x="3677" y="1"/>
                  </a:moveTo>
                  <a:cubicBezTo>
                    <a:pt x="3676" y="1"/>
                    <a:pt x="3675" y="1"/>
                    <a:pt x="3674" y="1"/>
                  </a:cubicBezTo>
                  <a:cubicBezTo>
                    <a:pt x="1645" y="1"/>
                    <a:pt x="1" y="1647"/>
                    <a:pt x="2" y="3677"/>
                  </a:cubicBezTo>
                  <a:cubicBezTo>
                    <a:pt x="4" y="5705"/>
                    <a:pt x="1648" y="7349"/>
                    <a:pt x="3676" y="7349"/>
                  </a:cubicBezTo>
                  <a:cubicBezTo>
                    <a:pt x="3677" y="7349"/>
                    <a:pt x="3678" y="7349"/>
                    <a:pt x="3679" y="7349"/>
                  </a:cubicBezTo>
                  <a:cubicBezTo>
                    <a:pt x="5707" y="7347"/>
                    <a:pt x="7350" y="5702"/>
                    <a:pt x="7352" y="3674"/>
                  </a:cubicBezTo>
                  <a:lnTo>
                    <a:pt x="7352" y="3672"/>
                  </a:lnTo>
                  <a:cubicBezTo>
                    <a:pt x="7350" y="1644"/>
                    <a:pt x="5705" y="1"/>
                    <a:pt x="367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34"/>
            <p:cNvSpPr/>
            <p:nvPr/>
          </p:nvSpPr>
          <p:spPr>
            <a:xfrm>
              <a:off x="5193725" y="1281450"/>
              <a:ext cx="18150" cy="92250"/>
            </a:xfrm>
            <a:custGeom>
              <a:rect b="b" l="l" r="r" t="t"/>
              <a:pathLst>
                <a:path extrusionOk="0" h="3690" w="726">
                  <a:moveTo>
                    <a:pt x="363" y="1"/>
                  </a:moveTo>
                  <a:cubicBezTo>
                    <a:pt x="242" y="1"/>
                    <a:pt x="121" y="7"/>
                    <a:pt x="1" y="20"/>
                  </a:cubicBezTo>
                  <a:lnTo>
                    <a:pt x="1" y="3690"/>
                  </a:lnTo>
                  <a:lnTo>
                    <a:pt x="726" y="3690"/>
                  </a:lnTo>
                  <a:lnTo>
                    <a:pt x="726" y="20"/>
                  </a:lnTo>
                  <a:cubicBezTo>
                    <a:pt x="605" y="7"/>
                    <a:pt x="484" y="1"/>
                    <a:pt x="3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34"/>
            <p:cNvSpPr/>
            <p:nvPr/>
          </p:nvSpPr>
          <p:spPr>
            <a:xfrm>
              <a:off x="5191025" y="1278775"/>
              <a:ext cx="23550" cy="97650"/>
            </a:xfrm>
            <a:custGeom>
              <a:rect b="b" l="l" r="r" t="t"/>
              <a:pathLst>
                <a:path extrusionOk="0" h="3906" w="942">
                  <a:moveTo>
                    <a:pt x="471" y="217"/>
                  </a:moveTo>
                  <a:cubicBezTo>
                    <a:pt x="557" y="217"/>
                    <a:pt x="642" y="220"/>
                    <a:pt x="727" y="225"/>
                  </a:cubicBezTo>
                  <a:lnTo>
                    <a:pt x="727" y="3693"/>
                  </a:lnTo>
                  <a:lnTo>
                    <a:pt x="214" y="3693"/>
                  </a:lnTo>
                  <a:lnTo>
                    <a:pt x="214" y="225"/>
                  </a:lnTo>
                  <a:cubicBezTo>
                    <a:pt x="300" y="220"/>
                    <a:pt x="386" y="217"/>
                    <a:pt x="471" y="217"/>
                  </a:cubicBezTo>
                  <a:close/>
                  <a:moveTo>
                    <a:pt x="471" y="1"/>
                  </a:moveTo>
                  <a:cubicBezTo>
                    <a:pt x="346" y="1"/>
                    <a:pt x="222" y="8"/>
                    <a:pt x="98" y="21"/>
                  </a:cubicBezTo>
                  <a:cubicBezTo>
                    <a:pt x="43" y="26"/>
                    <a:pt x="0" y="72"/>
                    <a:pt x="2" y="127"/>
                  </a:cubicBezTo>
                  <a:lnTo>
                    <a:pt x="2" y="3798"/>
                  </a:lnTo>
                  <a:cubicBezTo>
                    <a:pt x="2" y="3858"/>
                    <a:pt x="49" y="3906"/>
                    <a:pt x="109" y="3906"/>
                  </a:cubicBezTo>
                  <a:lnTo>
                    <a:pt x="835" y="3906"/>
                  </a:lnTo>
                  <a:cubicBezTo>
                    <a:pt x="895" y="3904"/>
                    <a:pt x="941" y="3855"/>
                    <a:pt x="940" y="3797"/>
                  </a:cubicBezTo>
                  <a:lnTo>
                    <a:pt x="940" y="127"/>
                  </a:lnTo>
                  <a:cubicBezTo>
                    <a:pt x="941" y="72"/>
                    <a:pt x="899" y="24"/>
                    <a:pt x="844" y="21"/>
                  </a:cubicBezTo>
                  <a:cubicBezTo>
                    <a:pt x="720" y="8"/>
                    <a:pt x="595" y="1"/>
                    <a:pt x="47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34"/>
            <p:cNvSpPr/>
            <p:nvPr/>
          </p:nvSpPr>
          <p:spPr>
            <a:xfrm>
              <a:off x="4806500" y="953125"/>
              <a:ext cx="170050" cy="324050"/>
            </a:xfrm>
            <a:custGeom>
              <a:rect b="b" l="l" r="r" t="t"/>
              <a:pathLst>
                <a:path extrusionOk="0" h="12962" w="6802">
                  <a:moveTo>
                    <a:pt x="6162" y="1"/>
                  </a:moveTo>
                  <a:lnTo>
                    <a:pt x="2678" y="3326"/>
                  </a:lnTo>
                  <a:lnTo>
                    <a:pt x="227" y="10790"/>
                  </a:lnTo>
                  <a:cubicBezTo>
                    <a:pt x="0" y="11667"/>
                    <a:pt x="486" y="12571"/>
                    <a:pt x="1342" y="12865"/>
                  </a:cubicBezTo>
                  <a:cubicBezTo>
                    <a:pt x="1530" y="12930"/>
                    <a:pt x="1721" y="12961"/>
                    <a:pt x="1909" y="12961"/>
                  </a:cubicBezTo>
                  <a:cubicBezTo>
                    <a:pt x="2612" y="12961"/>
                    <a:pt x="3271" y="12533"/>
                    <a:pt x="3535" y="11841"/>
                  </a:cubicBezTo>
                  <a:lnTo>
                    <a:pt x="6802" y="4448"/>
                  </a:lnTo>
                  <a:lnTo>
                    <a:pt x="616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34"/>
            <p:cNvSpPr/>
            <p:nvPr/>
          </p:nvSpPr>
          <p:spPr>
            <a:xfrm>
              <a:off x="4803700" y="950650"/>
              <a:ext cx="175550" cy="329300"/>
            </a:xfrm>
            <a:custGeom>
              <a:rect b="b" l="l" r="r" t="t"/>
              <a:pathLst>
                <a:path extrusionOk="0" h="13172" w="7022">
                  <a:moveTo>
                    <a:pt x="6199" y="322"/>
                  </a:moveTo>
                  <a:lnTo>
                    <a:pt x="6808" y="4534"/>
                  </a:lnTo>
                  <a:lnTo>
                    <a:pt x="3544" y="11904"/>
                  </a:lnTo>
                  <a:cubicBezTo>
                    <a:pt x="3300" y="12552"/>
                    <a:pt x="2682" y="12960"/>
                    <a:pt x="2018" y="12960"/>
                  </a:cubicBezTo>
                  <a:cubicBezTo>
                    <a:pt x="1885" y="12960"/>
                    <a:pt x="1750" y="12943"/>
                    <a:pt x="1616" y="12909"/>
                  </a:cubicBezTo>
                  <a:cubicBezTo>
                    <a:pt x="742" y="12686"/>
                    <a:pt x="215" y="11799"/>
                    <a:pt x="437" y="10926"/>
                  </a:cubicBezTo>
                  <a:lnTo>
                    <a:pt x="2880" y="3483"/>
                  </a:lnTo>
                  <a:lnTo>
                    <a:pt x="6199" y="322"/>
                  </a:lnTo>
                  <a:close/>
                  <a:moveTo>
                    <a:pt x="6270" y="0"/>
                  </a:moveTo>
                  <a:cubicBezTo>
                    <a:pt x="6243" y="0"/>
                    <a:pt x="6217" y="10"/>
                    <a:pt x="6196" y="30"/>
                  </a:cubicBezTo>
                  <a:lnTo>
                    <a:pt x="2715" y="3346"/>
                  </a:lnTo>
                  <a:cubicBezTo>
                    <a:pt x="2702" y="3359"/>
                    <a:pt x="2693" y="3374"/>
                    <a:pt x="2687" y="3391"/>
                  </a:cubicBezTo>
                  <a:lnTo>
                    <a:pt x="235" y="10865"/>
                  </a:lnTo>
                  <a:cubicBezTo>
                    <a:pt x="1" y="11796"/>
                    <a:pt x="514" y="12751"/>
                    <a:pt x="1420" y="13069"/>
                  </a:cubicBezTo>
                  <a:cubicBezTo>
                    <a:pt x="1616" y="13136"/>
                    <a:pt x="1822" y="13170"/>
                    <a:pt x="2027" y="13171"/>
                  </a:cubicBezTo>
                  <a:lnTo>
                    <a:pt x="2027" y="13170"/>
                  </a:lnTo>
                  <a:cubicBezTo>
                    <a:pt x="2030" y="13170"/>
                    <a:pt x="2032" y="13170"/>
                    <a:pt x="2034" y="13170"/>
                  </a:cubicBezTo>
                  <a:cubicBezTo>
                    <a:pt x="2795" y="13170"/>
                    <a:pt x="3478" y="12700"/>
                    <a:pt x="3748" y="11989"/>
                  </a:cubicBezTo>
                  <a:lnTo>
                    <a:pt x="7015" y="4595"/>
                  </a:lnTo>
                  <a:cubicBezTo>
                    <a:pt x="7021" y="4577"/>
                    <a:pt x="7021" y="4556"/>
                    <a:pt x="7015" y="4539"/>
                  </a:cubicBezTo>
                  <a:lnTo>
                    <a:pt x="6376" y="91"/>
                  </a:lnTo>
                  <a:cubicBezTo>
                    <a:pt x="6372" y="52"/>
                    <a:pt x="6344" y="18"/>
                    <a:pt x="6305" y="6"/>
                  </a:cubicBezTo>
                  <a:cubicBezTo>
                    <a:pt x="6293" y="2"/>
                    <a:pt x="6282" y="0"/>
                    <a:pt x="627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34"/>
            <p:cNvSpPr/>
            <p:nvPr/>
          </p:nvSpPr>
          <p:spPr>
            <a:xfrm>
              <a:off x="4849300" y="870200"/>
              <a:ext cx="111225" cy="184800"/>
            </a:xfrm>
            <a:custGeom>
              <a:rect b="b" l="l" r="r" t="t"/>
              <a:pathLst>
                <a:path extrusionOk="0" h="7392" w="4449">
                  <a:moveTo>
                    <a:pt x="3936" y="1"/>
                  </a:moveTo>
                  <a:cubicBezTo>
                    <a:pt x="3936" y="1"/>
                    <a:pt x="1823" y="376"/>
                    <a:pt x="912" y="2410"/>
                  </a:cubicBezTo>
                  <a:cubicBezTo>
                    <a:pt x="1" y="4445"/>
                    <a:pt x="912" y="7392"/>
                    <a:pt x="912" y="7392"/>
                  </a:cubicBezTo>
                  <a:lnTo>
                    <a:pt x="1607" y="7392"/>
                  </a:lnTo>
                  <a:lnTo>
                    <a:pt x="4448" y="3321"/>
                  </a:lnTo>
                  <a:lnTo>
                    <a:pt x="3936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34"/>
            <p:cNvSpPr/>
            <p:nvPr/>
          </p:nvSpPr>
          <p:spPr>
            <a:xfrm>
              <a:off x="4846700" y="867525"/>
              <a:ext cx="116425" cy="190150"/>
            </a:xfrm>
            <a:custGeom>
              <a:rect b="b" l="l" r="r" t="t"/>
              <a:pathLst>
                <a:path extrusionOk="0" h="7606" w="4657">
                  <a:moveTo>
                    <a:pt x="3942" y="236"/>
                  </a:moveTo>
                  <a:lnTo>
                    <a:pt x="4429" y="3403"/>
                  </a:lnTo>
                  <a:lnTo>
                    <a:pt x="1656" y="7392"/>
                  </a:lnTo>
                  <a:lnTo>
                    <a:pt x="1095" y="7392"/>
                  </a:lnTo>
                  <a:cubicBezTo>
                    <a:pt x="965" y="6923"/>
                    <a:pt x="309" y="4357"/>
                    <a:pt x="1101" y="2560"/>
                  </a:cubicBezTo>
                  <a:cubicBezTo>
                    <a:pt x="1863" y="860"/>
                    <a:pt x="3516" y="344"/>
                    <a:pt x="3942" y="236"/>
                  </a:cubicBezTo>
                  <a:close/>
                  <a:moveTo>
                    <a:pt x="4039" y="1"/>
                  </a:moveTo>
                  <a:cubicBezTo>
                    <a:pt x="4031" y="1"/>
                    <a:pt x="4024" y="1"/>
                    <a:pt x="4016" y="3"/>
                  </a:cubicBezTo>
                  <a:cubicBezTo>
                    <a:pt x="3995" y="5"/>
                    <a:pt x="1826" y="428"/>
                    <a:pt x="913" y="2475"/>
                  </a:cubicBezTo>
                  <a:cubicBezTo>
                    <a:pt x="0" y="4522"/>
                    <a:pt x="874" y="7409"/>
                    <a:pt x="913" y="7531"/>
                  </a:cubicBezTo>
                  <a:cubicBezTo>
                    <a:pt x="928" y="7576"/>
                    <a:pt x="970" y="7606"/>
                    <a:pt x="1016" y="7606"/>
                  </a:cubicBezTo>
                  <a:lnTo>
                    <a:pt x="1711" y="7606"/>
                  </a:lnTo>
                  <a:cubicBezTo>
                    <a:pt x="1744" y="7604"/>
                    <a:pt x="1775" y="7588"/>
                    <a:pt x="1795" y="7560"/>
                  </a:cubicBezTo>
                  <a:lnTo>
                    <a:pt x="4634" y="3489"/>
                  </a:lnTo>
                  <a:cubicBezTo>
                    <a:pt x="4649" y="3467"/>
                    <a:pt x="4656" y="3440"/>
                    <a:pt x="4652" y="3413"/>
                  </a:cubicBezTo>
                  <a:lnTo>
                    <a:pt x="4140" y="90"/>
                  </a:lnTo>
                  <a:cubicBezTo>
                    <a:pt x="4135" y="63"/>
                    <a:pt x="4120" y="36"/>
                    <a:pt x="4098" y="20"/>
                  </a:cubicBezTo>
                  <a:cubicBezTo>
                    <a:pt x="4080" y="8"/>
                    <a:pt x="4060" y="1"/>
                    <a:pt x="403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34"/>
            <p:cNvSpPr/>
            <p:nvPr/>
          </p:nvSpPr>
          <p:spPr>
            <a:xfrm>
              <a:off x="4777125" y="868525"/>
              <a:ext cx="129800" cy="413025"/>
            </a:xfrm>
            <a:custGeom>
              <a:rect b="b" l="l" r="r" t="t"/>
              <a:pathLst>
                <a:path extrusionOk="0" h="16521" w="5192">
                  <a:moveTo>
                    <a:pt x="3379" y="1"/>
                  </a:moveTo>
                  <a:lnTo>
                    <a:pt x="1281" y="14"/>
                  </a:lnTo>
                  <a:lnTo>
                    <a:pt x="1280" y="14"/>
                  </a:lnTo>
                  <a:cubicBezTo>
                    <a:pt x="1280" y="14"/>
                    <a:pt x="1" y="9335"/>
                    <a:pt x="263" y="10513"/>
                  </a:cubicBezTo>
                  <a:cubicBezTo>
                    <a:pt x="525" y="11690"/>
                    <a:pt x="1013" y="15387"/>
                    <a:pt x="1603" y="15975"/>
                  </a:cubicBezTo>
                  <a:cubicBezTo>
                    <a:pt x="1911" y="16285"/>
                    <a:pt x="2500" y="16520"/>
                    <a:pt x="3090" y="16520"/>
                  </a:cubicBezTo>
                  <a:cubicBezTo>
                    <a:pt x="3626" y="16520"/>
                    <a:pt x="4163" y="16326"/>
                    <a:pt x="4494" y="15816"/>
                  </a:cubicBezTo>
                  <a:cubicBezTo>
                    <a:pt x="5190" y="14744"/>
                    <a:pt x="5191" y="10513"/>
                    <a:pt x="5085" y="9442"/>
                  </a:cubicBezTo>
                  <a:cubicBezTo>
                    <a:pt x="4978" y="8371"/>
                    <a:pt x="3379" y="1"/>
                    <a:pt x="33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34"/>
            <p:cNvSpPr/>
            <p:nvPr/>
          </p:nvSpPr>
          <p:spPr>
            <a:xfrm>
              <a:off x="4774375" y="865875"/>
              <a:ext cx="135775" cy="418325"/>
            </a:xfrm>
            <a:custGeom>
              <a:rect b="b" l="l" r="r" t="t"/>
              <a:pathLst>
                <a:path extrusionOk="0" h="16733" w="5431">
                  <a:moveTo>
                    <a:pt x="3407" y="217"/>
                  </a:moveTo>
                  <a:cubicBezTo>
                    <a:pt x="3578" y="1112"/>
                    <a:pt x="4994" y="8565"/>
                    <a:pt x="5094" y="9561"/>
                  </a:cubicBezTo>
                  <a:cubicBezTo>
                    <a:pt x="5207" y="10693"/>
                    <a:pt x="5183" y="14850"/>
                    <a:pt x="4521" y="15867"/>
                  </a:cubicBezTo>
                  <a:cubicBezTo>
                    <a:pt x="4271" y="16239"/>
                    <a:pt x="3863" y="16476"/>
                    <a:pt x="3416" y="16507"/>
                  </a:cubicBezTo>
                  <a:cubicBezTo>
                    <a:pt x="3339" y="16516"/>
                    <a:pt x="3261" y="16520"/>
                    <a:pt x="3184" y="16520"/>
                  </a:cubicBezTo>
                  <a:cubicBezTo>
                    <a:pt x="2677" y="16520"/>
                    <a:pt x="2182" y="16339"/>
                    <a:pt x="1793" y="16006"/>
                  </a:cubicBezTo>
                  <a:cubicBezTo>
                    <a:pt x="1367" y="15595"/>
                    <a:pt x="985" y="13386"/>
                    <a:pt x="727" y="11929"/>
                  </a:cubicBezTo>
                  <a:cubicBezTo>
                    <a:pt x="632" y="11378"/>
                    <a:pt x="545" y="10901"/>
                    <a:pt x="477" y="10593"/>
                  </a:cubicBezTo>
                  <a:cubicBezTo>
                    <a:pt x="230" y="9508"/>
                    <a:pt x="1352" y="1192"/>
                    <a:pt x="1483" y="223"/>
                  </a:cubicBezTo>
                  <a:lnTo>
                    <a:pt x="3407" y="217"/>
                  </a:lnTo>
                  <a:close/>
                  <a:moveTo>
                    <a:pt x="3489" y="1"/>
                  </a:moveTo>
                  <a:lnTo>
                    <a:pt x="1390" y="13"/>
                  </a:lnTo>
                  <a:cubicBezTo>
                    <a:pt x="1338" y="13"/>
                    <a:pt x="1293" y="53"/>
                    <a:pt x="1285" y="105"/>
                  </a:cubicBezTo>
                  <a:cubicBezTo>
                    <a:pt x="1232" y="486"/>
                    <a:pt x="0" y="9459"/>
                    <a:pt x="268" y="10642"/>
                  </a:cubicBezTo>
                  <a:cubicBezTo>
                    <a:pt x="337" y="10946"/>
                    <a:pt x="422" y="11418"/>
                    <a:pt x="519" y="11966"/>
                  </a:cubicBezTo>
                  <a:cubicBezTo>
                    <a:pt x="879" y="14009"/>
                    <a:pt x="1211" y="15732"/>
                    <a:pt x="1638" y="16159"/>
                  </a:cubicBezTo>
                  <a:cubicBezTo>
                    <a:pt x="2064" y="16529"/>
                    <a:pt x="2610" y="16732"/>
                    <a:pt x="3174" y="16732"/>
                  </a:cubicBezTo>
                  <a:cubicBezTo>
                    <a:pt x="3184" y="16732"/>
                    <a:pt x="3195" y="16732"/>
                    <a:pt x="3205" y="16732"/>
                  </a:cubicBezTo>
                  <a:cubicBezTo>
                    <a:pt x="3290" y="16732"/>
                    <a:pt x="3357" y="16728"/>
                    <a:pt x="3432" y="16722"/>
                  </a:cubicBezTo>
                  <a:cubicBezTo>
                    <a:pt x="3946" y="16686"/>
                    <a:pt x="4414" y="16410"/>
                    <a:pt x="4695" y="15980"/>
                  </a:cubicBezTo>
                  <a:cubicBezTo>
                    <a:pt x="5431" y="14850"/>
                    <a:pt x="5396" y="10482"/>
                    <a:pt x="5301" y="9538"/>
                  </a:cubicBezTo>
                  <a:cubicBezTo>
                    <a:pt x="5194" y="8473"/>
                    <a:pt x="3659" y="430"/>
                    <a:pt x="3595" y="87"/>
                  </a:cubicBezTo>
                  <a:cubicBezTo>
                    <a:pt x="3583" y="38"/>
                    <a:pt x="3540" y="2"/>
                    <a:pt x="348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34"/>
            <p:cNvSpPr/>
            <p:nvPr/>
          </p:nvSpPr>
          <p:spPr>
            <a:xfrm>
              <a:off x="4781600" y="1058025"/>
              <a:ext cx="70450" cy="172150"/>
            </a:xfrm>
            <a:custGeom>
              <a:rect b="b" l="l" r="r" t="t"/>
              <a:pathLst>
                <a:path extrusionOk="0" h="6886" w="2818">
                  <a:moveTo>
                    <a:pt x="200" y="1"/>
                  </a:moveTo>
                  <a:cubicBezTo>
                    <a:pt x="67" y="1409"/>
                    <a:pt x="0" y="2559"/>
                    <a:pt x="84" y="2933"/>
                  </a:cubicBezTo>
                  <a:cubicBezTo>
                    <a:pt x="259" y="3701"/>
                    <a:pt x="523" y="5537"/>
                    <a:pt x="849" y="6886"/>
                  </a:cubicBezTo>
                  <a:lnTo>
                    <a:pt x="2817" y="6886"/>
                  </a:lnTo>
                  <a:lnTo>
                    <a:pt x="281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34"/>
            <p:cNvSpPr/>
            <p:nvPr/>
          </p:nvSpPr>
          <p:spPr>
            <a:xfrm>
              <a:off x="4779175" y="1054875"/>
              <a:ext cx="75700" cy="177975"/>
            </a:xfrm>
            <a:custGeom>
              <a:rect b="b" l="l" r="r" t="t"/>
              <a:pathLst>
                <a:path extrusionOk="0" h="7119" w="3028">
                  <a:moveTo>
                    <a:pt x="2809" y="225"/>
                  </a:moveTo>
                  <a:lnTo>
                    <a:pt x="2809" y="6906"/>
                  </a:lnTo>
                  <a:lnTo>
                    <a:pt x="1032" y="6906"/>
                  </a:lnTo>
                  <a:cubicBezTo>
                    <a:pt x="845" y="6112"/>
                    <a:pt x="674" y="5149"/>
                    <a:pt x="535" y="4370"/>
                  </a:cubicBezTo>
                  <a:cubicBezTo>
                    <a:pt x="440" y="3819"/>
                    <a:pt x="353" y="3344"/>
                    <a:pt x="286" y="3035"/>
                  </a:cubicBezTo>
                  <a:cubicBezTo>
                    <a:pt x="237" y="2822"/>
                    <a:pt x="218" y="2159"/>
                    <a:pt x="395" y="225"/>
                  </a:cubicBezTo>
                  <a:close/>
                  <a:moveTo>
                    <a:pt x="297" y="0"/>
                  </a:moveTo>
                  <a:cubicBezTo>
                    <a:pt x="242" y="0"/>
                    <a:pt x="196" y="42"/>
                    <a:pt x="190" y="97"/>
                  </a:cubicBezTo>
                  <a:cubicBezTo>
                    <a:pt x="36" y="1766"/>
                    <a:pt x="1" y="2738"/>
                    <a:pt x="76" y="3082"/>
                  </a:cubicBezTo>
                  <a:cubicBezTo>
                    <a:pt x="145" y="3388"/>
                    <a:pt x="230" y="3858"/>
                    <a:pt x="327" y="4406"/>
                  </a:cubicBezTo>
                  <a:cubicBezTo>
                    <a:pt x="470" y="5217"/>
                    <a:pt x="645" y="6224"/>
                    <a:pt x="845" y="7038"/>
                  </a:cubicBezTo>
                  <a:cubicBezTo>
                    <a:pt x="855" y="7086"/>
                    <a:pt x="898" y="7119"/>
                    <a:pt x="946" y="7119"/>
                  </a:cubicBezTo>
                  <a:lnTo>
                    <a:pt x="2926" y="7119"/>
                  </a:lnTo>
                  <a:cubicBezTo>
                    <a:pt x="2984" y="7113"/>
                    <a:pt x="3028" y="7061"/>
                    <a:pt x="3022" y="7001"/>
                  </a:cubicBezTo>
                  <a:lnTo>
                    <a:pt x="3022" y="107"/>
                  </a:lnTo>
                  <a:cubicBezTo>
                    <a:pt x="3022" y="48"/>
                    <a:pt x="2974" y="0"/>
                    <a:pt x="291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34"/>
            <p:cNvSpPr/>
            <p:nvPr/>
          </p:nvSpPr>
          <p:spPr>
            <a:xfrm>
              <a:off x="4808425" y="857500"/>
              <a:ext cx="54575" cy="22100"/>
            </a:xfrm>
            <a:custGeom>
              <a:rect b="b" l="l" r="r" t="t"/>
              <a:pathLst>
                <a:path extrusionOk="0" h="884" w="2183">
                  <a:moveTo>
                    <a:pt x="111" y="1"/>
                  </a:moveTo>
                  <a:lnTo>
                    <a:pt x="1" y="747"/>
                  </a:lnTo>
                  <a:lnTo>
                    <a:pt x="2182" y="884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34"/>
            <p:cNvSpPr/>
            <p:nvPr/>
          </p:nvSpPr>
          <p:spPr>
            <a:xfrm>
              <a:off x="4805825" y="854675"/>
              <a:ext cx="60100" cy="27450"/>
            </a:xfrm>
            <a:custGeom>
              <a:rect b="b" l="l" r="r" t="t"/>
              <a:pathLst>
                <a:path extrusionOk="0" h="1098" w="2404">
                  <a:moveTo>
                    <a:pt x="2058" y="214"/>
                  </a:moveTo>
                  <a:lnTo>
                    <a:pt x="2161" y="878"/>
                  </a:lnTo>
                  <a:lnTo>
                    <a:pt x="227" y="754"/>
                  </a:lnTo>
                  <a:lnTo>
                    <a:pt x="307" y="214"/>
                  </a:lnTo>
                  <a:close/>
                  <a:moveTo>
                    <a:pt x="222" y="1"/>
                  </a:moveTo>
                  <a:cubicBezTo>
                    <a:pt x="169" y="1"/>
                    <a:pt x="124" y="38"/>
                    <a:pt x="115" y="90"/>
                  </a:cubicBezTo>
                  <a:lnTo>
                    <a:pt x="5" y="836"/>
                  </a:lnTo>
                  <a:cubicBezTo>
                    <a:pt x="1" y="866"/>
                    <a:pt x="8" y="897"/>
                    <a:pt x="27" y="919"/>
                  </a:cubicBezTo>
                  <a:cubicBezTo>
                    <a:pt x="47" y="943"/>
                    <a:pt x="75" y="958"/>
                    <a:pt x="105" y="961"/>
                  </a:cubicBezTo>
                  <a:lnTo>
                    <a:pt x="2286" y="1097"/>
                  </a:lnTo>
                  <a:cubicBezTo>
                    <a:pt x="2289" y="1097"/>
                    <a:pt x="2293" y="1097"/>
                    <a:pt x="2296" y="1097"/>
                  </a:cubicBezTo>
                  <a:cubicBezTo>
                    <a:pt x="2325" y="1097"/>
                    <a:pt x="2352" y="1085"/>
                    <a:pt x="2371" y="1062"/>
                  </a:cubicBezTo>
                  <a:cubicBezTo>
                    <a:pt x="2393" y="1040"/>
                    <a:pt x="2404" y="1007"/>
                    <a:pt x="2399" y="976"/>
                  </a:cubicBezTo>
                  <a:lnTo>
                    <a:pt x="2261" y="90"/>
                  </a:lnTo>
                  <a:cubicBezTo>
                    <a:pt x="2252" y="39"/>
                    <a:pt x="2209" y="1"/>
                    <a:pt x="215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34"/>
            <p:cNvSpPr/>
            <p:nvPr/>
          </p:nvSpPr>
          <p:spPr>
            <a:xfrm>
              <a:off x="4774550" y="754150"/>
              <a:ext cx="101625" cy="115875"/>
            </a:xfrm>
            <a:custGeom>
              <a:rect b="b" l="l" r="r" t="t"/>
              <a:pathLst>
                <a:path extrusionOk="0" h="4635" w="4065">
                  <a:moveTo>
                    <a:pt x="3040" y="0"/>
                  </a:moveTo>
                  <a:cubicBezTo>
                    <a:pt x="3040" y="0"/>
                    <a:pt x="1079" y="1080"/>
                    <a:pt x="610" y="1796"/>
                  </a:cubicBezTo>
                  <a:cubicBezTo>
                    <a:pt x="139" y="2512"/>
                    <a:pt x="1" y="3593"/>
                    <a:pt x="527" y="4355"/>
                  </a:cubicBezTo>
                  <a:cubicBezTo>
                    <a:pt x="667" y="4560"/>
                    <a:pt x="900" y="4634"/>
                    <a:pt x="1166" y="4634"/>
                  </a:cubicBezTo>
                  <a:cubicBezTo>
                    <a:pt x="1890" y="4634"/>
                    <a:pt x="2857" y="4080"/>
                    <a:pt x="2857" y="4080"/>
                  </a:cubicBezTo>
                  <a:lnTo>
                    <a:pt x="4064" y="1492"/>
                  </a:lnTo>
                  <a:lnTo>
                    <a:pt x="304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34"/>
            <p:cNvSpPr/>
            <p:nvPr/>
          </p:nvSpPr>
          <p:spPr>
            <a:xfrm>
              <a:off x="4770850" y="751200"/>
              <a:ext cx="107950" cy="121650"/>
            </a:xfrm>
            <a:custGeom>
              <a:rect b="b" l="l" r="r" t="t"/>
              <a:pathLst>
                <a:path extrusionOk="0" h="4866" w="4318">
                  <a:moveTo>
                    <a:pt x="3157" y="248"/>
                  </a:moveTo>
                  <a:lnTo>
                    <a:pt x="4089" y="1610"/>
                  </a:lnTo>
                  <a:lnTo>
                    <a:pt x="2914" y="4111"/>
                  </a:lnTo>
                  <a:cubicBezTo>
                    <a:pt x="2569" y="4314"/>
                    <a:pt x="1855" y="4642"/>
                    <a:pt x="1321" y="4642"/>
                  </a:cubicBezTo>
                  <a:cubicBezTo>
                    <a:pt x="1082" y="4642"/>
                    <a:pt x="880" y="4576"/>
                    <a:pt x="762" y="4405"/>
                  </a:cubicBezTo>
                  <a:cubicBezTo>
                    <a:pt x="231" y="3622"/>
                    <a:pt x="457" y="2551"/>
                    <a:pt x="847" y="1954"/>
                  </a:cubicBezTo>
                  <a:cubicBezTo>
                    <a:pt x="1237" y="1357"/>
                    <a:pt x="2778" y="461"/>
                    <a:pt x="3157" y="248"/>
                  </a:cubicBezTo>
                  <a:close/>
                  <a:moveTo>
                    <a:pt x="3187" y="0"/>
                  </a:moveTo>
                  <a:cubicBezTo>
                    <a:pt x="3170" y="0"/>
                    <a:pt x="3153" y="4"/>
                    <a:pt x="3137" y="12"/>
                  </a:cubicBezTo>
                  <a:cubicBezTo>
                    <a:pt x="3057" y="59"/>
                    <a:pt x="1148" y="1114"/>
                    <a:pt x="667" y="1845"/>
                  </a:cubicBezTo>
                  <a:cubicBezTo>
                    <a:pt x="217" y="2533"/>
                    <a:pt x="0" y="3668"/>
                    <a:pt x="587" y="4534"/>
                  </a:cubicBezTo>
                  <a:cubicBezTo>
                    <a:pt x="743" y="4744"/>
                    <a:pt x="990" y="4866"/>
                    <a:pt x="1248" y="4866"/>
                  </a:cubicBezTo>
                  <a:cubicBezTo>
                    <a:pt x="1270" y="4866"/>
                    <a:pt x="1291" y="4865"/>
                    <a:pt x="1313" y="4863"/>
                  </a:cubicBezTo>
                  <a:lnTo>
                    <a:pt x="1313" y="4862"/>
                  </a:lnTo>
                  <a:cubicBezTo>
                    <a:pt x="2056" y="4862"/>
                    <a:pt x="3005" y="4321"/>
                    <a:pt x="3042" y="4289"/>
                  </a:cubicBezTo>
                  <a:cubicBezTo>
                    <a:pt x="3060" y="4277"/>
                    <a:pt x="3073" y="4260"/>
                    <a:pt x="3084" y="4242"/>
                  </a:cubicBezTo>
                  <a:lnTo>
                    <a:pt x="4300" y="1644"/>
                  </a:lnTo>
                  <a:cubicBezTo>
                    <a:pt x="4318" y="1612"/>
                    <a:pt x="4318" y="1573"/>
                    <a:pt x="4300" y="1540"/>
                  </a:cubicBezTo>
                  <a:lnTo>
                    <a:pt x="3276" y="47"/>
                  </a:lnTo>
                  <a:cubicBezTo>
                    <a:pt x="3255" y="17"/>
                    <a:pt x="3221" y="0"/>
                    <a:pt x="31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34"/>
            <p:cNvSpPr/>
            <p:nvPr/>
          </p:nvSpPr>
          <p:spPr>
            <a:xfrm>
              <a:off x="4832700" y="757875"/>
              <a:ext cx="73175" cy="103125"/>
            </a:xfrm>
            <a:custGeom>
              <a:rect b="b" l="l" r="r" t="t"/>
              <a:pathLst>
                <a:path extrusionOk="0" h="4125" w="2927">
                  <a:moveTo>
                    <a:pt x="1826" y="0"/>
                  </a:moveTo>
                  <a:cubicBezTo>
                    <a:pt x="1323" y="0"/>
                    <a:pt x="1323" y="365"/>
                    <a:pt x="1323" y="365"/>
                  </a:cubicBezTo>
                  <a:lnTo>
                    <a:pt x="1321" y="365"/>
                  </a:lnTo>
                  <a:lnTo>
                    <a:pt x="1405" y="780"/>
                  </a:lnTo>
                  <a:cubicBezTo>
                    <a:pt x="1405" y="780"/>
                    <a:pt x="490" y="2107"/>
                    <a:pt x="245" y="2576"/>
                  </a:cubicBezTo>
                  <a:cubicBezTo>
                    <a:pt x="1" y="3045"/>
                    <a:pt x="51" y="4124"/>
                    <a:pt x="852" y="4124"/>
                  </a:cubicBezTo>
                  <a:cubicBezTo>
                    <a:pt x="1655" y="4124"/>
                    <a:pt x="2015" y="3542"/>
                    <a:pt x="2317" y="3157"/>
                  </a:cubicBezTo>
                  <a:cubicBezTo>
                    <a:pt x="2621" y="2771"/>
                    <a:pt x="2588" y="1693"/>
                    <a:pt x="2676" y="1333"/>
                  </a:cubicBezTo>
                  <a:cubicBezTo>
                    <a:pt x="2764" y="972"/>
                    <a:pt x="2926" y="201"/>
                    <a:pt x="2124" y="34"/>
                  </a:cubicBezTo>
                  <a:cubicBezTo>
                    <a:pt x="2009" y="10"/>
                    <a:pt x="1910" y="0"/>
                    <a:pt x="18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34"/>
            <p:cNvSpPr/>
            <p:nvPr/>
          </p:nvSpPr>
          <p:spPr>
            <a:xfrm>
              <a:off x="4831475" y="754975"/>
              <a:ext cx="74650" cy="108700"/>
            </a:xfrm>
            <a:custGeom>
              <a:rect b="b" l="l" r="r" t="t"/>
              <a:pathLst>
                <a:path extrusionOk="0" h="4348" w="2986">
                  <a:moveTo>
                    <a:pt x="1920" y="214"/>
                  </a:moveTo>
                  <a:cubicBezTo>
                    <a:pt x="1998" y="214"/>
                    <a:pt x="2076" y="226"/>
                    <a:pt x="2152" y="252"/>
                  </a:cubicBezTo>
                  <a:cubicBezTo>
                    <a:pt x="2329" y="275"/>
                    <a:pt x="2488" y="372"/>
                    <a:pt x="2591" y="518"/>
                  </a:cubicBezTo>
                  <a:cubicBezTo>
                    <a:pt x="2765" y="783"/>
                    <a:pt x="2670" y="1209"/>
                    <a:pt x="2621" y="1423"/>
                  </a:cubicBezTo>
                  <a:cubicBezTo>
                    <a:pt x="2593" y="1590"/>
                    <a:pt x="2572" y="1757"/>
                    <a:pt x="2561" y="1927"/>
                  </a:cubicBezTo>
                  <a:cubicBezTo>
                    <a:pt x="2524" y="2366"/>
                    <a:pt x="2474" y="2963"/>
                    <a:pt x="2282" y="3206"/>
                  </a:cubicBezTo>
                  <a:lnTo>
                    <a:pt x="2194" y="3320"/>
                  </a:lnTo>
                  <a:cubicBezTo>
                    <a:pt x="1905" y="3707"/>
                    <a:pt x="1576" y="4133"/>
                    <a:pt x="901" y="4133"/>
                  </a:cubicBezTo>
                  <a:cubicBezTo>
                    <a:pt x="893" y="4134"/>
                    <a:pt x="885" y="4134"/>
                    <a:pt x="878" y="4134"/>
                  </a:cubicBezTo>
                  <a:cubicBezTo>
                    <a:pt x="683" y="4134"/>
                    <a:pt x="503" y="4028"/>
                    <a:pt x="405" y="3859"/>
                  </a:cubicBezTo>
                  <a:cubicBezTo>
                    <a:pt x="228" y="3508"/>
                    <a:pt x="222" y="3097"/>
                    <a:pt x="388" y="2741"/>
                  </a:cubicBezTo>
                  <a:cubicBezTo>
                    <a:pt x="630" y="2282"/>
                    <a:pt x="1542" y="969"/>
                    <a:pt x="1542" y="956"/>
                  </a:cubicBezTo>
                  <a:cubicBezTo>
                    <a:pt x="1559" y="933"/>
                    <a:pt x="1565" y="904"/>
                    <a:pt x="1559" y="875"/>
                  </a:cubicBezTo>
                  <a:lnTo>
                    <a:pt x="1480" y="475"/>
                  </a:lnTo>
                  <a:cubicBezTo>
                    <a:pt x="1486" y="406"/>
                    <a:pt x="1521" y="344"/>
                    <a:pt x="1574" y="302"/>
                  </a:cubicBezTo>
                  <a:cubicBezTo>
                    <a:pt x="1682" y="243"/>
                    <a:pt x="1801" y="214"/>
                    <a:pt x="1920" y="214"/>
                  </a:cubicBezTo>
                  <a:close/>
                  <a:moveTo>
                    <a:pt x="1917" y="1"/>
                  </a:moveTo>
                  <a:cubicBezTo>
                    <a:pt x="1749" y="1"/>
                    <a:pt x="1583" y="49"/>
                    <a:pt x="1439" y="141"/>
                  </a:cubicBezTo>
                  <a:cubicBezTo>
                    <a:pt x="1336" y="225"/>
                    <a:pt x="1274" y="348"/>
                    <a:pt x="1266" y="481"/>
                  </a:cubicBezTo>
                  <a:lnTo>
                    <a:pt x="1266" y="502"/>
                  </a:lnTo>
                  <a:lnTo>
                    <a:pt x="1341" y="872"/>
                  </a:lnTo>
                  <a:cubicBezTo>
                    <a:pt x="1187" y="1094"/>
                    <a:pt x="428" y="2217"/>
                    <a:pt x="200" y="2643"/>
                  </a:cubicBezTo>
                  <a:cubicBezTo>
                    <a:pt x="0" y="3064"/>
                    <a:pt x="8" y="3554"/>
                    <a:pt x="222" y="3968"/>
                  </a:cubicBezTo>
                  <a:cubicBezTo>
                    <a:pt x="357" y="4203"/>
                    <a:pt x="610" y="4348"/>
                    <a:pt x="881" y="4348"/>
                  </a:cubicBezTo>
                  <a:cubicBezTo>
                    <a:pt x="888" y="4348"/>
                    <a:pt x="895" y="4348"/>
                    <a:pt x="901" y="4348"/>
                  </a:cubicBezTo>
                  <a:lnTo>
                    <a:pt x="901" y="4346"/>
                  </a:lnTo>
                  <a:cubicBezTo>
                    <a:pt x="1680" y="4346"/>
                    <a:pt x="2073" y="3828"/>
                    <a:pt x="2365" y="3451"/>
                  </a:cubicBezTo>
                  <a:lnTo>
                    <a:pt x="2453" y="3338"/>
                  </a:lnTo>
                  <a:cubicBezTo>
                    <a:pt x="2682" y="3043"/>
                    <a:pt x="2736" y="2436"/>
                    <a:pt x="2776" y="1947"/>
                  </a:cubicBezTo>
                  <a:cubicBezTo>
                    <a:pt x="2786" y="1788"/>
                    <a:pt x="2804" y="1629"/>
                    <a:pt x="2832" y="1472"/>
                  </a:cubicBezTo>
                  <a:cubicBezTo>
                    <a:pt x="2885" y="1240"/>
                    <a:pt x="2986" y="755"/>
                    <a:pt x="2773" y="406"/>
                  </a:cubicBezTo>
                  <a:cubicBezTo>
                    <a:pt x="2639" y="211"/>
                    <a:pt x="2430" y="80"/>
                    <a:pt x="2197" y="46"/>
                  </a:cubicBezTo>
                  <a:cubicBezTo>
                    <a:pt x="2105" y="16"/>
                    <a:pt x="2011" y="1"/>
                    <a:pt x="191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34"/>
            <p:cNvSpPr/>
            <p:nvPr/>
          </p:nvSpPr>
          <p:spPr>
            <a:xfrm>
              <a:off x="4834675" y="763000"/>
              <a:ext cx="61125" cy="45700"/>
            </a:xfrm>
            <a:custGeom>
              <a:rect b="b" l="l" r="r" t="t"/>
              <a:pathLst>
                <a:path extrusionOk="0" h="1828" w="2445">
                  <a:moveTo>
                    <a:pt x="1627" y="1"/>
                  </a:moveTo>
                  <a:cubicBezTo>
                    <a:pt x="1500" y="1"/>
                    <a:pt x="1368" y="48"/>
                    <a:pt x="1244" y="160"/>
                  </a:cubicBezTo>
                  <a:cubicBezTo>
                    <a:pt x="852" y="566"/>
                    <a:pt x="484" y="994"/>
                    <a:pt x="139" y="1439"/>
                  </a:cubicBezTo>
                  <a:cubicBezTo>
                    <a:pt x="1" y="1689"/>
                    <a:pt x="166" y="1827"/>
                    <a:pt x="608" y="1827"/>
                  </a:cubicBezTo>
                  <a:cubicBezTo>
                    <a:pt x="1049" y="1827"/>
                    <a:pt x="2100" y="1439"/>
                    <a:pt x="2295" y="943"/>
                  </a:cubicBezTo>
                  <a:cubicBezTo>
                    <a:pt x="2445" y="558"/>
                    <a:pt x="2063" y="1"/>
                    <a:pt x="16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34"/>
            <p:cNvSpPr/>
            <p:nvPr/>
          </p:nvSpPr>
          <p:spPr>
            <a:xfrm>
              <a:off x="4833775" y="760550"/>
              <a:ext cx="62875" cy="50600"/>
            </a:xfrm>
            <a:custGeom>
              <a:rect b="b" l="l" r="r" t="t"/>
              <a:pathLst>
                <a:path extrusionOk="0" h="2024" w="2515">
                  <a:moveTo>
                    <a:pt x="1670" y="205"/>
                  </a:moveTo>
                  <a:cubicBezTo>
                    <a:pt x="1768" y="205"/>
                    <a:pt x="1866" y="237"/>
                    <a:pt x="1948" y="301"/>
                  </a:cubicBezTo>
                  <a:cubicBezTo>
                    <a:pt x="2182" y="447"/>
                    <a:pt x="2295" y="727"/>
                    <a:pt x="2230" y="993"/>
                  </a:cubicBezTo>
                  <a:cubicBezTo>
                    <a:pt x="2060" y="1433"/>
                    <a:pt x="1070" y="1811"/>
                    <a:pt x="644" y="1811"/>
                  </a:cubicBezTo>
                  <a:cubicBezTo>
                    <a:pt x="389" y="1811"/>
                    <a:pt x="261" y="1750"/>
                    <a:pt x="241" y="1714"/>
                  </a:cubicBezTo>
                  <a:cubicBezTo>
                    <a:pt x="220" y="1678"/>
                    <a:pt x="249" y="1616"/>
                    <a:pt x="269" y="1581"/>
                  </a:cubicBezTo>
                  <a:cubicBezTo>
                    <a:pt x="607" y="1145"/>
                    <a:pt x="969" y="730"/>
                    <a:pt x="1354" y="335"/>
                  </a:cubicBezTo>
                  <a:lnTo>
                    <a:pt x="1354" y="334"/>
                  </a:lnTo>
                  <a:cubicBezTo>
                    <a:pt x="1441" y="249"/>
                    <a:pt x="1555" y="205"/>
                    <a:pt x="1670" y="205"/>
                  </a:cubicBezTo>
                  <a:close/>
                  <a:moveTo>
                    <a:pt x="1661" y="1"/>
                  </a:moveTo>
                  <a:cubicBezTo>
                    <a:pt x="1494" y="1"/>
                    <a:pt x="1329" y="63"/>
                    <a:pt x="1202" y="185"/>
                  </a:cubicBezTo>
                  <a:cubicBezTo>
                    <a:pt x="803" y="594"/>
                    <a:pt x="430" y="1025"/>
                    <a:pt x="81" y="1477"/>
                  </a:cubicBezTo>
                  <a:cubicBezTo>
                    <a:pt x="10" y="1579"/>
                    <a:pt x="1" y="1711"/>
                    <a:pt x="57" y="1821"/>
                  </a:cubicBezTo>
                  <a:cubicBezTo>
                    <a:pt x="138" y="1958"/>
                    <a:pt x="330" y="2024"/>
                    <a:pt x="644" y="2024"/>
                  </a:cubicBezTo>
                  <a:cubicBezTo>
                    <a:pt x="1128" y="2024"/>
                    <a:pt x="2215" y="1620"/>
                    <a:pt x="2413" y="1077"/>
                  </a:cubicBezTo>
                  <a:cubicBezTo>
                    <a:pt x="2514" y="718"/>
                    <a:pt x="2368" y="335"/>
                    <a:pt x="2056" y="131"/>
                  </a:cubicBezTo>
                  <a:cubicBezTo>
                    <a:pt x="1938" y="44"/>
                    <a:pt x="1799" y="1"/>
                    <a:pt x="166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34"/>
            <p:cNvSpPr/>
            <p:nvPr/>
          </p:nvSpPr>
          <p:spPr>
            <a:xfrm>
              <a:off x="4825000" y="723750"/>
              <a:ext cx="44250" cy="53775"/>
            </a:xfrm>
            <a:custGeom>
              <a:rect b="b" l="l" r="r" t="t"/>
              <a:pathLst>
                <a:path extrusionOk="0" h="2151" w="1770">
                  <a:moveTo>
                    <a:pt x="787" y="0"/>
                  </a:moveTo>
                  <a:cubicBezTo>
                    <a:pt x="436" y="0"/>
                    <a:pt x="0" y="228"/>
                    <a:pt x="0" y="350"/>
                  </a:cubicBezTo>
                  <a:cubicBezTo>
                    <a:pt x="0" y="516"/>
                    <a:pt x="139" y="1843"/>
                    <a:pt x="304" y="1980"/>
                  </a:cubicBezTo>
                  <a:cubicBezTo>
                    <a:pt x="471" y="2095"/>
                    <a:pt x="662" y="2151"/>
                    <a:pt x="850" y="2151"/>
                  </a:cubicBezTo>
                  <a:cubicBezTo>
                    <a:pt x="1156" y="2151"/>
                    <a:pt x="1457" y="2005"/>
                    <a:pt x="1644" y="1734"/>
                  </a:cubicBezTo>
                  <a:cubicBezTo>
                    <a:pt x="1698" y="1657"/>
                    <a:pt x="1739" y="1572"/>
                    <a:pt x="1769" y="1483"/>
                  </a:cubicBezTo>
                  <a:cubicBezTo>
                    <a:pt x="1769" y="1483"/>
                    <a:pt x="1410" y="375"/>
                    <a:pt x="1105" y="101"/>
                  </a:cubicBezTo>
                  <a:cubicBezTo>
                    <a:pt x="1025" y="29"/>
                    <a:pt x="911" y="0"/>
                    <a:pt x="7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34"/>
            <p:cNvSpPr/>
            <p:nvPr/>
          </p:nvSpPr>
          <p:spPr>
            <a:xfrm>
              <a:off x="4822275" y="721150"/>
              <a:ext cx="49675" cy="58975"/>
            </a:xfrm>
            <a:custGeom>
              <a:rect b="b" l="l" r="r" t="t"/>
              <a:pathLst>
                <a:path extrusionOk="0" h="2359" w="1987">
                  <a:moveTo>
                    <a:pt x="926" y="208"/>
                  </a:moveTo>
                  <a:cubicBezTo>
                    <a:pt x="1004" y="208"/>
                    <a:pt x="1080" y="235"/>
                    <a:pt x="1141" y="284"/>
                  </a:cubicBezTo>
                  <a:cubicBezTo>
                    <a:pt x="1366" y="486"/>
                    <a:pt x="1653" y="1253"/>
                    <a:pt x="1765" y="1581"/>
                  </a:cubicBezTo>
                  <a:cubicBezTo>
                    <a:pt x="1667" y="1844"/>
                    <a:pt x="1448" y="2047"/>
                    <a:pt x="1175" y="2121"/>
                  </a:cubicBezTo>
                  <a:cubicBezTo>
                    <a:pt x="1109" y="2136"/>
                    <a:pt x="1041" y="2144"/>
                    <a:pt x="974" y="2144"/>
                  </a:cubicBezTo>
                  <a:cubicBezTo>
                    <a:pt x="802" y="2144"/>
                    <a:pt x="631" y="2095"/>
                    <a:pt x="483" y="2002"/>
                  </a:cubicBezTo>
                  <a:cubicBezTo>
                    <a:pt x="364" y="1874"/>
                    <a:pt x="214" y="683"/>
                    <a:pt x="214" y="468"/>
                  </a:cubicBezTo>
                  <a:cubicBezTo>
                    <a:pt x="355" y="339"/>
                    <a:pt x="531" y="256"/>
                    <a:pt x="720" y="227"/>
                  </a:cubicBezTo>
                  <a:cubicBezTo>
                    <a:pt x="778" y="215"/>
                    <a:pt x="838" y="209"/>
                    <a:pt x="897" y="209"/>
                  </a:cubicBezTo>
                  <a:cubicBezTo>
                    <a:pt x="907" y="209"/>
                    <a:pt x="916" y="208"/>
                    <a:pt x="926" y="208"/>
                  </a:cubicBezTo>
                  <a:close/>
                  <a:moveTo>
                    <a:pt x="896" y="1"/>
                  </a:moveTo>
                  <a:cubicBezTo>
                    <a:pt x="713" y="1"/>
                    <a:pt x="515" y="55"/>
                    <a:pt x="357" y="126"/>
                  </a:cubicBezTo>
                  <a:cubicBezTo>
                    <a:pt x="215" y="183"/>
                    <a:pt x="1" y="305"/>
                    <a:pt x="1" y="458"/>
                  </a:cubicBezTo>
                  <a:cubicBezTo>
                    <a:pt x="1" y="458"/>
                    <a:pt x="108" y="1968"/>
                    <a:pt x="342" y="2164"/>
                  </a:cubicBezTo>
                  <a:cubicBezTo>
                    <a:pt x="527" y="2290"/>
                    <a:pt x="745" y="2358"/>
                    <a:pt x="968" y="2358"/>
                  </a:cubicBezTo>
                  <a:cubicBezTo>
                    <a:pt x="972" y="2358"/>
                    <a:pt x="977" y="2358"/>
                    <a:pt x="982" y="2358"/>
                  </a:cubicBezTo>
                  <a:cubicBezTo>
                    <a:pt x="1065" y="2358"/>
                    <a:pt x="1147" y="2349"/>
                    <a:pt x="1228" y="2331"/>
                  </a:cubicBezTo>
                  <a:cubicBezTo>
                    <a:pt x="1579" y="2234"/>
                    <a:pt x="1859" y="1971"/>
                    <a:pt x="1978" y="1627"/>
                  </a:cubicBezTo>
                  <a:cubicBezTo>
                    <a:pt x="1987" y="1603"/>
                    <a:pt x="1987" y="1576"/>
                    <a:pt x="1978" y="1552"/>
                  </a:cubicBezTo>
                  <a:cubicBezTo>
                    <a:pt x="1939" y="1438"/>
                    <a:pt x="1600" y="413"/>
                    <a:pt x="1284" y="126"/>
                  </a:cubicBezTo>
                  <a:cubicBezTo>
                    <a:pt x="1183" y="36"/>
                    <a:pt x="1044" y="1"/>
                    <a:pt x="89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34"/>
            <p:cNvSpPr/>
            <p:nvPr/>
          </p:nvSpPr>
          <p:spPr>
            <a:xfrm>
              <a:off x="4814125" y="710275"/>
              <a:ext cx="39900" cy="29500"/>
            </a:xfrm>
            <a:custGeom>
              <a:rect b="b" l="l" r="r" t="t"/>
              <a:pathLst>
                <a:path extrusionOk="0" h="1180" w="1596">
                  <a:moveTo>
                    <a:pt x="633" y="0"/>
                  </a:moveTo>
                  <a:cubicBezTo>
                    <a:pt x="605" y="0"/>
                    <a:pt x="576" y="2"/>
                    <a:pt x="547" y="4"/>
                  </a:cubicBezTo>
                  <a:cubicBezTo>
                    <a:pt x="1" y="88"/>
                    <a:pt x="20" y="475"/>
                    <a:pt x="214" y="805"/>
                  </a:cubicBezTo>
                  <a:cubicBezTo>
                    <a:pt x="372" y="1074"/>
                    <a:pt x="494" y="1180"/>
                    <a:pt x="742" y="1180"/>
                  </a:cubicBezTo>
                  <a:cubicBezTo>
                    <a:pt x="798" y="1180"/>
                    <a:pt x="861" y="1174"/>
                    <a:pt x="933" y="1164"/>
                  </a:cubicBezTo>
                  <a:cubicBezTo>
                    <a:pt x="1195" y="1106"/>
                    <a:pt x="1429" y="960"/>
                    <a:pt x="1595" y="750"/>
                  </a:cubicBezTo>
                  <a:cubicBezTo>
                    <a:pt x="1483" y="306"/>
                    <a:pt x="1084" y="0"/>
                    <a:pt x="6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34"/>
            <p:cNvSpPr/>
            <p:nvPr/>
          </p:nvSpPr>
          <p:spPr>
            <a:xfrm>
              <a:off x="4812825" y="707575"/>
              <a:ext cx="43950" cy="34875"/>
            </a:xfrm>
            <a:custGeom>
              <a:rect b="b" l="l" r="r" t="t"/>
              <a:pathLst>
                <a:path extrusionOk="0" h="1395" w="1758">
                  <a:moveTo>
                    <a:pt x="720" y="210"/>
                  </a:moveTo>
                  <a:cubicBezTo>
                    <a:pt x="1089" y="231"/>
                    <a:pt x="1411" y="472"/>
                    <a:pt x="1533" y="822"/>
                  </a:cubicBezTo>
                  <a:cubicBezTo>
                    <a:pt x="1387" y="994"/>
                    <a:pt x="1189" y="1113"/>
                    <a:pt x="970" y="1160"/>
                  </a:cubicBezTo>
                  <a:cubicBezTo>
                    <a:pt x="900" y="1170"/>
                    <a:pt x="841" y="1176"/>
                    <a:pt x="789" y="1176"/>
                  </a:cubicBezTo>
                  <a:cubicBezTo>
                    <a:pt x="591" y="1176"/>
                    <a:pt x="498" y="1094"/>
                    <a:pt x="358" y="852"/>
                  </a:cubicBezTo>
                  <a:cubicBezTo>
                    <a:pt x="258" y="721"/>
                    <a:pt x="227" y="553"/>
                    <a:pt x="273" y="395"/>
                  </a:cubicBezTo>
                  <a:cubicBezTo>
                    <a:pt x="318" y="300"/>
                    <a:pt x="432" y="237"/>
                    <a:pt x="614" y="210"/>
                  </a:cubicBezTo>
                  <a:close/>
                  <a:moveTo>
                    <a:pt x="681" y="0"/>
                  </a:moveTo>
                  <a:cubicBezTo>
                    <a:pt x="648" y="0"/>
                    <a:pt x="615" y="2"/>
                    <a:pt x="581" y="5"/>
                  </a:cubicBezTo>
                  <a:cubicBezTo>
                    <a:pt x="373" y="14"/>
                    <a:pt x="182" y="129"/>
                    <a:pt x="78" y="310"/>
                  </a:cubicBezTo>
                  <a:cubicBezTo>
                    <a:pt x="1" y="532"/>
                    <a:pt x="36" y="778"/>
                    <a:pt x="175" y="967"/>
                  </a:cubicBezTo>
                  <a:cubicBezTo>
                    <a:pt x="355" y="1276"/>
                    <a:pt x="511" y="1394"/>
                    <a:pt x="793" y="1394"/>
                  </a:cubicBezTo>
                  <a:cubicBezTo>
                    <a:pt x="861" y="1393"/>
                    <a:pt x="931" y="1388"/>
                    <a:pt x="1000" y="1379"/>
                  </a:cubicBezTo>
                  <a:cubicBezTo>
                    <a:pt x="1290" y="1317"/>
                    <a:pt x="1549" y="1154"/>
                    <a:pt x="1734" y="922"/>
                  </a:cubicBezTo>
                  <a:cubicBezTo>
                    <a:pt x="1750" y="900"/>
                    <a:pt x="1757" y="870"/>
                    <a:pt x="1752" y="842"/>
                  </a:cubicBezTo>
                  <a:cubicBezTo>
                    <a:pt x="1630" y="344"/>
                    <a:pt x="1185" y="0"/>
                    <a:pt x="6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34"/>
            <p:cNvSpPr/>
            <p:nvPr/>
          </p:nvSpPr>
          <p:spPr>
            <a:xfrm>
              <a:off x="4791175" y="704825"/>
              <a:ext cx="50075" cy="32025"/>
            </a:xfrm>
            <a:custGeom>
              <a:rect b="b" l="l" r="r" t="t"/>
              <a:pathLst>
                <a:path extrusionOk="0" h="1281" w="2003">
                  <a:moveTo>
                    <a:pt x="1215" y="0"/>
                  </a:moveTo>
                  <a:cubicBezTo>
                    <a:pt x="829" y="0"/>
                    <a:pt x="83" y="553"/>
                    <a:pt x="27" y="996"/>
                  </a:cubicBezTo>
                  <a:cubicBezTo>
                    <a:pt x="1" y="1208"/>
                    <a:pt x="182" y="1280"/>
                    <a:pt x="435" y="1280"/>
                  </a:cubicBezTo>
                  <a:cubicBezTo>
                    <a:pt x="714" y="1280"/>
                    <a:pt x="1079" y="1193"/>
                    <a:pt x="1353" y="1107"/>
                  </a:cubicBezTo>
                  <a:cubicBezTo>
                    <a:pt x="1691" y="1001"/>
                    <a:pt x="1834" y="938"/>
                    <a:pt x="1909" y="770"/>
                  </a:cubicBezTo>
                  <a:cubicBezTo>
                    <a:pt x="2003" y="535"/>
                    <a:pt x="1906" y="264"/>
                    <a:pt x="1682" y="143"/>
                  </a:cubicBezTo>
                  <a:cubicBezTo>
                    <a:pt x="1541" y="57"/>
                    <a:pt x="1380" y="8"/>
                    <a:pt x="12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34"/>
            <p:cNvSpPr/>
            <p:nvPr/>
          </p:nvSpPr>
          <p:spPr>
            <a:xfrm>
              <a:off x="4788400" y="702150"/>
              <a:ext cx="55600" cy="37425"/>
            </a:xfrm>
            <a:custGeom>
              <a:rect b="b" l="l" r="r" t="t"/>
              <a:pathLst>
                <a:path extrusionOk="0" h="1497" w="2224">
                  <a:moveTo>
                    <a:pt x="1326" y="213"/>
                  </a:moveTo>
                  <a:cubicBezTo>
                    <a:pt x="1473" y="222"/>
                    <a:pt x="1616" y="265"/>
                    <a:pt x="1743" y="341"/>
                  </a:cubicBezTo>
                  <a:cubicBezTo>
                    <a:pt x="1919" y="436"/>
                    <a:pt x="1994" y="648"/>
                    <a:pt x="1922" y="834"/>
                  </a:cubicBezTo>
                  <a:cubicBezTo>
                    <a:pt x="1859" y="957"/>
                    <a:pt x="1764" y="1007"/>
                    <a:pt x="1433" y="1112"/>
                  </a:cubicBezTo>
                  <a:cubicBezTo>
                    <a:pt x="1085" y="1222"/>
                    <a:pt x="767" y="1279"/>
                    <a:pt x="547" y="1279"/>
                  </a:cubicBezTo>
                  <a:cubicBezTo>
                    <a:pt x="419" y="1279"/>
                    <a:pt x="323" y="1260"/>
                    <a:pt x="275" y="1220"/>
                  </a:cubicBezTo>
                  <a:cubicBezTo>
                    <a:pt x="245" y="1194"/>
                    <a:pt x="233" y="1154"/>
                    <a:pt x="243" y="1115"/>
                  </a:cubicBezTo>
                  <a:cubicBezTo>
                    <a:pt x="293" y="736"/>
                    <a:pt x="975" y="214"/>
                    <a:pt x="1326" y="214"/>
                  </a:cubicBezTo>
                  <a:lnTo>
                    <a:pt x="1326" y="213"/>
                  </a:lnTo>
                  <a:close/>
                  <a:moveTo>
                    <a:pt x="1316" y="0"/>
                  </a:moveTo>
                  <a:cubicBezTo>
                    <a:pt x="873" y="0"/>
                    <a:pt x="83" y="596"/>
                    <a:pt x="22" y="1089"/>
                  </a:cubicBezTo>
                  <a:cubicBezTo>
                    <a:pt x="1" y="1199"/>
                    <a:pt x="42" y="1312"/>
                    <a:pt x="127" y="1385"/>
                  </a:cubicBezTo>
                  <a:cubicBezTo>
                    <a:pt x="237" y="1457"/>
                    <a:pt x="366" y="1496"/>
                    <a:pt x="496" y="1496"/>
                  </a:cubicBezTo>
                  <a:cubicBezTo>
                    <a:pt x="516" y="1496"/>
                    <a:pt x="535" y="1495"/>
                    <a:pt x="555" y="1493"/>
                  </a:cubicBezTo>
                  <a:cubicBezTo>
                    <a:pt x="872" y="1476"/>
                    <a:pt x="1184" y="1416"/>
                    <a:pt x="1487" y="1315"/>
                  </a:cubicBezTo>
                  <a:cubicBezTo>
                    <a:pt x="1817" y="1209"/>
                    <a:pt x="2011" y="1133"/>
                    <a:pt x="2106" y="920"/>
                  </a:cubicBezTo>
                  <a:cubicBezTo>
                    <a:pt x="2224" y="633"/>
                    <a:pt x="2108" y="305"/>
                    <a:pt x="1835" y="156"/>
                  </a:cubicBezTo>
                  <a:cubicBezTo>
                    <a:pt x="1679" y="61"/>
                    <a:pt x="1499" y="8"/>
                    <a:pt x="131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34"/>
            <p:cNvSpPr/>
            <p:nvPr/>
          </p:nvSpPr>
          <p:spPr>
            <a:xfrm>
              <a:off x="4786325" y="753200"/>
              <a:ext cx="49550" cy="87925"/>
            </a:xfrm>
            <a:custGeom>
              <a:rect b="b" l="l" r="r" t="t"/>
              <a:pathLst>
                <a:path extrusionOk="0" h="3517" w="1982">
                  <a:moveTo>
                    <a:pt x="953" y="1"/>
                  </a:moveTo>
                  <a:cubicBezTo>
                    <a:pt x="930" y="1"/>
                    <a:pt x="908" y="2"/>
                    <a:pt x="885" y="4"/>
                  </a:cubicBezTo>
                  <a:cubicBezTo>
                    <a:pt x="742" y="17"/>
                    <a:pt x="605" y="71"/>
                    <a:pt x="492" y="159"/>
                  </a:cubicBezTo>
                  <a:cubicBezTo>
                    <a:pt x="441" y="202"/>
                    <a:pt x="396" y="253"/>
                    <a:pt x="361" y="309"/>
                  </a:cubicBezTo>
                  <a:cubicBezTo>
                    <a:pt x="0" y="833"/>
                    <a:pt x="608" y="1826"/>
                    <a:pt x="718" y="2105"/>
                  </a:cubicBezTo>
                  <a:cubicBezTo>
                    <a:pt x="830" y="2382"/>
                    <a:pt x="995" y="3430"/>
                    <a:pt x="1492" y="3513"/>
                  </a:cubicBezTo>
                  <a:cubicBezTo>
                    <a:pt x="1507" y="3516"/>
                    <a:pt x="1521" y="3517"/>
                    <a:pt x="1534" y="3517"/>
                  </a:cubicBezTo>
                  <a:cubicBezTo>
                    <a:pt x="1982" y="3517"/>
                    <a:pt x="1849" y="2198"/>
                    <a:pt x="1768" y="1634"/>
                  </a:cubicBezTo>
                  <a:cubicBezTo>
                    <a:pt x="1720" y="1302"/>
                    <a:pt x="1728" y="982"/>
                    <a:pt x="1693" y="677"/>
                  </a:cubicBezTo>
                  <a:cubicBezTo>
                    <a:pt x="1658" y="292"/>
                    <a:pt x="1334" y="1"/>
                    <a:pt x="95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34"/>
            <p:cNvSpPr/>
            <p:nvPr/>
          </p:nvSpPr>
          <p:spPr>
            <a:xfrm>
              <a:off x="4784725" y="750400"/>
              <a:ext cx="52950" cy="93325"/>
            </a:xfrm>
            <a:custGeom>
              <a:rect b="b" l="l" r="r" t="t"/>
              <a:pathLst>
                <a:path extrusionOk="0" h="3733" w="2118">
                  <a:moveTo>
                    <a:pt x="1021" y="205"/>
                  </a:moveTo>
                  <a:cubicBezTo>
                    <a:pt x="1089" y="205"/>
                    <a:pt x="1159" y="217"/>
                    <a:pt x="1224" y="239"/>
                  </a:cubicBezTo>
                  <a:cubicBezTo>
                    <a:pt x="1457" y="329"/>
                    <a:pt x="1620" y="539"/>
                    <a:pt x="1650" y="786"/>
                  </a:cubicBezTo>
                  <a:cubicBezTo>
                    <a:pt x="1665" y="921"/>
                    <a:pt x="1680" y="1061"/>
                    <a:pt x="1680" y="1201"/>
                  </a:cubicBezTo>
                  <a:cubicBezTo>
                    <a:pt x="1690" y="1379"/>
                    <a:pt x="1699" y="1562"/>
                    <a:pt x="1728" y="1748"/>
                  </a:cubicBezTo>
                  <a:cubicBezTo>
                    <a:pt x="1856" y="2638"/>
                    <a:pt x="1832" y="3319"/>
                    <a:pt x="1668" y="3479"/>
                  </a:cubicBezTo>
                  <a:cubicBezTo>
                    <a:pt x="1649" y="3499"/>
                    <a:pt x="1623" y="3509"/>
                    <a:pt x="1598" y="3509"/>
                  </a:cubicBezTo>
                  <a:cubicBezTo>
                    <a:pt x="1590" y="3509"/>
                    <a:pt x="1582" y="3508"/>
                    <a:pt x="1574" y="3506"/>
                  </a:cubicBezTo>
                  <a:cubicBezTo>
                    <a:pt x="1247" y="3457"/>
                    <a:pt x="1069" y="2820"/>
                    <a:pt x="965" y="2440"/>
                  </a:cubicBezTo>
                  <a:cubicBezTo>
                    <a:pt x="931" y="2322"/>
                    <a:pt x="901" y="2214"/>
                    <a:pt x="882" y="2168"/>
                  </a:cubicBezTo>
                  <a:cubicBezTo>
                    <a:pt x="864" y="2120"/>
                    <a:pt x="830" y="2052"/>
                    <a:pt x="788" y="1970"/>
                  </a:cubicBezTo>
                  <a:cubicBezTo>
                    <a:pt x="614" y="1612"/>
                    <a:pt x="248" y="862"/>
                    <a:pt x="511" y="476"/>
                  </a:cubicBezTo>
                  <a:cubicBezTo>
                    <a:pt x="544" y="429"/>
                    <a:pt x="583" y="384"/>
                    <a:pt x="627" y="347"/>
                  </a:cubicBezTo>
                  <a:cubicBezTo>
                    <a:pt x="730" y="256"/>
                    <a:pt x="861" y="207"/>
                    <a:pt x="998" y="205"/>
                  </a:cubicBezTo>
                  <a:cubicBezTo>
                    <a:pt x="1006" y="205"/>
                    <a:pt x="1013" y="205"/>
                    <a:pt x="1021" y="205"/>
                  </a:cubicBezTo>
                  <a:close/>
                  <a:moveTo>
                    <a:pt x="1006" y="1"/>
                  </a:moveTo>
                  <a:cubicBezTo>
                    <a:pt x="819" y="1"/>
                    <a:pt x="635" y="67"/>
                    <a:pt x="489" y="195"/>
                  </a:cubicBezTo>
                  <a:cubicBezTo>
                    <a:pt x="429" y="244"/>
                    <a:pt x="379" y="302"/>
                    <a:pt x="334" y="365"/>
                  </a:cubicBezTo>
                  <a:cubicBezTo>
                    <a:pt x="0" y="848"/>
                    <a:pt x="383" y="1645"/>
                    <a:pt x="597" y="2071"/>
                  </a:cubicBezTo>
                  <a:cubicBezTo>
                    <a:pt x="635" y="2148"/>
                    <a:pt x="663" y="2205"/>
                    <a:pt x="684" y="2257"/>
                  </a:cubicBezTo>
                  <a:cubicBezTo>
                    <a:pt x="706" y="2308"/>
                    <a:pt x="728" y="2400"/>
                    <a:pt x="758" y="2506"/>
                  </a:cubicBezTo>
                  <a:cubicBezTo>
                    <a:pt x="886" y="2963"/>
                    <a:pt x="1078" y="3654"/>
                    <a:pt x="1540" y="3731"/>
                  </a:cubicBezTo>
                  <a:cubicBezTo>
                    <a:pt x="1549" y="3732"/>
                    <a:pt x="1558" y="3732"/>
                    <a:pt x="1568" y="3732"/>
                  </a:cubicBezTo>
                  <a:cubicBezTo>
                    <a:pt x="1577" y="3732"/>
                    <a:pt x="1587" y="3732"/>
                    <a:pt x="1597" y="3731"/>
                  </a:cubicBezTo>
                  <a:lnTo>
                    <a:pt x="1597" y="3730"/>
                  </a:lnTo>
                  <a:cubicBezTo>
                    <a:pt x="1602" y="3730"/>
                    <a:pt x="1608" y="3730"/>
                    <a:pt x="1614" y="3730"/>
                  </a:cubicBezTo>
                  <a:cubicBezTo>
                    <a:pt x="1688" y="3730"/>
                    <a:pt x="1760" y="3703"/>
                    <a:pt x="1817" y="3654"/>
                  </a:cubicBezTo>
                  <a:cubicBezTo>
                    <a:pt x="2118" y="3353"/>
                    <a:pt x="2021" y="2322"/>
                    <a:pt x="1939" y="1734"/>
                  </a:cubicBezTo>
                  <a:cubicBezTo>
                    <a:pt x="1912" y="1557"/>
                    <a:pt x="1902" y="1350"/>
                    <a:pt x="1893" y="1207"/>
                  </a:cubicBezTo>
                  <a:cubicBezTo>
                    <a:pt x="1885" y="1064"/>
                    <a:pt x="1878" y="921"/>
                    <a:pt x="1862" y="781"/>
                  </a:cubicBezTo>
                  <a:cubicBezTo>
                    <a:pt x="1824" y="455"/>
                    <a:pt x="1610" y="178"/>
                    <a:pt x="1305" y="59"/>
                  </a:cubicBezTo>
                  <a:cubicBezTo>
                    <a:pt x="1208" y="20"/>
                    <a:pt x="1107" y="1"/>
                    <a:pt x="10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34"/>
            <p:cNvSpPr/>
            <p:nvPr/>
          </p:nvSpPr>
          <p:spPr>
            <a:xfrm>
              <a:off x="4804275" y="796700"/>
              <a:ext cx="26250" cy="9025"/>
            </a:xfrm>
            <a:custGeom>
              <a:rect b="b" l="l" r="r" t="t"/>
              <a:pathLst>
                <a:path extrusionOk="0" h="361" w="1050">
                  <a:moveTo>
                    <a:pt x="800" y="0"/>
                  </a:moveTo>
                  <a:cubicBezTo>
                    <a:pt x="498" y="0"/>
                    <a:pt x="205" y="128"/>
                    <a:pt x="0" y="360"/>
                  </a:cubicBezTo>
                  <a:lnTo>
                    <a:pt x="1050" y="30"/>
                  </a:lnTo>
                  <a:cubicBezTo>
                    <a:pt x="967" y="10"/>
                    <a:pt x="883" y="0"/>
                    <a:pt x="8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34"/>
            <p:cNvSpPr/>
            <p:nvPr/>
          </p:nvSpPr>
          <p:spPr>
            <a:xfrm>
              <a:off x="4801625" y="794000"/>
              <a:ext cx="31950" cy="14375"/>
            </a:xfrm>
            <a:custGeom>
              <a:rect b="b" l="l" r="r" t="t"/>
              <a:pathLst>
                <a:path extrusionOk="0" h="575" w="1278">
                  <a:moveTo>
                    <a:pt x="908" y="1"/>
                  </a:moveTo>
                  <a:cubicBezTo>
                    <a:pt x="574" y="1"/>
                    <a:pt x="251" y="143"/>
                    <a:pt x="26" y="400"/>
                  </a:cubicBezTo>
                  <a:cubicBezTo>
                    <a:pt x="9" y="419"/>
                    <a:pt x="0" y="443"/>
                    <a:pt x="0" y="467"/>
                  </a:cubicBezTo>
                  <a:cubicBezTo>
                    <a:pt x="0" y="526"/>
                    <a:pt x="48" y="574"/>
                    <a:pt x="106" y="574"/>
                  </a:cubicBezTo>
                  <a:cubicBezTo>
                    <a:pt x="109" y="574"/>
                    <a:pt x="112" y="574"/>
                    <a:pt x="116" y="574"/>
                  </a:cubicBezTo>
                  <a:cubicBezTo>
                    <a:pt x="143" y="574"/>
                    <a:pt x="169" y="563"/>
                    <a:pt x="188" y="543"/>
                  </a:cubicBezTo>
                  <a:cubicBezTo>
                    <a:pt x="375" y="336"/>
                    <a:pt x="639" y="222"/>
                    <a:pt x="912" y="222"/>
                  </a:cubicBezTo>
                  <a:cubicBezTo>
                    <a:pt x="984" y="222"/>
                    <a:pt x="1058" y="230"/>
                    <a:pt x="1130" y="246"/>
                  </a:cubicBezTo>
                  <a:cubicBezTo>
                    <a:pt x="1139" y="249"/>
                    <a:pt x="1148" y="250"/>
                    <a:pt x="1157" y="250"/>
                  </a:cubicBezTo>
                  <a:cubicBezTo>
                    <a:pt x="1206" y="250"/>
                    <a:pt x="1250" y="216"/>
                    <a:pt x="1263" y="166"/>
                  </a:cubicBezTo>
                  <a:cubicBezTo>
                    <a:pt x="1278" y="108"/>
                    <a:pt x="1242" y="47"/>
                    <a:pt x="1184" y="34"/>
                  </a:cubicBezTo>
                  <a:cubicBezTo>
                    <a:pt x="1092" y="11"/>
                    <a:pt x="1000" y="1"/>
                    <a:pt x="9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34"/>
            <p:cNvSpPr/>
            <p:nvPr/>
          </p:nvSpPr>
          <p:spPr>
            <a:xfrm>
              <a:off x="4732750" y="791925"/>
              <a:ext cx="50325" cy="69925"/>
            </a:xfrm>
            <a:custGeom>
              <a:rect b="b" l="l" r="r" t="t"/>
              <a:pathLst>
                <a:path extrusionOk="0" h="2797" w="2013">
                  <a:moveTo>
                    <a:pt x="759" y="1"/>
                  </a:moveTo>
                  <a:cubicBezTo>
                    <a:pt x="705" y="1"/>
                    <a:pt x="651" y="8"/>
                    <a:pt x="596" y="23"/>
                  </a:cubicBezTo>
                  <a:cubicBezTo>
                    <a:pt x="483" y="54"/>
                    <a:pt x="381" y="117"/>
                    <a:pt x="302" y="203"/>
                  </a:cubicBezTo>
                  <a:cubicBezTo>
                    <a:pt x="266" y="246"/>
                    <a:pt x="238" y="294"/>
                    <a:pt x="215" y="344"/>
                  </a:cubicBezTo>
                  <a:cubicBezTo>
                    <a:pt x="1" y="824"/>
                    <a:pt x="641" y="1547"/>
                    <a:pt x="763" y="1757"/>
                  </a:cubicBezTo>
                  <a:cubicBezTo>
                    <a:pt x="884" y="1969"/>
                    <a:pt x="1177" y="2797"/>
                    <a:pt x="1593" y="2797"/>
                  </a:cubicBezTo>
                  <a:cubicBezTo>
                    <a:pt x="1593" y="2797"/>
                    <a:pt x="1594" y="2797"/>
                    <a:pt x="1594" y="2797"/>
                  </a:cubicBezTo>
                  <a:cubicBezTo>
                    <a:pt x="2012" y="2795"/>
                    <a:pt x="1701" y="1686"/>
                    <a:pt x="1552" y="1224"/>
                  </a:cubicBezTo>
                  <a:cubicBezTo>
                    <a:pt x="1467" y="965"/>
                    <a:pt x="1426" y="702"/>
                    <a:pt x="1354" y="455"/>
                  </a:cubicBezTo>
                  <a:cubicBezTo>
                    <a:pt x="1278" y="181"/>
                    <a:pt x="1030" y="1"/>
                    <a:pt x="75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34"/>
            <p:cNvSpPr/>
            <p:nvPr/>
          </p:nvSpPr>
          <p:spPr>
            <a:xfrm>
              <a:off x="4730500" y="789150"/>
              <a:ext cx="52800" cy="75500"/>
            </a:xfrm>
            <a:custGeom>
              <a:rect b="b" l="l" r="r" t="t"/>
              <a:pathLst>
                <a:path extrusionOk="0" h="3020" w="2112">
                  <a:moveTo>
                    <a:pt x="823" y="214"/>
                  </a:moveTo>
                  <a:cubicBezTo>
                    <a:pt x="825" y="214"/>
                    <a:pt x="826" y="214"/>
                    <a:pt x="828" y="214"/>
                  </a:cubicBezTo>
                  <a:lnTo>
                    <a:pt x="829" y="214"/>
                  </a:lnTo>
                  <a:cubicBezTo>
                    <a:pt x="865" y="214"/>
                    <a:pt x="902" y="219"/>
                    <a:pt x="938" y="225"/>
                  </a:cubicBezTo>
                  <a:cubicBezTo>
                    <a:pt x="1133" y="262"/>
                    <a:pt x="1291" y="406"/>
                    <a:pt x="1348" y="597"/>
                  </a:cubicBezTo>
                  <a:cubicBezTo>
                    <a:pt x="1379" y="716"/>
                    <a:pt x="1406" y="817"/>
                    <a:pt x="1431" y="929"/>
                  </a:cubicBezTo>
                  <a:cubicBezTo>
                    <a:pt x="1465" y="1072"/>
                    <a:pt x="1498" y="1221"/>
                    <a:pt x="1547" y="1370"/>
                  </a:cubicBezTo>
                  <a:cubicBezTo>
                    <a:pt x="1776" y="2074"/>
                    <a:pt x="1855" y="2625"/>
                    <a:pt x="1747" y="2771"/>
                  </a:cubicBezTo>
                  <a:cubicBezTo>
                    <a:pt x="1739" y="2790"/>
                    <a:pt x="1720" y="2802"/>
                    <a:pt x="1701" y="2802"/>
                  </a:cubicBezTo>
                  <a:cubicBezTo>
                    <a:pt x="1697" y="2802"/>
                    <a:pt x="1693" y="2801"/>
                    <a:pt x="1688" y="2800"/>
                  </a:cubicBezTo>
                  <a:cubicBezTo>
                    <a:pt x="1417" y="2800"/>
                    <a:pt x="1179" y="2296"/>
                    <a:pt x="1048" y="2025"/>
                  </a:cubicBezTo>
                  <a:cubicBezTo>
                    <a:pt x="1007" y="1932"/>
                    <a:pt x="966" y="1848"/>
                    <a:pt x="943" y="1812"/>
                  </a:cubicBezTo>
                  <a:cubicBezTo>
                    <a:pt x="919" y="1775"/>
                    <a:pt x="883" y="1724"/>
                    <a:pt x="838" y="1663"/>
                  </a:cubicBezTo>
                  <a:cubicBezTo>
                    <a:pt x="643" y="1395"/>
                    <a:pt x="243" y="844"/>
                    <a:pt x="401" y="500"/>
                  </a:cubicBezTo>
                  <a:cubicBezTo>
                    <a:pt x="420" y="457"/>
                    <a:pt x="444" y="418"/>
                    <a:pt x="474" y="382"/>
                  </a:cubicBezTo>
                  <a:cubicBezTo>
                    <a:pt x="557" y="276"/>
                    <a:pt x="686" y="214"/>
                    <a:pt x="823" y="214"/>
                  </a:cubicBezTo>
                  <a:close/>
                  <a:moveTo>
                    <a:pt x="829" y="0"/>
                  </a:moveTo>
                  <a:cubicBezTo>
                    <a:pt x="630" y="0"/>
                    <a:pt x="439" y="89"/>
                    <a:pt x="310" y="247"/>
                  </a:cubicBezTo>
                  <a:cubicBezTo>
                    <a:pt x="270" y="296"/>
                    <a:pt x="235" y="351"/>
                    <a:pt x="208" y="411"/>
                  </a:cubicBezTo>
                  <a:cubicBezTo>
                    <a:pt x="0" y="866"/>
                    <a:pt x="433" y="1466"/>
                    <a:pt x="667" y="1788"/>
                  </a:cubicBezTo>
                  <a:cubicBezTo>
                    <a:pt x="707" y="1843"/>
                    <a:pt x="737" y="1882"/>
                    <a:pt x="764" y="1925"/>
                  </a:cubicBezTo>
                  <a:cubicBezTo>
                    <a:pt x="789" y="1967"/>
                    <a:pt x="820" y="2034"/>
                    <a:pt x="859" y="2114"/>
                  </a:cubicBezTo>
                  <a:cubicBezTo>
                    <a:pt x="1030" y="2473"/>
                    <a:pt x="1286" y="3015"/>
                    <a:pt x="1681" y="3015"/>
                  </a:cubicBezTo>
                  <a:lnTo>
                    <a:pt x="1685" y="3019"/>
                  </a:lnTo>
                  <a:cubicBezTo>
                    <a:pt x="1776" y="3019"/>
                    <a:pt x="1861" y="2975"/>
                    <a:pt x="1915" y="2902"/>
                  </a:cubicBezTo>
                  <a:cubicBezTo>
                    <a:pt x="2111" y="2626"/>
                    <a:pt x="1930" y="1882"/>
                    <a:pt x="1745" y="1309"/>
                  </a:cubicBezTo>
                  <a:cubicBezTo>
                    <a:pt x="1697" y="1163"/>
                    <a:pt x="1662" y="999"/>
                    <a:pt x="1633" y="881"/>
                  </a:cubicBezTo>
                  <a:cubicBezTo>
                    <a:pt x="1607" y="765"/>
                    <a:pt x="1580" y="649"/>
                    <a:pt x="1546" y="536"/>
                  </a:cubicBezTo>
                  <a:cubicBezTo>
                    <a:pt x="1468" y="269"/>
                    <a:pt x="1248" y="70"/>
                    <a:pt x="975" y="16"/>
                  </a:cubicBezTo>
                  <a:cubicBezTo>
                    <a:pt x="927" y="5"/>
                    <a:pt x="878" y="0"/>
                    <a:pt x="82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34"/>
            <p:cNvSpPr/>
            <p:nvPr/>
          </p:nvSpPr>
          <p:spPr>
            <a:xfrm>
              <a:off x="4751825" y="825175"/>
              <a:ext cx="20225" cy="10700"/>
            </a:xfrm>
            <a:custGeom>
              <a:rect b="b" l="l" r="r" t="t"/>
              <a:pathLst>
                <a:path extrusionOk="0" h="428" w="809">
                  <a:moveTo>
                    <a:pt x="760" y="0"/>
                  </a:moveTo>
                  <a:cubicBezTo>
                    <a:pt x="451" y="0"/>
                    <a:pt x="161" y="161"/>
                    <a:pt x="0" y="427"/>
                  </a:cubicBezTo>
                  <a:lnTo>
                    <a:pt x="809" y="2"/>
                  </a:lnTo>
                  <a:cubicBezTo>
                    <a:pt x="792" y="1"/>
                    <a:pt x="776" y="0"/>
                    <a:pt x="7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34"/>
            <p:cNvSpPr/>
            <p:nvPr/>
          </p:nvSpPr>
          <p:spPr>
            <a:xfrm>
              <a:off x="4748775" y="822650"/>
              <a:ext cx="26025" cy="15900"/>
            </a:xfrm>
            <a:custGeom>
              <a:rect b="b" l="l" r="r" t="t"/>
              <a:pathLst>
                <a:path extrusionOk="0" h="636" w="1041">
                  <a:moveTo>
                    <a:pt x="874" y="1"/>
                  </a:moveTo>
                  <a:cubicBezTo>
                    <a:pt x="531" y="1"/>
                    <a:pt x="211" y="179"/>
                    <a:pt x="30" y="476"/>
                  </a:cubicBezTo>
                  <a:lnTo>
                    <a:pt x="28" y="479"/>
                  </a:lnTo>
                  <a:cubicBezTo>
                    <a:pt x="0" y="528"/>
                    <a:pt x="18" y="592"/>
                    <a:pt x="69" y="621"/>
                  </a:cubicBezTo>
                  <a:cubicBezTo>
                    <a:pt x="85" y="631"/>
                    <a:pt x="103" y="636"/>
                    <a:pt x="122" y="636"/>
                  </a:cubicBezTo>
                  <a:cubicBezTo>
                    <a:pt x="159" y="636"/>
                    <a:pt x="195" y="615"/>
                    <a:pt x="213" y="582"/>
                  </a:cubicBezTo>
                  <a:cubicBezTo>
                    <a:pt x="360" y="353"/>
                    <a:pt x="614" y="215"/>
                    <a:pt x="884" y="215"/>
                  </a:cubicBezTo>
                  <a:cubicBezTo>
                    <a:pt x="897" y="215"/>
                    <a:pt x="909" y="215"/>
                    <a:pt x="922" y="216"/>
                  </a:cubicBezTo>
                  <a:cubicBezTo>
                    <a:pt x="924" y="216"/>
                    <a:pt x="927" y="216"/>
                    <a:pt x="930" y="216"/>
                  </a:cubicBezTo>
                  <a:cubicBezTo>
                    <a:pt x="986" y="216"/>
                    <a:pt x="1032" y="173"/>
                    <a:pt x="1036" y="117"/>
                  </a:cubicBezTo>
                  <a:cubicBezTo>
                    <a:pt x="1041" y="58"/>
                    <a:pt x="998" y="7"/>
                    <a:pt x="938" y="3"/>
                  </a:cubicBezTo>
                  <a:cubicBezTo>
                    <a:pt x="917" y="1"/>
                    <a:pt x="895" y="1"/>
                    <a:pt x="87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34"/>
            <p:cNvSpPr/>
            <p:nvPr/>
          </p:nvSpPr>
          <p:spPr>
            <a:xfrm>
              <a:off x="4754050" y="769475"/>
              <a:ext cx="55425" cy="76925"/>
            </a:xfrm>
            <a:custGeom>
              <a:rect b="b" l="l" r="r" t="t"/>
              <a:pathLst>
                <a:path extrusionOk="0" h="3077" w="2217">
                  <a:moveTo>
                    <a:pt x="839" y="0"/>
                  </a:moveTo>
                  <a:cubicBezTo>
                    <a:pt x="780" y="0"/>
                    <a:pt x="720" y="8"/>
                    <a:pt x="660" y="24"/>
                  </a:cubicBezTo>
                  <a:cubicBezTo>
                    <a:pt x="537" y="59"/>
                    <a:pt x="423" y="127"/>
                    <a:pt x="337" y="222"/>
                  </a:cubicBezTo>
                  <a:cubicBezTo>
                    <a:pt x="298" y="270"/>
                    <a:pt x="264" y="322"/>
                    <a:pt x="239" y="379"/>
                  </a:cubicBezTo>
                  <a:cubicBezTo>
                    <a:pt x="1" y="904"/>
                    <a:pt x="700" y="1702"/>
                    <a:pt x="843" y="1933"/>
                  </a:cubicBezTo>
                  <a:cubicBezTo>
                    <a:pt x="986" y="2162"/>
                    <a:pt x="1298" y="3077"/>
                    <a:pt x="1756" y="3077"/>
                  </a:cubicBezTo>
                  <a:cubicBezTo>
                    <a:pt x="1757" y="3077"/>
                    <a:pt x="1757" y="3077"/>
                    <a:pt x="1757" y="3077"/>
                  </a:cubicBezTo>
                  <a:cubicBezTo>
                    <a:pt x="2216" y="3074"/>
                    <a:pt x="1877" y="1854"/>
                    <a:pt x="1711" y="1347"/>
                  </a:cubicBezTo>
                  <a:cubicBezTo>
                    <a:pt x="1619" y="1061"/>
                    <a:pt x="1574" y="773"/>
                    <a:pt x="1494" y="499"/>
                  </a:cubicBezTo>
                  <a:cubicBezTo>
                    <a:pt x="1411" y="199"/>
                    <a:pt x="1137" y="0"/>
                    <a:pt x="8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34"/>
            <p:cNvSpPr/>
            <p:nvPr/>
          </p:nvSpPr>
          <p:spPr>
            <a:xfrm>
              <a:off x="4752050" y="766600"/>
              <a:ext cx="58050" cy="82450"/>
            </a:xfrm>
            <a:custGeom>
              <a:rect b="b" l="l" r="r" t="t"/>
              <a:pathLst>
                <a:path extrusionOk="0" h="3298" w="2322">
                  <a:moveTo>
                    <a:pt x="986" y="208"/>
                  </a:moveTo>
                  <a:cubicBezTo>
                    <a:pt x="997" y="208"/>
                    <a:pt x="1008" y="209"/>
                    <a:pt x="1019" y="209"/>
                  </a:cubicBezTo>
                  <a:cubicBezTo>
                    <a:pt x="1240" y="253"/>
                    <a:pt x="1418" y="418"/>
                    <a:pt x="1477" y="637"/>
                  </a:cubicBezTo>
                  <a:cubicBezTo>
                    <a:pt x="1513" y="756"/>
                    <a:pt x="1541" y="879"/>
                    <a:pt x="1569" y="1003"/>
                  </a:cubicBezTo>
                  <a:cubicBezTo>
                    <a:pt x="1605" y="1161"/>
                    <a:pt x="1644" y="1323"/>
                    <a:pt x="1697" y="1487"/>
                  </a:cubicBezTo>
                  <a:cubicBezTo>
                    <a:pt x="1945" y="2263"/>
                    <a:pt x="2031" y="2873"/>
                    <a:pt x="1910" y="3040"/>
                  </a:cubicBezTo>
                  <a:cubicBezTo>
                    <a:pt x="1895" y="3062"/>
                    <a:pt x="1872" y="3076"/>
                    <a:pt x="1845" y="3076"/>
                  </a:cubicBezTo>
                  <a:cubicBezTo>
                    <a:pt x="1843" y="3076"/>
                    <a:pt x="1840" y="3076"/>
                    <a:pt x="1837" y="3076"/>
                  </a:cubicBezTo>
                  <a:cubicBezTo>
                    <a:pt x="1543" y="3076"/>
                    <a:pt x="1276" y="2523"/>
                    <a:pt x="1133" y="2222"/>
                  </a:cubicBezTo>
                  <a:cubicBezTo>
                    <a:pt x="1087" y="2124"/>
                    <a:pt x="1047" y="2042"/>
                    <a:pt x="1017" y="1990"/>
                  </a:cubicBezTo>
                  <a:lnTo>
                    <a:pt x="901" y="1826"/>
                  </a:lnTo>
                  <a:cubicBezTo>
                    <a:pt x="688" y="1532"/>
                    <a:pt x="244" y="920"/>
                    <a:pt x="420" y="535"/>
                  </a:cubicBezTo>
                  <a:cubicBezTo>
                    <a:pt x="441" y="489"/>
                    <a:pt x="468" y="446"/>
                    <a:pt x="500" y="406"/>
                  </a:cubicBezTo>
                  <a:cubicBezTo>
                    <a:pt x="596" y="287"/>
                    <a:pt x="742" y="217"/>
                    <a:pt x="895" y="217"/>
                  </a:cubicBezTo>
                  <a:cubicBezTo>
                    <a:pt x="896" y="217"/>
                    <a:pt x="898" y="217"/>
                    <a:pt x="899" y="217"/>
                  </a:cubicBezTo>
                  <a:lnTo>
                    <a:pt x="899" y="215"/>
                  </a:lnTo>
                  <a:lnTo>
                    <a:pt x="898" y="215"/>
                  </a:lnTo>
                  <a:cubicBezTo>
                    <a:pt x="927" y="211"/>
                    <a:pt x="957" y="208"/>
                    <a:pt x="986" y="208"/>
                  </a:cubicBezTo>
                  <a:close/>
                  <a:moveTo>
                    <a:pt x="900" y="0"/>
                  </a:moveTo>
                  <a:cubicBezTo>
                    <a:pt x="684" y="0"/>
                    <a:pt x="477" y="96"/>
                    <a:pt x="337" y="267"/>
                  </a:cubicBezTo>
                  <a:cubicBezTo>
                    <a:pt x="292" y="321"/>
                    <a:pt x="255" y="382"/>
                    <a:pt x="225" y="446"/>
                  </a:cubicBezTo>
                  <a:cubicBezTo>
                    <a:pt x="0" y="943"/>
                    <a:pt x="475" y="1597"/>
                    <a:pt x="728" y="1950"/>
                  </a:cubicBezTo>
                  <a:cubicBezTo>
                    <a:pt x="774" y="2014"/>
                    <a:pt x="807" y="2053"/>
                    <a:pt x="835" y="2102"/>
                  </a:cubicBezTo>
                  <a:cubicBezTo>
                    <a:pt x="864" y="2151"/>
                    <a:pt x="899" y="2225"/>
                    <a:pt x="943" y="2315"/>
                  </a:cubicBezTo>
                  <a:cubicBezTo>
                    <a:pt x="1127" y="2706"/>
                    <a:pt x="1412" y="3297"/>
                    <a:pt x="1837" y="3297"/>
                  </a:cubicBezTo>
                  <a:lnTo>
                    <a:pt x="1840" y="3296"/>
                  </a:lnTo>
                  <a:cubicBezTo>
                    <a:pt x="1937" y="3296"/>
                    <a:pt x="2030" y="3248"/>
                    <a:pt x="2085" y="3169"/>
                  </a:cubicBezTo>
                  <a:cubicBezTo>
                    <a:pt x="2321" y="2857"/>
                    <a:pt x="2064" y="1944"/>
                    <a:pt x="1896" y="1427"/>
                  </a:cubicBezTo>
                  <a:cubicBezTo>
                    <a:pt x="1845" y="1271"/>
                    <a:pt x="1803" y="1092"/>
                    <a:pt x="1773" y="963"/>
                  </a:cubicBezTo>
                  <a:cubicBezTo>
                    <a:pt x="1744" y="832"/>
                    <a:pt x="1714" y="707"/>
                    <a:pt x="1678" y="583"/>
                  </a:cubicBezTo>
                  <a:cubicBezTo>
                    <a:pt x="1592" y="294"/>
                    <a:pt x="1354" y="75"/>
                    <a:pt x="1057" y="17"/>
                  </a:cubicBezTo>
                  <a:cubicBezTo>
                    <a:pt x="1005" y="6"/>
                    <a:pt x="952" y="0"/>
                    <a:pt x="9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" name="Google Shape;456;p34"/>
            <p:cNvSpPr/>
            <p:nvPr/>
          </p:nvSpPr>
          <p:spPr>
            <a:xfrm>
              <a:off x="4775125" y="806175"/>
              <a:ext cx="22250" cy="11650"/>
            </a:xfrm>
            <a:custGeom>
              <a:rect b="b" l="l" r="r" t="t"/>
              <a:pathLst>
                <a:path extrusionOk="0" h="466" w="890">
                  <a:moveTo>
                    <a:pt x="833" y="1"/>
                  </a:moveTo>
                  <a:cubicBezTo>
                    <a:pt x="495" y="1"/>
                    <a:pt x="179" y="176"/>
                    <a:pt x="0" y="465"/>
                  </a:cubicBezTo>
                  <a:lnTo>
                    <a:pt x="889" y="2"/>
                  </a:lnTo>
                  <a:cubicBezTo>
                    <a:pt x="870" y="1"/>
                    <a:pt x="851" y="1"/>
                    <a:pt x="8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34"/>
            <p:cNvSpPr/>
            <p:nvPr/>
          </p:nvSpPr>
          <p:spPr>
            <a:xfrm>
              <a:off x="4772075" y="803475"/>
              <a:ext cx="28125" cy="17025"/>
            </a:xfrm>
            <a:custGeom>
              <a:rect b="b" l="l" r="r" t="t"/>
              <a:pathLst>
                <a:path extrusionOk="0" h="681" w="1125">
                  <a:moveTo>
                    <a:pt x="953" y="1"/>
                  </a:moveTo>
                  <a:cubicBezTo>
                    <a:pt x="578" y="1"/>
                    <a:pt x="228" y="197"/>
                    <a:pt x="30" y="520"/>
                  </a:cubicBezTo>
                  <a:lnTo>
                    <a:pt x="28" y="523"/>
                  </a:lnTo>
                  <a:cubicBezTo>
                    <a:pt x="0" y="573"/>
                    <a:pt x="18" y="637"/>
                    <a:pt x="69" y="666"/>
                  </a:cubicBezTo>
                  <a:cubicBezTo>
                    <a:pt x="85" y="673"/>
                    <a:pt x="103" y="679"/>
                    <a:pt x="122" y="680"/>
                  </a:cubicBezTo>
                  <a:lnTo>
                    <a:pt x="122" y="679"/>
                  </a:lnTo>
                  <a:cubicBezTo>
                    <a:pt x="159" y="679"/>
                    <a:pt x="195" y="660"/>
                    <a:pt x="213" y="627"/>
                  </a:cubicBezTo>
                  <a:cubicBezTo>
                    <a:pt x="371" y="370"/>
                    <a:pt x="648" y="216"/>
                    <a:pt x="946" y="216"/>
                  </a:cubicBezTo>
                  <a:cubicBezTo>
                    <a:pt x="965" y="216"/>
                    <a:pt x="983" y="216"/>
                    <a:pt x="1002" y="217"/>
                  </a:cubicBezTo>
                  <a:cubicBezTo>
                    <a:pt x="1005" y="218"/>
                    <a:pt x="1008" y="218"/>
                    <a:pt x="1011" y="218"/>
                  </a:cubicBezTo>
                  <a:cubicBezTo>
                    <a:pt x="1067" y="218"/>
                    <a:pt x="1114" y="176"/>
                    <a:pt x="1118" y="119"/>
                  </a:cubicBezTo>
                  <a:cubicBezTo>
                    <a:pt x="1124" y="61"/>
                    <a:pt x="1081" y="9"/>
                    <a:pt x="1022" y="3"/>
                  </a:cubicBezTo>
                  <a:cubicBezTo>
                    <a:pt x="999" y="2"/>
                    <a:pt x="976" y="1"/>
                    <a:pt x="95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34"/>
            <p:cNvSpPr/>
            <p:nvPr/>
          </p:nvSpPr>
          <p:spPr>
            <a:xfrm>
              <a:off x="5431800" y="953125"/>
              <a:ext cx="170025" cy="324050"/>
            </a:xfrm>
            <a:custGeom>
              <a:rect b="b" l="l" r="r" t="t"/>
              <a:pathLst>
                <a:path extrusionOk="0" h="12962" w="6801">
                  <a:moveTo>
                    <a:pt x="641" y="1"/>
                  </a:moveTo>
                  <a:lnTo>
                    <a:pt x="1" y="4448"/>
                  </a:lnTo>
                  <a:lnTo>
                    <a:pt x="3268" y="11841"/>
                  </a:lnTo>
                  <a:cubicBezTo>
                    <a:pt x="3531" y="12533"/>
                    <a:pt x="4190" y="12961"/>
                    <a:pt x="4891" y="12961"/>
                  </a:cubicBezTo>
                  <a:cubicBezTo>
                    <a:pt x="5079" y="12961"/>
                    <a:pt x="5271" y="12930"/>
                    <a:pt x="5458" y="12865"/>
                  </a:cubicBezTo>
                  <a:cubicBezTo>
                    <a:pt x="6316" y="12571"/>
                    <a:pt x="6801" y="11667"/>
                    <a:pt x="6576" y="10790"/>
                  </a:cubicBezTo>
                  <a:lnTo>
                    <a:pt x="4125" y="3326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34"/>
            <p:cNvSpPr/>
            <p:nvPr/>
          </p:nvSpPr>
          <p:spPr>
            <a:xfrm>
              <a:off x="5429250" y="950575"/>
              <a:ext cx="175575" cy="329375"/>
            </a:xfrm>
            <a:custGeom>
              <a:rect b="b" l="l" r="r" t="t"/>
              <a:pathLst>
                <a:path extrusionOk="0" h="13175" w="7023">
                  <a:moveTo>
                    <a:pt x="822" y="325"/>
                  </a:moveTo>
                  <a:lnTo>
                    <a:pt x="4134" y="3486"/>
                  </a:lnTo>
                  <a:lnTo>
                    <a:pt x="6575" y="10922"/>
                  </a:lnTo>
                  <a:cubicBezTo>
                    <a:pt x="6782" y="11745"/>
                    <a:pt x="6327" y="12589"/>
                    <a:pt x="5526" y="12869"/>
                  </a:cubicBezTo>
                  <a:cubicBezTo>
                    <a:pt x="5349" y="12931"/>
                    <a:pt x="5169" y="12960"/>
                    <a:pt x="4991" y="12960"/>
                  </a:cubicBezTo>
                  <a:cubicBezTo>
                    <a:pt x="4332" y="12960"/>
                    <a:pt x="3712" y="12555"/>
                    <a:pt x="3468" y="11903"/>
                  </a:cubicBezTo>
                  <a:lnTo>
                    <a:pt x="212" y="4537"/>
                  </a:lnTo>
                  <a:lnTo>
                    <a:pt x="822" y="325"/>
                  </a:lnTo>
                  <a:close/>
                  <a:moveTo>
                    <a:pt x="753" y="0"/>
                  </a:moveTo>
                  <a:cubicBezTo>
                    <a:pt x="741" y="0"/>
                    <a:pt x="729" y="2"/>
                    <a:pt x="718" y="6"/>
                  </a:cubicBezTo>
                  <a:cubicBezTo>
                    <a:pt x="679" y="18"/>
                    <a:pt x="651" y="51"/>
                    <a:pt x="645" y="91"/>
                  </a:cubicBezTo>
                  <a:lnTo>
                    <a:pt x="5" y="4537"/>
                  </a:lnTo>
                  <a:cubicBezTo>
                    <a:pt x="0" y="4556"/>
                    <a:pt x="0" y="4576"/>
                    <a:pt x="5" y="4595"/>
                  </a:cubicBezTo>
                  <a:lnTo>
                    <a:pt x="3270" y="11983"/>
                  </a:lnTo>
                  <a:cubicBezTo>
                    <a:pt x="3539" y="12699"/>
                    <a:pt x="4224" y="13173"/>
                    <a:pt x="4988" y="13174"/>
                  </a:cubicBezTo>
                  <a:lnTo>
                    <a:pt x="4990" y="13174"/>
                  </a:lnTo>
                  <a:cubicBezTo>
                    <a:pt x="5198" y="13173"/>
                    <a:pt x="5405" y="13137"/>
                    <a:pt x="5603" y="13067"/>
                  </a:cubicBezTo>
                  <a:cubicBezTo>
                    <a:pt x="6510" y="12747"/>
                    <a:pt x="7022" y="11790"/>
                    <a:pt x="6787" y="10858"/>
                  </a:cubicBezTo>
                  <a:lnTo>
                    <a:pt x="4335" y="3394"/>
                  </a:lnTo>
                  <a:cubicBezTo>
                    <a:pt x="4329" y="3377"/>
                    <a:pt x="4320" y="3361"/>
                    <a:pt x="4306" y="3349"/>
                  </a:cubicBezTo>
                  <a:lnTo>
                    <a:pt x="824" y="29"/>
                  </a:lnTo>
                  <a:cubicBezTo>
                    <a:pt x="804" y="10"/>
                    <a:pt x="779" y="0"/>
                    <a:pt x="75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34"/>
            <p:cNvSpPr/>
            <p:nvPr/>
          </p:nvSpPr>
          <p:spPr>
            <a:xfrm>
              <a:off x="5447850" y="870200"/>
              <a:ext cx="111225" cy="184800"/>
            </a:xfrm>
            <a:custGeom>
              <a:rect b="b" l="l" r="r" t="t"/>
              <a:pathLst>
                <a:path extrusionOk="0" h="7392" w="4449">
                  <a:moveTo>
                    <a:pt x="513" y="1"/>
                  </a:moveTo>
                  <a:lnTo>
                    <a:pt x="1" y="3321"/>
                  </a:lnTo>
                  <a:lnTo>
                    <a:pt x="2840" y="7392"/>
                  </a:lnTo>
                  <a:lnTo>
                    <a:pt x="3537" y="7392"/>
                  </a:lnTo>
                  <a:cubicBezTo>
                    <a:pt x="3537" y="7392"/>
                    <a:pt x="4448" y="4445"/>
                    <a:pt x="3537" y="2410"/>
                  </a:cubicBezTo>
                  <a:cubicBezTo>
                    <a:pt x="2626" y="376"/>
                    <a:pt x="513" y="1"/>
                    <a:pt x="513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34"/>
            <p:cNvSpPr/>
            <p:nvPr/>
          </p:nvSpPr>
          <p:spPr>
            <a:xfrm>
              <a:off x="5445150" y="867550"/>
              <a:ext cx="116675" cy="190125"/>
            </a:xfrm>
            <a:custGeom>
              <a:rect b="b" l="l" r="r" t="t"/>
              <a:pathLst>
                <a:path extrusionOk="0" h="7605" w="4667">
                  <a:moveTo>
                    <a:pt x="710" y="235"/>
                  </a:moveTo>
                  <a:cubicBezTo>
                    <a:pt x="1144" y="343"/>
                    <a:pt x="2787" y="853"/>
                    <a:pt x="3548" y="2559"/>
                  </a:cubicBezTo>
                  <a:cubicBezTo>
                    <a:pt x="4352" y="4356"/>
                    <a:pt x="3699" y="6922"/>
                    <a:pt x="3566" y="7391"/>
                  </a:cubicBezTo>
                  <a:lnTo>
                    <a:pt x="3005" y="7391"/>
                  </a:lnTo>
                  <a:lnTo>
                    <a:pt x="222" y="3402"/>
                  </a:lnTo>
                  <a:lnTo>
                    <a:pt x="710" y="235"/>
                  </a:lnTo>
                  <a:close/>
                  <a:moveTo>
                    <a:pt x="616" y="0"/>
                  </a:moveTo>
                  <a:cubicBezTo>
                    <a:pt x="596" y="0"/>
                    <a:pt x="575" y="7"/>
                    <a:pt x="558" y="19"/>
                  </a:cubicBezTo>
                  <a:cubicBezTo>
                    <a:pt x="535" y="35"/>
                    <a:pt x="520" y="60"/>
                    <a:pt x="514" y="89"/>
                  </a:cubicBezTo>
                  <a:lnTo>
                    <a:pt x="4" y="3412"/>
                  </a:lnTo>
                  <a:cubicBezTo>
                    <a:pt x="0" y="3439"/>
                    <a:pt x="7" y="3466"/>
                    <a:pt x="22" y="3488"/>
                  </a:cubicBezTo>
                  <a:lnTo>
                    <a:pt x="2860" y="7559"/>
                  </a:lnTo>
                  <a:cubicBezTo>
                    <a:pt x="2881" y="7587"/>
                    <a:pt x="2912" y="7603"/>
                    <a:pt x="2948" y="7605"/>
                  </a:cubicBezTo>
                  <a:lnTo>
                    <a:pt x="3645" y="7605"/>
                  </a:lnTo>
                  <a:cubicBezTo>
                    <a:pt x="3690" y="7603"/>
                    <a:pt x="3730" y="7574"/>
                    <a:pt x="3743" y="7530"/>
                  </a:cubicBezTo>
                  <a:cubicBezTo>
                    <a:pt x="3783" y="7408"/>
                    <a:pt x="4666" y="4538"/>
                    <a:pt x="3743" y="2474"/>
                  </a:cubicBezTo>
                  <a:cubicBezTo>
                    <a:pt x="2820" y="409"/>
                    <a:pt x="661" y="2"/>
                    <a:pt x="637" y="2"/>
                  </a:cubicBezTo>
                  <a:cubicBezTo>
                    <a:pt x="630" y="1"/>
                    <a:pt x="623" y="0"/>
                    <a:pt x="61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34"/>
            <p:cNvSpPr/>
            <p:nvPr/>
          </p:nvSpPr>
          <p:spPr>
            <a:xfrm>
              <a:off x="5488875" y="1167625"/>
              <a:ext cx="192800" cy="111050"/>
            </a:xfrm>
            <a:custGeom>
              <a:rect b="b" l="l" r="r" t="t"/>
              <a:pathLst>
                <a:path extrusionOk="0" h="4442" w="7712">
                  <a:moveTo>
                    <a:pt x="1842" y="0"/>
                  </a:moveTo>
                  <a:cubicBezTo>
                    <a:pt x="896" y="0"/>
                    <a:pt x="211" y="462"/>
                    <a:pt x="114" y="1386"/>
                  </a:cubicBezTo>
                  <a:cubicBezTo>
                    <a:pt x="0" y="2457"/>
                    <a:pt x="845" y="4257"/>
                    <a:pt x="2533" y="4425"/>
                  </a:cubicBezTo>
                  <a:cubicBezTo>
                    <a:pt x="2646" y="4437"/>
                    <a:pt x="2763" y="4442"/>
                    <a:pt x="2883" y="4442"/>
                  </a:cubicBezTo>
                  <a:cubicBezTo>
                    <a:pt x="4578" y="4442"/>
                    <a:pt x="6981" y="3413"/>
                    <a:pt x="6981" y="3413"/>
                  </a:cubicBezTo>
                  <a:cubicBezTo>
                    <a:pt x="7429" y="3108"/>
                    <a:pt x="7703" y="2603"/>
                    <a:pt x="7712" y="2061"/>
                  </a:cubicBezTo>
                  <a:cubicBezTo>
                    <a:pt x="7704" y="1162"/>
                    <a:pt x="6698" y="1162"/>
                    <a:pt x="6698" y="1162"/>
                  </a:cubicBezTo>
                  <a:cubicBezTo>
                    <a:pt x="6698" y="1162"/>
                    <a:pt x="3489" y="203"/>
                    <a:pt x="2307" y="34"/>
                  </a:cubicBezTo>
                  <a:cubicBezTo>
                    <a:pt x="2146" y="12"/>
                    <a:pt x="1991" y="0"/>
                    <a:pt x="18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34"/>
            <p:cNvSpPr/>
            <p:nvPr/>
          </p:nvSpPr>
          <p:spPr>
            <a:xfrm>
              <a:off x="5487900" y="1165100"/>
              <a:ext cx="196275" cy="116450"/>
            </a:xfrm>
            <a:custGeom>
              <a:rect b="b" l="l" r="r" t="t"/>
              <a:pathLst>
                <a:path extrusionOk="0" h="4658" w="7851">
                  <a:moveTo>
                    <a:pt x="1799" y="213"/>
                  </a:moveTo>
                  <a:cubicBezTo>
                    <a:pt x="1826" y="213"/>
                    <a:pt x="1853" y="213"/>
                    <a:pt x="1880" y="214"/>
                  </a:cubicBezTo>
                  <a:cubicBezTo>
                    <a:pt x="2029" y="216"/>
                    <a:pt x="2178" y="229"/>
                    <a:pt x="2325" y="253"/>
                  </a:cubicBezTo>
                  <a:cubicBezTo>
                    <a:pt x="3485" y="417"/>
                    <a:pt x="6670" y="1376"/>
                    <a:pt x="6701" y="1376"/>
                  </a:cubicBezTo>
                  <a:lnTo>
                    <a:pt x="6731" y="1376"/>
                  </a:lnTo>
                  <a:cubicBezTo>
                    <a:pt x="6768" y="1376"/>
                    <a:pt x="7638" y="1388"/>
                    <a:pt x="7638" y="2168"/>
                  </a:cubicBezTo>
                  <a:cubicBezTo>
                    <a:pt x="7630" y="2670"/>
                    <a:pt x="7381" y="3137"/>
                    <a:pt x="6970" y="3422"/>
                  </a:cubicBezTo>
                  <a:cubicBezTo>
                    <a:pt x="6944" y="3433"/>
                    <a:pt x="4569" y="4443"/>
                    <a:pt x="2920" y="4443"/>
                  </a:cubicBezTo>
                  <a:cubicBezTo>
                    <a:pt x="2801" y="4443"/>
                    <a:pt x="2687" y="4438"/>
                    <a:pt x="2577" y="4427"/>
                  </a:cubicBezTo>
                  <a:cubicBezTo>
                    <a:pt x="1927" y="4355"/>
                    <a:pt x="1333" y="4025"/>
                    <a:pt x="930" y="3509"/>
                  </a:cubicBezTo>
                  <a:cubicBezTo>
                    <a:pt x="465" y="2948"/>
                    <a:pt x="223" y="2233"/>
                    <a:pt x="251" y="1505"/>
                  </a:cubicBezTo>
                  <a:cubicBezTo>
                    <a:pt x="275" y="1130"/>
                    <a:pt x="455" y="782"/>
                    <a:pt x="747" y="545"/>
                  </a:cubicBezTo>
                  <a:cubicBezTo>
                    <a:pt x="1055" y="328"/>
                    <a:pt x="1423" y="213"/>
                    <a:pt x="1799" y="213"/>
                  </a:cubicBezTo>
                  <a:close/>
                  <a:moveTo>
                    <a:pt x="1869" y="1"/>
                  </a:moveTo>
                  <a:cubicBezTo>
                    <a:pt x="1366" y="1"/>
                    <a:pt x="941" y="129"/>
                    <a:pt x="616" y="377"/>
                  </a:cubicBezTo>
                  <a:cubicBezTo>
                    <a:pt x="279" y="649"/>
                    <a:pt x="71" y="1050"/>
                    <a:pt x="39" y="1481"/>
                  </a:cubicBezTo>
                  <a:cubicBezTo>
                    <a:pt x="1" y="2268"/>
                    <a:pt x="260" y="3039"/>
                    <a:pt x="765" y="3643"/>
                  </a:cubicBezTo>
                  <a:cubicBezTo>
                    <a:pt x="1202" y="4203"/>
                    <a:pt x="1849" y="4562"/>
                    <a:pt x="2556" y="4640"/>
                  </a:cubicBezTo>
                  <a:cubicBezTo>
                    <a:pt x="2673" y="4657"/>
                    <a:pt x="2794" y="4657"/>
                    <a:pt x="2921" y="4657"/>
                  </a:cubicBezTo>
                  <a:cubicBezTo>
                    <a:pt x="4605" y="4657"/>
                    <a:pt x="6951" y="3663"/>
                    <a:pt x="7069" y="3609"/>
                  </a:cubicBezTo>
                  <a:cubicBezTo>
                    <a:pt x="7551" y="3288"/>
                    <a:pt x="7843" y="2749"/>
                    <a:pt x="7850" y="2168"/>
                  </a:cubicBezTo>
                  <a:cubicBezTo>
                    <a:pt x="7850" y="1374"/>
                    <a:pt x="7139" y="1161"/>
                    <a:pt x="6746" y="1161"/>
                  </a:cubicBezTo>
                  <a:cubicBezTo>
                    <a:pt x="6482" y="1082"/>
                    <a:pt x="3503" y="200"/>
                    <a:pt x="2355" y="37"/>
                  </a:cubicBezTo>
                  <a:cubicBezTo>
                    <a:pt x="2186" y="13"/>
                    <a:pt x="2023" y="1"/>
                    <a:pt x="186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34"/>
            <p:cNvSpPr/>
            <p:nvPr/>
          </p:nvSpPr>
          <p:spPr>
            <a:xfrm>
              <a:off x="5528375" y="1245500"/>
              <a:ext cx="98225" cy="33450"/>
            </a:xfrm>
            <a:custGeom>
              <a:rect b="b" l="l" r="r" t="t"/>
              <a:pathLst>
                <a:path extrusionOk="0" h="1338" w="3929">
                  <a:moveTo>
                    <a:pt x="3583" y="0"/>
                  </a:moveTo>
                  <a:cubicBezTo>
                    <a:pt x="2527" y="225"/>
                    <a:pt x="1715" y="289"/>
                    <a:pt x="1133" y="289"/>
                  </a:cubicBezTo>
                  <a:cubicBezTo>
                    <a:pt x="368" y="289"/>
                    <a:pt x="0" y="179"/>
                    <a:pt x="0" y="179"/>
                  </a:cubicBezTo>
                  <a:lnTo>
                    <a:pt x="0" y="179"/>
                  </a:lnTo>
                  <a:lnTo>
                    <a:pt x="335" y="1178"/>
                  </a:lnTo>
                  <a:cubicBezTo>
                    <a:pt x="530" y="1254"/>
                    <a:pt x="734" y="1301"/>
                    <a:pt x="943" y="1321"/>
                  </a:cubicBezTo>
                  <a:cubicBezTo>
                    <a:pt x="1055" y="1332"/>
                    <a:pt x="1171" y="1337"/>
                    <a:pt x="1292" y="1337"/>
                  </a:cubicBezTo>
                  <a:cubicBezTo>
                    <a:pt x="2120" y="1337"/>
                    <a:pt x="3118" y="1091"/>
                    <a:pt x="3928" y="840"/>
                  </a:cubicBezTo>
                  <a:lnTo>
                    <a:pt x="3583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34"/>
            <p:cNvSpPr/>
            <p:nvPr/>
          </p:nvSpPr>
          <p:spPr>
            <a:xfrm>
              <a:off x="5525400" y="1242775"/>
              <a:ext cx="103800" cy="38700"/>
            </a:xfrm>
            <a:custGeom>
              <a:rect b="b" l="l" r="r" t="t"/>
              <a:pathLst>
                <a:path extrusionOk="0" h="1548" w="4152">
                  <a:moveTo>
                    <a:pt x="3642" y="237"/>
                  </a:moveTo>
                  <a:lnTo>
                    <a:pt x="3907" y="876"/>
                  </a:lnTo>
                  <a:cubicBezTo>
                    <a:pt x="3172" y="1101"/>
                    <a:pt x="2218" y="1335"/>
                    <a:pt x="1420" y="1335"/>
                  </a:cubicBezTo>
                  <a:cubicBezTo>
                    <a:pt x="1304" y="1335"/>
                    <a:pt x="1190" y="1330"/>
                    <a:pt x="1081" y="1320"/>
                  </a:cubicBezTo>
                  <a:cubicBezTo>
                    <a:pt x="898" y="1302"/>
                    <a:pt x="719" y="1262"/>
                    <a:pt x="545" y="1202"/>
                  </a:cubicBezTo>
                  <a:lnTo>
                    <a:pt x="290" y="435"/>
                  </a:lnTo>
                  <a:lnTo>
                    <a:pt x="290" y="435"/>
                  </a:lnTo>
                  <a:cubicBezTo>
                    <a:pt x="477" y="469"/>
                    <a:pt x="800" y="511"/>
                    <a:pt x="1267" y="511"/>
                  </a:cubicBezTo>
                  <a:cubicBezTo>
                    <a:pt x="1838" y="511"/>
                    <a:pt x="2624" y="449"/>
                    <a:pt x="3642" y="237"/>
                  </a:cubicBezTo>
                  <a:close/>
                  <a:moveTo>
                    <a:pt x="3700" y="1"/>
                  </a:moveTo>
                  <a:cubicBezTo>
                    <a:pt x="3692" y="1"/>
                    <a:pt x="3684" y="2"/>
                    <a:pt x="3676" y="3"/>
                  </a:cubicBezTo>
                  <a:cubicBezTo>
                    <a:pt x="2645" y="225"/>
                    <a:pt x="1847" y="288"/>
                    <a:pt x="1273" y="288"/>
                  </a:cubicBezTo>
                  <a:cubicBezTo>
                    <a:pt x="524" y="288"/>
                    <a:pt x="157" y="181"/>
                    <a:pt x="151" y="181"/>
                  </a:cubicBezTo>
                  <a:cubicBezTo>
                    <a:pt x="140" y="177"/>
                    <a:pt x="129" y="175"/>
                    <a:pt x="118" y="175"/>
                  </a:cubicBezTo>
                  <a:cubicBezTo>
                    <a:pt x="106" y="175"/>
                    <a:pt x="94" y="177"/>
                    <a:pt x="82" y="182"/>
                  </a:cubicBezTo>
                  <a:cubicBezTo>
                    <a:pt x="27" y="201"/>
                    <a:pt x="0" y="261"/>
                    <a:pt x="19" y="316"/>
                  </a:cubicBezTo>
                  <a:lnTo>
                    <a:pt x="352" y="1318"/>
                  </a:lnTo>
                  <a:cubicBezTo>
                    <a:pt x="362" y="1348"/>
                    <a:pt x="386" y="1373"/>
                    <a:pt x="416" y="1384"/>
                  </a:cubicBezTo>
                  <a:cubicBezTo>
                    <a:pt x="623" y="1460"/>
                    <a:pt x="837" y="1510"/>
                    <a:pt x="1056" y="1533"/>
                  </a:cubicBezTo>
                  <a:cubicBezTo>
                    <a:pt x="1169" y="1547"/>
                    <a:pt x="1288" y="1547"/>
                    <a:pt x="1412" y="1547"/>
                  </a:cubicBezTo>
                  <a:cubicBezTo>
                    <a:pt x="2318" y="1506"/>
                    <a:pt x="3215" y="1337"/>
                    <a:pt x="4075" y="1047"/>
                  </a:cubicBezTo>
                  <a:cubicBezTo>
                    <a:pt x="4104" y="1037"/>
                    <a:pt x="4126" y="1016"/>
                    <a:pt x="4139" y="989"/>
                  </a:cubicBezTo>
                  <a:cubicBezTo>
                    <a:pt x="4151" y="962"/>
                    <a:pt x="4151" y="931"/>
                    <a:pt x="4139" y="904"/>
                  </a:cubicBezTo>
                  <a:lnTo>
                    <a:pt x="3798" y="67"/>
                  </a:lnTo>
                  <a:cubicBezTo>
                    <a:pt x="3782" y="27"/>
                    <a:pt x="3742" y="1"/>
                    <a:pt x="37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34"/>
            <p:cNvSpPr/>
            <p:nvPr/>
          </p:nvSpPr>
          <p:spPr>
            <a:xfrm>
              <a:off x="5762425" y="1232075"/>
              <a:ext cx="48525" cy="48225"/>
            </a:xfrm>
            <a:custGeom>
              <a:rect b="b" l="l" r="r" t="t"/>
              <a:pathLst>
                <a:path extrusionOk="0" h="1929" w="1941">
                  <a:moveTo>
                    <a:pt x="259" y="1"/>
                  </a:moveTo>
                  <a:cubicBezTo>
                    <a:pt x="106" y="1"/>
                    <a:pt x="1" y="34"/>
                    <a:pt x="1" y="126"/>
                  </a:cubicBezTo>
                  <a:cubicBezTo>
                    <a:pt x="1" y="466"/>
                    <a:pt x="723" y="1739"/>
                    <a:pt x="1013" y="1891"/>
                  </a:cubicBezTo>
                  <a:cubicBezTo>
                    <a:pt x="1064" y="1917"/>
                    <a:pt x="1120" y="1929"/>
                    <a:pt x="1179" y="1929"/>
                  </a:cubicBezTo>
                  <a:cubicBezTo>
                    <a:pt x="1461" y="1929"/>
                    <a:pt x="1805" y="1665"/>
                    <a:pt x="1866" y="1480"/>
                  </a:cubicBezTo>
                  <a:cubicBezTo>
                    <a:pt x="1941" y="1253"/>
                    <a:pt x="1417" y="239"/>
                    <a:pt x="1417" y="239"/>
                  </a:cubicBezTo>
                  <a:cubicBezTo>
                    <a:pt x="1417" y="239"/>
                    <a:pt x="667" y="1"/>
                    <a:pt x="25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34"/>
            <p:cNvSpPr/>
            <p:nvPr/>
          </p:nvSpPr>
          <p:spPr>
            <a:xfrm>
              <a:off x="5759675" y="1229500"/>
              <a:ext cx="54225" cy="53450"/>
            </a:xfrm>
            <a:custGeom>
              <a:rect b="b" l="l" r="r" t="t"/>
              <a:pathLst>
                <a:path extrusionOk="0" h="2138" w="2169">
                  <a:moveTo>
                    <a:pt x="317" y="207"/>
                  </a:moveTo>
                  <a:cubicBezTo>
                    <a:pt x="326" y="207"/>
                    <a:pt x="335" y="207"/>
                    <a:pt x="344" y="208"/>
                  </a:cubicBezTo>
                  <a:cubicBezTo>
                    <a:pt x="720" y="237"/>
                    <a:pt x="1090" y="313"/>
                    <a:pt x="1448" y="432"/>
                  </a:cubicBezTo>
                  <a:cubicBezTo>
                    <a:pt x="1684" y="893"/>
                    <a:pt x="1908" y="1440"/>
                    <a:pt x="1874" y="1548"/>
                  </a:cubicBezTo>
                  <a:cubicBezTo>
                    <a:pt x="1787" y="1700"/>
                    <a:pt x="1652" y="1816"/>
                    <a:pt x="1488" y="1879"/>
                  </a:cubicBezTo>
                  <a:cubicBezTo>
                    <a:pt x="1429" y="1909"/>
                    <a:pt x="1365" y="1924"/>
                    <a:pt x="1300" y="1924"/>
                  </a:cubicBezTo>
                  <a:cubicBezTo>
                    <a:pt x="1253" y="1924"/>
                    <a:pt x="1205" y="1916"/>
                    <a:pt x="1159" y="1900"/>
                  </a:cubicBezTo>
                  <a:cubicBezTo>
                    <a:pt x="910" y="1773"/>
                    <a:pt x="200" y="543"/>
                    <a:pt x="200" y="238"/>
                  </a:cubicBezTo>
                  <a:cubicBezTo>
                    <a:pt x="235" y="217"/>
                    <a:pt x="275" y="207"/>
                    <a:pt x="317" y="207"/>
                  </a:cubicBezTo>
                  <a:close/>
                  <a:moveTo>
                    <a:pt x="379" y="1"/>
                  </a:moveTo>
                  <a:cubicBezTo>
                    <a:pt x="254" y="1"/>
                    <a:pt x="150" y="19"/>
                    <a:pt x="87" y="65"/>
                  </a:cubicBezTo>
                  <a:cubicBezTo>
                    <a:pt x="33" y="103"/>
                    <a:pt x="0" y="165"/>
                    <a:pt x="2" y="231"/>
                  </a:cubicBezTo>
                  <a:cubicBezTo>
                    <a:pt x="2" y="597"/>
                    <a:pt x="718" y="1915"/>
                    <a:pt x="1068" y="2089"/>
                  </a:cubicBezTo>
                  <a:cubicBezTo>
                    <a:pt x="1134" y="2122"/>
                    <a:pt x="1207" y="2138"/>
                    <a:pt x="1281" y="2138"/>
                  </a:cubicBezTo>
                  <a:cubicBezTo>
                    <a:pt x="1384" y="2138"/>
                    <a:pt x="1485" y="2116"/>
                    <a:pt x="1579" y="2074"/>
                  </a:cubicBezTo>
                  <a:cubicBezTo>
                    <a:pt x="1801" y="1992"/>
                    <a:pt x="1982" y="1828"/>
                    <a:pt x="2086" y="1617"/>
                  </a:cubicBezTo>
                  <a:cubicBezTo>
                    <a:pt x="2168" y="1361"/>
                    <a:pt x="1756" y="542"/>
                    <a:pt x="1628" y="295"/>
                  </a:cubicBezTo>
                  <a:cubicBezTo>
                    <a:pt x="1616" y="268"/>
                    <a:pt x="1594" y="250"/>
                    <a:pt x="1567" y="243"/>
                  </a:cubicBezTo>
                  <a:cubicBezTo>
                    <a:pt x="1354" y="175"/>
                    <a:pt x="766" y="1"/>
                    <a:pt x="37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34"/>
            <p:cNvSpPr/>
            <p:nvPr/>
          </p:nvSpPr>
          <p:spPr>
            <a:xfrm>
              <a:off x="5771475" y="1267550"/>
              <a:ext cx="44200" cy="35475"/>
            </a:xfrm>
            <a:custGeom>
              <a:rect b="b" l="l" r="r" t="t"/>
              <a:pathLst>
                <a:path extrusionOk="0" h="1419" w="1768">
                  <a:moveTo>
                    <a:pt x="1365" y="1"/>
                  </a:moveTo>
                  <a:cubicBezTo>
                    <a:pt x="1087" y="1"/>
                    <a:pt x="641" y="472"/>
                    <a:pt x="641" y="472"/>
                  </a:cubicBezTo>
                  <a:cubicBezTo>
                    <a:pt x="641" y="472"/>
                    <a:pt x="0" y="1073"/>
                    <a:pt x="115" y="1299"/>
                  </a:cubicBezTo>
                  <a:cubicBezTo>
                    <a:pt x="157" y="1381"/>
                    <a:pt x="262" y="1418"/>
                    <a:pt x="392" y="1418"/>
                  </a:cubicBezTo>
                  <a:cubicBezTo>
                    <a:pt x="624" y="1418"/>
                    <a:pt x="937" y="1302"/>
                    <a:pt x="1129" y="1112"/>
                  </a:cubicBezTo>
                  <a:cubicBezTo>
                    <a:pt x="1430" y="813"/>
                    <a:pt x="1768" y="361"/>
                    <a:pt x="1504" y="61"/>
                  </a:cubicBezTo>
                  <a:cubicBezTo>
                    <a:pt x="1467" y="18"/>
                    <a:pt x="1419" y="1"/>
                    <a:pt x="13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34"/>
            <p:cNvSpPr/>
            <p:nvPr/>
          </p:nvSpPr>
          <p:spPr>
            <a:xfrm>
              <a:off x="5768650" y="1265100"/>
              <a:ext cx="48600" cy="40575"/>
            </a:xfrm>
            <a:custGeom>
              <a:rect b="b" l="l" r="r" t="t"/>
              <a:pathLst>
                <a:path extrusionOk="0" h="1623" w="1944">
                  <a:moveTo>
                    <a:pt x="1499" y="200"/>
                  </a:moveTo>
                  <a:cubicBezTo>
                    <a:pt x="1518" y="200"/>
                    <a:pt x="1536" y="209"/>
                    <a:pt x="1547" y="224"/>
                  </a:cubicBezTo>
                  <a:cubicBezTo>
                    <a:pt x="1772" y="488"/>
                    <a:pt x="1363" y="942"/>
                    <a:pt x="1178" y="1128"/>
                  </a:cubicBezTo>
                  <a:cubicBezTo>
                    <a:pt x="993" y="1303"/>
                    <a:pt x="749" y="1400"/>
                    <a:pt x="496" y="1400"/>
                  </a:cubicBezTo>
                  <a:cubicBezTo>
                    <a:pt x="478" y="1400"/>
                    <a:pt x="460" y="1400"/>
                    <a:pt x="443" y="1399"/>
                  </a:cubicBezTo>
                  <a:cubicBezTo>
                    <a:pt x="410" y="1393"/>
                    <a:pt x="353" y="1380"/>
                    <a:pt x="335" y="1344"/>
                  </a:cubicBezTo>
                  <a:cubicBezTo>
                    <a:pt x="295" y="1265"/>
                    <a:pt x="541" y="924"/>
                    <a:pt x="839" y="644"/>
                  </a:cubicBezTo>
                  <a:cubicBezTo>
                    <a:pt x="992" y="474"/>
                    <a:pt x="1311" y="205"/>
                    <a:pt x="1479" y="205"/>
                  </a:cubicBezTo>
                  <a:lnTo>
                    <a:pt x="1491" y="200"/>
                  </a:lnTo>
                  <a:cubicBezTo>
                    <a:pt x="1494" y="200"/>
                    <a:pt x="1496" y="200"/>
                    <a:pt x="1499" y="200"/>
                  </a:cubicBezTo>
                  <a:close/>
                  <a:moveTo>
                    <a:pt x="1490" y="1"/>
                  </a:moveTo>
                  <a:cubicBezTo>
                    <a:pt x="1488" y="1"/>
                    <a:pt x="1486" y="1"/>
                    <a:pt x="1485" y="1"/>
                  </a:cubicBezTo>
                  <a:cubicBezTo>
                    <a:pt x="1174" y="1"/>
                    <a:pt x="739" y="441"/>
                    <a:pt x="679" y="503"/>
                  </a:cubicBezTo>
                  <a:cubicBezTo>
                    <a:pt x="468" y="702"/>
                    <a:pt x="0" y="1186"/>
                    <a:pt x="133" y="1452"/>
                  </a:cubicBezTo>
                  <a:cubicBezTo>
                    <a:pt x="186" y="1549"/>
                    <a:pt x="286" y="1612"/>
                    <a:pt x="398" y="1621"/>
                  </a:cubicBezTo>
                  <a:cubicBezTo>
                    <a:pt x="416" y="1622"/>
                    <a:pt x="435" y="1623"/>
                    <a:pt x="454" y="1623"/>
                  </a:cubicBezTo>
                  <a:cubicBezTo>
                    <a:pt x="473" y="1623"/>
                    <a:pt x="492" y="1622"/>
                    <a:pt x="511" y="1621"/>
                  </a:cubicBezTo>
                  <a:cubicBezTo>
                    <a:pt x="810" y="1613"/>
                    <a:pt x="1096" y="1497"/>
                    <a:pt x="1317" y="1293"/>
                  </a:cubicBezTo>
                  <a:cubicBezTo>
                    <a:pt x="1806" y="802"/>
                    <a:pt x="1943" y="377"/>
                    <a:pt x="1698" y="96"/>
                  </a:cubicBezTo>
                  <a:cubicBezTo>
                    <a:pt x="1645" y="36"/>
                    <a:pt x="1570" y="1"/>
                    <a:pt x="149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34"/>
            <p:cNvSpPr/>
            <p:nvPr/>
          </p:nvSpPr>
          <p:spPr>
            <a:xfrm>
              <a:off x="5738000" y="1232075"/>
              <a:ext cx="48800" cy="48225"/>
            </a:xfrm>
            <a:custGeom>
              <a:rect b="b" l="l" r="r" t="t"/>
              <a:pathLst>
                <a:path extrusionOk="0" h="1929" w="1952">
                  <a:moveTo>
                    <a:pt x="260" y="1"/>
                  </a:moveTo>
                  <a:cubicBezTo>
                    <a:pt x="107" y="1"/>
                    <a:pt x="1" y="34"/>
                    <a:pt x="1" y="126"/>
                  </a:cubicBezTo>
                  <a:cubicBezTo>
                    <a:pt x="1" y="466"/>
                    <a:pt x="713" y="1739"/>
                    <a:pt x="1013" y="1891"/>
                  </a:cubicBezTo>
                  <a:cubicBezTo>
                    <a:pt x="1066" y="1917"/>
                    <a:pt x="1123" y="1929"/>
                    <a:pt x="1184" y="1929"/>
                  </a:cubicBezTo>
                  <a:cubicBezTo>
                    <a:pt x="1471" y="1929"/>
                    <a:pt x="1815" y="1665"/>
                    <a:pt x="1877" y="1480"/>
                  </a:cubicBezTo>
                  <a:cubicBezTo>
                    <a:pt x="1951" y="1253"/>
                    <a:pt x="1424" y="239"/>
                    <a:pt x="1424" y="239"/>
                  </a:cubicBezTo>
                  <a:cubicBezTo>
                    <a:pt x="1424" y="239"/>
                    <a:pt x="671" y="1"/>
                    <a:pt x="2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34"/>
            <p:cNvSpPr/>
            <p:nvPr/>
          </p:nvSpPr>
          <p:spPr>
            <a:xfrm>
              <a:off x="5735300" y="1229500"/>
              <a:ext cx="54225" cy="53450"/>
            </a:xfrm>
            <a:custGeom>
              <a:rect b="b" l="l" r="r" t="t"/>
              <a:pathLst>
                <a:path extrusionOk="0" h="2138" w="2169">
                  <a:moveTo>
                    <a:pt x="318" y="207"/>
                  </a:moveTo>
                  <a:cubicBezTo>
                    <a:pt x="327" y="207"/>
                    <a:pt x="336" y="207"/>
                    <a:pt x="346" y="208"/>
                  </a:cubicBezTo>
                  <a:cubicBezTo>
                    <a:pt x="721" y="237"/>
                    <a:pt x="1092" y="313"/>
                    <a:pt x="1447" y="432"/>
                  </a:cubicBezTo>
                  <a:cubicBezTo>
                    <a:pt x="1687" y="893"/>
                    <a:pt x="1909" y="1440"/>
                    <a:pt x="1875" y="1548"/>
                  </a:cubicBezTo>
                  <a:cubicBezTo>
                    <a:pt x="1788" y="1700"/>
                    <a:pt x="1651" y="1816"/>
                    <a:pt x="1488" y="1879"/>
                  </a:cubicBezTo>
                  <a:cubicBezTo>
                    <a:pt x="1429" y="1909"/>
                    <a:pt x="1365" y="1924"/>
                    <a:pt x="1300" y="1924"/>
                  </a:cubicBezTo>
                  <a:cubicBezTo>
                    <a:pt x="1253" y="1924"/>
                    <a:pt x="1205" y="1916"/>
                    <a:pt x="1160" y="1900"/>
                  </a:cubicBezTo>
                  <a:cubicBezTo>
                    <a:pt x="910" y="1773"/>
                    <a:pt x="203" y="543"/>
                    <a:pt x="203" y="238"/>
                  </a:cubicBezTo>
                  <a:cubicBezTo>
                    <a:pt x="238" y="217"/>
                    <a:pt x="277" y="207"/>
                    <a:pt x="318" y="207"/>
                  </a:cubicBezTo>
                  <a:close/>
                  <a:moveTo>
                    <a:pt x="378" y="1"/>
                  </a:moveTo>
                  <a:cubicBezTo>
                    <a:pt x="252" y="1"/>
                    <a:pt x="148" y="19"/>
                    <a:pt x="85" y="65"/>
                  </a:cubicBezTo>
                  <a:cubicBezTo>
                    <a:pt x="31" y="104"/>
                    <a:pt x="0" y="165"/>
                    <a:pt x="2" y="231"/>
                  </a:cubicBezTo>
                  <a:cubicBezTo>
                    <a:pt x="2" y="597"/>
                    <a:pt x="721" y="1915"/>
                    <a:pt x="1068" y="2089"/>
                  </a:cubicBezTo>
                  <a:cubicBezTo>
                    <a:pt x="1135" y="2122"/>
                    <a:pt x="1208" y="2138"/>
                    <a:pt x="1281" y="2138"/>
                  </a:cubicBezTo>
                  <a:cubicBezTo>
                    <a:pt x="1383" y="2138"/>
                    <a:pt x="1486" y="2116"/>
                    <a:pt x="1580" y="2074"/>
                  </a:cubicBezTo>
                  <a:cubicBezTo>
                    <a:pt x="1800" y="1992"/>
                    <a:pt x="1982" y="1828"/>
                    <a:pt x="2085" y="1617"/>
                  </a:cubicBezTo>
                  <a:cubicBezTo>
                    <a:pt x="2168" y="1361"/>
                    <a:pt x="1757" y="542"/>
                    <a:pt x="1629" y="295"/>
                  </a:cubicBezTo>
                  <a:cubicBezTo>
                    <a:pt x="1616" y="268"/>
                    <a:pt x="1593" y="250"/>
                    <a:pt x="1565" y="243"/>
                  </a:cubicBezTo>
                  <a:cubicBezTo>
                    <a:pt x="1353" y="175"/>
                    <a:pt x="764" y="1"/>
                    <a:pt x="37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34"/>
            <p:cNvSpPr/>
            <p:nvPr/>
          </p:nvSpPr>
          <p:spPr>
            <a:xfrm>
              <a:off x="5746950" y="1267550"/>
              <a:ext cx="44250" cy="35475"/>
            </a:xfrm>
            <a:custGeom>
              <a:rect b="b" l="l" r="r" t="t"/>
              <a:pathLst>
                <a:path extrusionOk="0" h="1419" w="1770">
                  <a:moveTo>
                    <a:pt x="1367" y="1"/>
                  </a:moveTo>
                  <a:cubicBezTo>
                    <a:pt x="1090" y="1"/>
                    <a:pt x="640" y="472"/>
                    <a:pt x="640" y="472"/>
                  </a:cubicBezTo>
                  <a:cubicBezTo>
                    <a:pt x="640" y="472"/>
                    <a:pt x="0" y="1073"/>
                    <a:pt x="113" y="1299"/>
                  </a:cubicBezTo>
                  <a:cubicBezTo>
                    <a:pt x="154" y="1381"/>
                    <a:pt x="259" y="1418"/>
                    <a:pt x="390" y="1418"/>
                  </a:cubicBezTo>
                  <a:cubicBezTo>
                    <a:pt x="622" y="1418"/>
                    <a:pt x="937" y="1302"/>
                    <a:pt x="1129" y="1112"/>
                  </a:cubicBezTo>
                  <a:cubicBezTo>
                    <a:pt x="1430" y="813"/>
                    <a:pt x="1769" y="361"/>
                    <a:pt x="1504" y="61"/>
                  </a:cubicBezTo>
                  <a:cubicBezTo>
                    <a:pt x="1468" y="18"/>
                    <a:pt x="1420" y="1"/>
                    <a:pt x="13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34"/>
            <p:cNvSpPr/>
            <p:nvPr/>
          </p:nvSpPr>
          <p:spPr>
            <a:xfrm>
              <a:off x="5744225" y="1265100"/>
              <a:ext cx="48675" cy="40575"/>
            </a:xfrm>
            <a:custGeom>
              <a:rect b="b" l="l" r="r" t="t"/>
              <a:pathLst>
                <a:path extrusionOk="0" h="1623" w="1947">
                  <a:moveTo>
                    <a:pt x="1499" y="200"/>
                  </a:moveTo>
                  <a:cubicBezTo>
                    <a:pt x="1518" y="200"/>
                    <a:pt x="1537" y="208"/>
                    <a:pt x="1549" y="224"/>
                  </a:cubicBezTo>
                  <a:cubicBezTo>
                    <a:pt x="1772" y="488"/>
                    <a:pt x="1366" y="942"/>
                    <a:pt x="1178" y="1128"/>
                  </a:cubicBezTo>
                  <a:cubicBezTo>
                    <a:pt x="993" y="1303"/>
                    <a:pt x="750" y="1400"/>
                    <a:pt x="497" y="1400"/>
                  </a:cubicBezTo>
                  <a:cubicBezTo>
                    <a:pt x="479" y="1400"/>
                    <a:pt x="461" y="1400"/>
                    <a:pt x="443" y="1399"/>
                  </a:cubicBezTo>
                  <a:cubicBezTo>
                    <a:pt x="410" y="1393"/>
                    <a:pt x="353" y="1380"/>
                    <a:pt x="336" y="1344"/>
                  </a:cubicBezTo>
                  <a:cubicBezTo>
                    <a:pt x="297" y="1265"/>
                    <a:pt x="541" y="925"/>
                    <a:pt x="839" y="644"/>
                  </a:cubicBezTo>
                  <a:cubicBezTo>
                    <a:pt x="995" y="474"/>
                    <a:pt x="1311" y="205"/>
                    <a:pt x="1479" y="205"/>
                  </a:cubicBezTo>
                  <a:lnTo>
                    <a:pt x="1494" y="200"/>
                  </a:lnTo>
                  <a:cubicBezTo>
                    <a:pt x="1496" y="200"/>
                    <a:pt x="1497" y="200"/>
                    <a:pt x="1499" y="200"/>
                  </a:cubicBezTo>
                  <a:close/>
                  <a:moveTo>
                    <a:pt x="1493" y="1"/>
                  </a:moveTo>
                  <a:cubicBezTo>
                    <a:pt x="1491" y="1"/>
                    <a:pt x="1490" y="1"/>
                    <a:pt x="1488" y="1"/>
                  </a:cubicBezTo>
                  <a:cubicBezTo>
                    <a:pt x="1178" y="1"/>
                    <a:pt x="739" y="441"/>
                    <a:pt x="680" y="503"/>
                  </a:cubicBezTo>
                  <a:cubicBezTo>
                    <a:pt x="470" y="702"/>
                    <a:pt x="1" y="1186"/>
                    <a:pt x="136" y="1452"/>
                  </a:cubicBezTo>
                  <a:cubicBezTo>
                    <a:pt x="188" y="1549"/>
                    <a:pt x="288" y="1613"/>
                    <a:pt x="398" y="1621"/>
                  </a:cubicBezTo>
                  <a:cubicBezTo>
                    <a:pt x="417" y="1622"/>
                    <a:pt x="435" y="1623"/>
                    <a:pt x="454" y="1623"/>
                  </a:cubicBezTo>
                  <a:cubicBezTo>
                    <a:pt x="473" y="1623"/>
                    <a:pt x="492" y="1622"/>
                    <a:pt x="511" y="1621"/>
                  </a:cubicBezTo>
                  <a:cubicBezTo>
                    <a:pt x="812" y="1613"/>
                    <a:pt x="1099" y="1497"/>
                    <a:pt x="1321" y="1293"/>
                  </a:cubicBezTo>
                  <a:cubicBezTo>
                    <a:pt x="1811" y="802"/>
                    <a:pt x="1947" y="377"/>
                    <a:pt x="1701" y="96"/>
                  </a:cubicBezTo>
                  <a:cubicBezTo>
                    <a:pt x="1648" y="35"/>
                    <a:pt x="1573" y="1"/>
                    <a:pt x="149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34"/>
            <p:cNvSpPr/>
            <p:nvPr/>
          </p:nvSpPr>
          <p:spPr>
            <a:xfrm>
              <a:off x="5727100" y="1218000"/>
              <a:ext cx="35475" cy="56200"/>
            </a:xfrm>
            <a:custGeom>
              <a:rect b="b" l="l" r="r" t="t"/>
              <a:pathLst>
                <a:path extrusionOk="0" h="2248" w="1419">
                  <a:moveTo>
                    <a:pt x="248" y="0"/>
                  </a:moveTo>
                  <a:cubicBezTo>
                    <a:pt x="202" y="0"/>
                    <a:pt x="167" y="17"/>
                    <a:pt x="148" y="56"/>
                  </a:cubicBezTo>
                  <a:cubicBezTo>
                    <a:pt x="1" y="359"/>
                    <a:pt x="87" y="1822"/>
                    <a:pt x="294" y="2084"/>
                  </a:cubicBezTo>
                  <a:cubicBezTo>
                    <a:pt x="387" y="2202"/>
                    <a:pt x="555" y="2248"/>
                    <a:pt x="727" y="2248"/>
                  </a:cubicBezTo>
                  <a:cubicBezTo>
                    <a:pt x="940" y="2248"/>
                    <a:pt x="1159" y="2177"/>
                    <a:pt x="1251" y="2084"/>
                  </a:cubicBezTo>
                  <a:cubicBezTo>
                    <a:pt x="1418" y="1916"/>
                    <a:pt x="1384" y="776"/>
                    <a:pt x="1384" y="776"/>
                  </a:cubicBezTo>
                  <a:cubicBezTo>
                    <a:pt x="1384" y="776"/>
                    <a:pt x="558" y="0"/>
                    <a:pt x="2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34"/>
            <p:cNvSpPr/>
            <p:nvPr/>
          </p:nvSpPr>
          <p:spPr>
            <a:xfrm>
              <a:off x="5724450" y="1215325"/>
              <a:ext cx="40375" cy="61600"/>
            </a:xfrm>
            <a:custGeom>
              <a:rect b="b" l="l" r="r" t="t"/>
              <a:pathLst>
                <a:path extrusionOk="0" h="2464" w="1615">
                  <a:moveTo>
                    <a:pt x="361" y="208"/>
                  </a:moveTo>
                  <a:cubicBezTo>
                    <a:pt x="497" y="208"/>
                    <a:pt x="954" y="533"/>
                    <a:pt x="1384" y="933"/>
                  </a:cubicBezTo>
                  <a:cubicBezTo>
                    <a:pt x="1395" y="1450"/>
                    <a:pt x="1359" y="2041"/>
                    <a:pt x="1280" y="2123"/>
                  </a:cubicBezTo>
                  <a:cubicBezTo>
                    <a:pt x="1156" y="2208"/>
                    <a:pt x="1008" y="2254"/>
                    <a:pt x="859" y="2254"/>
                  </a:cubicBezTo>
                  <a:cubicBezTo>
                    <a:pt x="836" y="2254"/>
                    <a:pt x="813" y="2253"/>
                    <a:pt x="790" y="2251"/>
                  </a:cubicBezTo>
                  <a:cubicBezTo>
                    <a:pt x="785" y="2251"/>
                    <a:pt x="780" y="2251"/>
                    <a:pt x="774" y="2251"/>
                  </a:cubicBezTo>
                  <a:cubicBezTo>
                    <a:pt x="665" y="2251"/>
                    <a:pt x="560" y="2207"/>
                    <a:pt x="485" y="2127"/>
                  </a:cubicBezTo>
                  <a:cubicBezTo>
                    <a:pt x="314" y="1899"/>
                    <a:pt x="214" y="483"/>
                    <a:pt x="343" y="208"/>
                  </a:cubicBezTo>
                  <a:close/>
                  <a:moveTo>
                    <a:pt x="349" y="0"/>
                  </a:moveTo>
                  <a:cubicBezTo>
                    <a:pt x="334" y="0"/>
                    <a:pt x="320" y="1"/>
                    <a:pt x="306" y="4"/>
                  </a:cubicBezTo>
                  <a:cubicBezTo>
                    <a:pt x="241" y="14"/>
                    <a:pt x="186" y="58"/>
                    <a:pt x="159" y="117"/>
                  </a:cubicBezTo>
                  <a:cubicBezTo>
                    <a:pt x="1" y="434"/>
                    <a:pt x="77" y="1943"/>
                    <a:pt x="317" y="2249"/>
                  </a:cubicBezTo>
                  <a:cubicBezTo>
                    <a:pt x="430" y="2384"/>
                    <a:pt x="596" y="2462"/>
                    <a:pt x="772" y="2462"/>
                  </a:cubicBezTo>
                  <a:cubicBezTo>
                    <a:pt x="773" y="2462"/>
                    <a:pt x="775" y="2462"/>
                    <a:pt x="777" y="2462"/>
                  </a:cubicBezTo>
                  <a:lnTo>
                    <a:pt x="836" y="2462"/>
                  </a:lnTo>
                  <a:cubicBezTo>
                    <a:pt x="849" y="2463"/>
                    <a:pt x="861" y="2463"/>
                    <a:pt x="874" y="2463"/>
                  </a:cubicBezTo>
                  <a:cubicBezTo>
                    <a:pt x="1077" y="2463"/>
                    <a:pt x="1275" y="2395"/>
                    <a:pt x="1433" y="2269"/>
                  </a:cubicBezTo>
                  <a:cubicBezTo>
                    <a:pt x="1615" y="2081"/>
                    <a:pt x="1596" y="1159"/>
                    <a:pt x="1596" y="880"/>
                  </a:cubicBezTo>
                  <a:cubicBezTo>
                    <a:pt x="1596" y="851"/>
                    <a:pt x="1584" y="824"/>
                    <a:pt x="1561" y="805"/>
                  </a:cubicBezTo>
                  <a:cubicBezTo>
                    <a:pt x="1356" y="611"/>
                    <a:pt x="683" y="0"/>
                    <a:pt x="34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34"/>
            <p:cNvSpPr/>
            <p:nvPr/>
          </p:nvSpPr>
          <p:spPr>
            <a:xfrm>
              <a:off x="5713600" y="1266400"/>
              <a:ext cx="47450" cy="24625"/>
            </a:xfrm>
            <a:custGeom>
              <a:rect b="b" l="l" r="r" t="t"/>
              <a:pathLst>
                <a:path extrusionOk="0" h="985" w="1898">
                  <a:moveTo>
                    <a:pt x="1501" y="0"/>
                  </a:moveTo>
                  <a:cubicBezTo>
                    <a:pt x="1217" y="0"/>
                    <a:pt x="834" y="147"/>
                    <a:pt x="834" y="147"/>
                  </a:cubicBezTo>
                  <a:cubicBezTo>
                    <a:pt x="834" y="147"/>
                    <a:pt x="0" y="410"/>
                    <a:pt x="2" y="662"/>
                  </a:cubicBezTo>
                  <a:cubicBezTo>
                    <a:pt x="4" y="849"/>
                    <a:pt x="332" y="984"/>
                    <a:pt x="665" y="984"/>
                  </a:cubicBezTo>
                  <a:cubicBezTo>
                    <a:pt x="780" y="984"/>
                    <a:pt x="895" y="968"/>
                    <a:pt x="998" y="933"/>
                  </a:cubicBezTo>
                  <a:cubicBezTo>
                    <a:pt x="1398" y="794"/>
                    <a:pt x="1897" y="534"/>
                    <a:pt x="1791" y="148"/>
                  </a:cubicBezTo>
                  <a:cubicBezTo>
                    <a:pt x="1760" y="37"/>
                    <a:pt x="1643" y="0"/>
                    <a:pt x="15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34"/>
            <p:cNvSpPr/>
            <p:nvPr/>
          </p:nvSpPr>
          <p:spPr>
            <a:xfrm>
              <a:off x="5710975" y="1263750"/>
              <a:ext cx="52475" cy="29950"/>
            </a:xfrm>
            <a:custGeom>
              <a:rect b="b" l="l" r="r" t="t"/>
              <a:pathLst>
                <a:path extrusionOk="0" h="1198" w="2099">
                  <a:moveTo>
                    <a:pt x="1637" y="213"/>
                  </a:moveTo>
                  <a:cubicBezTo>
                    <a:pt x="1680" y="213"/>
                    <a:pt x="1722" y="220"/>
                    <a:pt x="1761" y="235"/>
                  </a:cubicBezTo>
                  <a:cubicBezTo>
                    <a:pt x="1782" y="244"/>
                    <a:pt x="1797" y="262"/>
                    <a:pt x="1803" y="283"/>
                  </a:cubicBezTo>
                  <a:cubicBezTo>
                    <a:pt x="1892" y="610"/>
                    <a:pt x="1325" y="850"/>
                    <a:pt x="1074" y="935"/>
                  </a:cubicBezTo>
                  <a:cubicBezTo>
                    <a:pt x="975" y="967"/>
                    <a:pt x="873" y="982"/>
                    <a:pt x="771" y="982"/>
                  </a:cubicBezTo>
                  <a:cubicBezTo>
                    <a:pt x="606" y="982"/>
                    <a:pt x="442" y="941"/>
                    <a:pt x="294" y="860"/>
                  </a:cubicBezTo>
                  <a:cubicBezTo>
                    <a:pt x="269" y="841"/>
                    <a:pt x="221" y="802"/>
                    <a:pt x="221" y="764"/>
                  </a:cubicBezTo>
                  <a:cubicBezTo>
                    <a:pt x="221" y="674"/>
                    <a:pt x="589" y="475"/>
                    <a:pt x="979" y="353"/>
                  </a:cubicBezTo>
                  <a:cubicBezTo>
                    <a:pt x="1183" y="272"/>
                    <a:pt x="1399" y="226"/>
                    <a:pt x="1619" y="214"/>
                  </a:cubicBezTo>
                  <a:lnTo>
                    <a:pt x="1608" y="214"/>
                  </a:lnTo>
                  <a:cubicBezTo>
                    <a:pt x="1617" y="213"/>
                    <a:pt x="1627" y="213"/>
                    <a:pt x="1637" y="213"/>
                  </a:cubicBezTo>
                  <a:close/>
                  <a:moveTo>
                    <a:pt x="1603" y="0"/>
                  </a:moveTo>
                  <a:cubicBezTo>
                    <a:pt x="1316" y="0"/>
                    <a:pt x="966" y="128"/>
                    <a:pt x="905" y="152"/>
                  </a:cubicBezTo>
                  <a:cubicBezTo>
                    <a:pt x="629" y="239"/>
                    <a:pt x="1" y="472"/>
                    <a:pt x="1" y="768"/>
                  </a:cubicBezTo>
                  <a:cubicBezTo>
                    <a:pt x="7" y="880"/>
                    <a:pt x="69" y="979"/>
                    <a:pt x="165" y="1037"/>
                  </a:cubicBezTo>
                  <a:cubicBezTo>
                    <a:pt x="336" y="1142"/>
                    <a:pt x="533" y="1197"/>
                    <a:pt x="735" y="1197"/>
                  </a:cubicBezTo>
                  <a:cubicBezTo>
                    <a:pt x="745" y="1197"/>
                    <a:pt x="756" y="1197"/>
                    <a:pt x="766" y="1197"/>
                  </a:cubicBezTo>
                  <a:cubicBezTo>
                    <a:pt x="774" y="1197"/>
                    <a:pt x="782" y="1197"/>
                    <a:pt x="790" y="1197"/>
                  </a:cubicBezTo>
                  <a:cubicBezTo>
                    <a:pt x="910" y="1197"/>
                    <a:pt x="1030" y="1176"/>
                    <a:pt x="1146" y="1140"/>
                  </a:cubicBezTo>
                  <a:cubicBezTo>
                    <a:pt x="1785" y="911"/>
                    <a:pt x="2099" y="588"/>
                    <a:pt x="1999" y="227"/>
                  </a:cubicBezTo>
                  <a:cubicBezTo>
                    <a:pt x="1977" y="149"/>
                    <a:pt x="1923" y="83"/>
                    <a:pt x="1849" y="47"/>
                  </a:cubicBezTo>
                  <a:cubicBezTo>
                    <a:pt x="1781" y="13"/>
                    <a:pt x="1695" y="0"/>
                    <a:pt x="160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34"/>
            <p:cNvSpPr/>
            <p:nvPr/>
          </p:nvSpPr>
          <p:spPr>
            <a:xfrm>
              <a:off x="5643475" y="1194225"/>
              <a:ext cx="105325" cy="61825"/>
            </a:xfrm>
            <a:custGeom>
              <a:rect b="b" l="l" r="r" t="t"/>
              <a:pathLst>
                <a:path extrusionOk="0" h="2473" w="4213">
                  <a:moveTo>
                    <a:pt x="2150" y="1"/>
                  </a:moveTo>
                  <a:cubicBezTo>
                    <a:pt x="1946" y="1"/>
                    <a:pt x="1742" y="9"/>
                    <a:pt x="1538" y="26"/>
                  </a:cubicBezTo>
                  <a:cubicBezTo>
                    <a:pt x="1324" y="41"/>
                    <a:pt x="1118" y="115"/>
                    <a:pt x="946" y="241"/>
                  </a:cubicBezTo>
                  <a:cubicBezTo>
                    <a:pt x="609" y="483"/>
                    <a:pt x="92" y="933"/>
                    <a:pt x="58" y="1457"/>
                  </a:cubicBezTo>
                  <a:cubicBezTo>
                    <a:pt x="0" y="2246"/>
                    <a:pt x="789" y="2472"/>
                    <a:pt x="1520" y="2472"/>
                  </a:cubicBezTo>
                  <a:cubicBezTo>
                    <a:pt x="2253" y="2472"/>
                    <a:pt x="3654" y="1457"/>
                    <a:pt x="3654" y="1457"/>
                  </a:cubicBezTo>
                  <a:cubicBezTo>
                    <a:pt x="3654" y="1457"/>
                    <a:pt x="4212" y="312"/>
                    <a:pt x="3594" y="144"/>
                  </a:cubicBezTo>
                  <a:cubicBezTo>
                    <a:pt x="3118" y="48"/>
                    <a:pt x="2634" y="1"/>
                    <a:pt x="215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34"/>
            <p:cNvSpPr/>
            <p:nvPr/>
          </p:nvSpPr>
          <p:spPr>
            <a:xfrm>
              <a:off x="5641500" y="1191725"/>
              <a:ext cx="104975" cy="66900"/>
            </a:xfrm>
            <a:custGeom>
              <a:rect b="b" l="l" r="r" t="t"/>
              <a:pathLst>
                <a:path extrusionOk="0" h="2676" w="4199">
                  <a:moveTo>
                    <a:pt x="2452" y="212"/>
                  </a:moveTo>
                  <a:cubicBezTo>
                    <a:pt x="2853" y="212"/>
                    <a:pt x="3252" y="256"/>
                    <a:pt x="3644" y="342"/>
                  </a:cubicBezTo>
                  <a:cubicBezTo>
                    <a:pt x="3721" y="360"/>
                    <a:pt x="3786" y="414"/>
                    <a:pt x="3818" y="486"/>
                  </a:cubicBezTo>
                  <a:cubicBezTo>
                    <a:pt x="3937" y="749"/>
                    <a:pt x="3743" y="1270"/>
                    <a:pt x="3645" y="1483"/>
                  </a:cubicBezTo>
                  <a:cubicBezTo>
                    <a:pt x="3466" y="1609"/>
                    <a:pt x="2231" y="2461"/>
                    <a:pt x="1592" y="2461"/>
                  </a:cubicBezTo>
                  <a:cubicBezTo>
                    <a:pt x="1273" y="2461"/>
                    <a:pt x="695" y="2415"/>
                    <a:pt x="405" y="2103"/>
                  </a:cubicBezTo>
                  <a:cubicBezTo>
                    <a:pt x="271" y="1958"/>
                    <a:pt x="209" y="1758"/>
                    <a:pt x="235" y="1561"/>
                  </a:cubicBezTo>
                  <a:cubicBezTo>
                    <a:pt x="277" y="1063"/>
                    <a:pt x="788" y="637"/>
                    <a:pt x="1089" y="422"/>
                  </a:cubicBezTo>
                  <a:cubicBezTo>
                    <a:pt x="1245" y="311"/>
                    <a:pt x="1431" y="244"/>
                    <a:pt x="1623" y="233"/>
                  </a:cubicBezTo>
                  <a:cubicBezTo>
                    <a:pt x="1811" y="214"/>
                    <a:pt x="2056" y="214"/>
                    <a:pt x="2323" y="214"/>
                  </a:cubicBezTo>
                  <a:cubicBezTo>
                    <a:pt x="2366" y="213"/>
                    <a:pt x="2409" y="212"/>
                    <a:pt x="2452" y="212"/>
                  </a:cubicBezTo>
                  <a:close/>
                  <a:moveTo>
                    <a:pt x="2308" y="0"/>
                  </a:moveTo>
                  <a:cubicBezTo>
                    <a:pt x="2039" y="0"/>
                    <a:pt x="1791" y="10"/>
                    <a:pt x="1602" y="20"/>
                  </a:cubicBezTo>
                  <a:cubicBezTo>
                    <a:pt x="1371" y="34"/>
                    <a:pt x="1150" y="114"/>
                    <a:pt x="962" y="250"/>
                  </a:cubicBezTo>
                  <a:cubicBezTo>
                    <a:pt x="560" y="539"/>
                    <a:pt x="69" y="999"/>
                    <a:pt x="30" y="1547"/>
                  </a:cubicBezTo>
                  <a:cubicBezTo>
                    <a:pt x="0" y="1803"/>
                    <a:pt x="83" y="2059"/>
                    <a:pt x="259" y="2248"/>
                  </a:cubicBezTo>
                  <a:cubicBezTo>
                    <a:pt x="585" y="2601"/>
                    <a:pt x="1173" y="2675"/>
                    <a:pt x="1599" y="2675"/>
                  </a:cubicBezTo>
                  <a:cubicBezTo>
                    <a:pt x="2357" y="2675"/>
                    <a:pt x="3743" y="1690"/>
                    <a:pt x="3792" y="1640"/>
                  </a:cubicBezTo>
                  <a:cubicBezTo>
                    <a:pt x="3807" y="1630"/>
                    <a:pt x="3819" y="1617"/>
                    <a:pt x="3827" y="1600"/>
                  </a:cubicBezTo>
                  <a:cubicBezTo>
                    <a:pt x="3864" y="1521"/>
                    <a:pt x="4199" y="813"/>
                    <a:pt x="4011" y="399"/>
                  </a:cubicBezTo>
                  <a:cubicBezTo>
                    <a:pt x="3953" y="268"/>
                    <a:pt x="3837" y="171"/>
                    <a:pt x="3699" y="137"/>
                  </a:cubicBezTo>
                  <a:cubicBezTo>
                    <a:pt x="3305" y="30"/>
                    <a:pt x="2776" y="0"/>
                    <a:pt x="230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34"/>
            <p:cNvSpPr/>
            <p:nvPr/>
          </p:nvSpPr>
          <p:spPr>
            <a:xfrm>
              <a:off x="5695575" y="1197900"/>
              <a:ext cx="92900" cy="48825"/>
            </a:xfrm>
            <a:custGeom>
              <a:rect b="b" l="l" r="r" t="t"/>
              <a:pathLst>
                <a:path extrusionOk="0" h="1953" w="3716">
                  <a:moveTo>
                    <a:pt x="1737" y="0"/>
                  </a:moveTo>
                  <a:cubicBezTo>
                    <a:pt x="1547" y="0"/>
                    <a:pt x="1360" y="20"/>
                    <a:pt x="1177" y="70"/>
                  </a:cubicBezTo>
                  <a:cubicBezTo>
                    <a:pt x="553" y="238"/>
                    <a:pt x="1" y="1364"/>
                    <a:pt x="337" y="1813"/>
                  </a:cubicBezTo>
                  <a:cubicBezTo>
                    <a:pt x="856" y="1906"/>
                    <a:pt x="1382" y="1953"/>
                    <a:pt x="1908" y="1953"/>
                  </a:cubicBezTo>
                  <a:cubicBezTo>
                    <a:pt x="2135" y="1953"/>
                    <a:pt x="2362" y="1944"/>
                    <a:pt x="2588" y="1926"/>
                  </a:cubicBezTo>
                  <a:cubicBezTo>
                    <a:pt x="3656" y="1813"/>
                    <a:pt x="3715" y="406"/>
                    <a:pt x="3096" y="238"/>
                  </a:cubicBezTo>
                  <a:cubicBezTo>
                    <a:pt x="2659" y="119"/>
                    <a:pt x="2193" y="0"/>
                    <a:pt x="17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34"/>
            <p:cNvSpPr/>
            <p:nvPr/>
          </p:nvSpPr>
          <p:spPr>
            <a:xfrm>
              <a:off x="5697800" y="1195450"/>
              <a:ext cx="88525" cy="54125"/>
            </a:xfrm>
            <a:custGeom>
              <a:rect b="b" l="l" r="r" t="t"/>
              <a:pathLst>
                <a:path extrusionOk="0" h="2165" w="3541">
                  <a:moveTo>
                    <a:pt x="1648" y="210"/>
                  </a:moveTo>
                  <a:cubicBezTo>
                    <a:pt x="2073" y="210"/>
                    <a:pt x="2519" y="320"/>
                    <a:pt x="2977" y="445"/>
                  </a:cubicBezTo>
                  <a:cubicBezTo>
                    <a:pt x="3190" y="495"/>
                    <a:pt x="3321" y="762"/>
                    <a:pt x="3296" y="1083"/>
                  </a:cubicBezTo>
                  <a:cubicBezTo>
                    <a:pt x="3272" y="1524"/>
                    <a:pt x="2928" y="1880"/>
                    <a:pt x="2489" y="1919"/>
                  </a:cubicBezTo>
                  <a:cubicBezTo>
                    <a:pt x="2267" y="1935"/>
                    <a:pt x="2045" y="1943"/>
                    <a:pt x="1823" y="1943"/>
                  </a:cubicBezTo>
                  <a:cubicBezTo>
                    <a:pt x="1317" y="1943"/>
                    <a:pt x="812" y="1901"/>
                    <a:pt x="312" y="1816"/>
                  </a:cubicBezTo>
                  <a:cubicBezTo>
                    <a:pt x="230" y="1613"/>
                    <a:pt x="236" y="1386"/>
                    <a:pt x="325" y="1186"/>
                  </a:cubicBezTo>
                  <a:cubicBezTo>
                    <a:pt x="480" y="742"/>
                    <a:pt x="811" y="361"/>
                    <a:pt x="1121" y="276"/>
                  </a:cubicBezTo>
                  <a:cubicBezTo>
                    <a:pt x="1292" y="230"/>
                    <a:pt x="1468" y="210"/>
                    <a:pt x="1648" y="210"/>
                  </a:cubicBezTo>
                  <a:close/>
                  <a:moveTo>
                    <a:pt x="1648" y="1"/>
                  </a:moveTo>
                  <a:cubicBezTo>
                    <a:pt x="1451" y="1"/>
                    <a:pt x="1256" y="23"/>
                    <a:pt x="1064" y="75"/>
                  </a:cubicBezTo>
                  <a:cubicBezTo>
                    <a:pt x="623" y="195"/>
                    <a:pt x="267" y="696"/>
                    <a:pt x="121" y="1122"/>
                  </a:cubicBezTo>
                  <a:cubicBezTo>
                    <a:pt x="1" y="1471"/>
                    <a:pt x="13" y="1777"/>
                    <a:pt x="163" y="1975"/>
                  </a:cubicBezTo>
                  <a:cubicBezTo>
                    <a:pt x="180" y="1996"/>
                    <a:pt x="202" y="2011"/>
                    <a:pt x="229" y="2016"/>
                  </a:cubicBezTo>
                  <a:cubicBezTo>
                    <a:pt x="763" y="2112"/>
                    <a:pt x="1307" y="2161"/>
                    <a:pt x="1850" y="2163"/>
                  </a:cubicBezTo>
                  <a:lnTo>
                    <a:pt x="1849" y="2163"/>
                  </a:lnTo>
                  <a:cubicBezTo>
                    <a:pt x="1886" y="2164"/>
                    <a:pt x="1924" y="2164"/>
                    <a:pt x="1962" y="2164"/>
                  </a:cubicBezTo>
                  <a:cubicBezTo>
                    <a:pt x="2145" y="2164"/>
                    <a:pt x="2328" y="2155"/>
                    <a:pt x="2510" y="2139"/>
                  </a:cubicBezTo>
                  <a:cubicBezTo>
                    <a:pt x="3052" y="2091"/>
                    <a:pt x="3475" y="1654"/>
                    <a:pt x="3506" y="1112"/>
                  </a:cubicBezTo>
                  <a:cubicBezTo>
                    <a:pt x="3540" y="686"/>
                    <a:pt x="3346" y="329"/>
                    <a:pt x="3035" y="244"/>
                  </a:cubicBezTo>
                  <a:cubicBezTo>
                    <a:pt x="2556" y="114"/>
                    <a:pt x="2095" y="1"/>
                    <a:pt x="164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34"/>
            <p:cNvSpPr/>
            <p:nvPr/>
          </p:nvSpPr>
          <p:spPr>
            <a:xfrm>
              <a:off x="5645800" y="1233250"/>
              <a:ext cx="55375" cy="74350"/>
            </a:xfrm>
            <a:custGeom>
              <a:rect b="b" l="l" r="r" t="t"/>
              <a:pathLst>
                <a:path extrusionOk="0" h="2974" w="2215">
                  <a:moveTo>
                    <a:pt x="512" y="0"/>
                  </a:moveTo>
                  <a:cubicBezTo>
                    <a:pt x="129" y="0"/>
                    <a:pt x="0" y="400"/>
                    <a:pt x="188" y="907"/>
                  </a:cubicBezTo>
                  <a:cubicBezTo>
                    <a:pt x="413" y="1509"/>
                    <a:pt x="1240" y="2484"/>
                    <a:pt x="1316" y="2782"/>
                  </a:cubicBezTo>
                  <a:cubicBezTo>
                    <a:pt x="1345" y="2901"/>
                    <a:pt x="1472" y="2973"/>
                    <a:pt x="1617" y="2973"/>
                  </a:cubicBezTo>
                  <a:cubicBezTo>
                    <a:pt x="1835" y="2973"/>
                    <a:pt x="2096" y="2812"/>
                    <a:pt x="2140" y="2406"/>
                  </a:cubicBezTo>
                  <a:cubicBezTo>
                    <a:pt x="2215" y="1730"/>
                    <a:pt x="1654" y="643"/>
                    <a:pt x="1654" y="643"/>
                  </a:cubicBezTo>
                  <a:cubicBezTo>
                    <a:pt x="1409" y="369"/>
                    <a:pt x="1098" y="164"/>
                    <a:pt x="751" y="43"/>
                  </a:cubicBezTo>
                  <a:cubicBezTo>
                    <a:pt x="663" y="14"/>
                    <a:pt x="583" y="0"/>
                    <a:pt x="5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34"/>
            <p:cNvSpPr/>
            <p:nvPr/>
          </p:nvSpPr>
          <p:spPr>
            <a:xfrm>
              <a:off x="5644550" y="1230300"/>
              <a:ext cx="59500" cy="80050"/>
            </a:xfrm>
            <a:custGeom>
              <a:rect b="b" l="l" r="r" t="t"/>
              <a:pathLst>
                <a:path extrusionOk="0" h="3202" w="2380">
                  <a:moveTo>
                    <a:pt x="543" y="223"/>
                  </a:moveTo>
                  <a:cubicBezTo>
                    <a:pt x="550" y="223"/>
                    <a:pt x="556" y="223"/>
                    <a:pt x="563" y="224"/>
                  </a:cubicBezTo>
                  <a:cubicBezTo>
                    <a:pt x="627" y="228"/>
                    <a:pt x="690" y="240"/>
                    <a:pt x="751" y="261"/>
                  </a:cubicBezTo>
                  <a:cubicBezTo>
                    <a:pt x="1077" y="376"/>
                    <a:pt x="1370" y="566"/>
                    <a:pt x="1604" y="821"/>
                  </a:cubicBezTo>
                  <a:cubicBezTo>
                    <a:pt x="1659" y="934"/>
                    <a:pt x="2141" y="1912"/>
                    <a:pt x="2074" y="2514"/>
                  </a:cubicBezTo>
                  <a:cubicBezTo>
                    <a:pt x="2037" y="2844"/>
                    <a:pt x="1846" y="2974"/>
                    <a:pt x="1678" y="2984"/>
                  </a:cubicBezTo>
                  <a:cubicBezTo>
                    <a:pt x="1671" y="2985"/>
                    <a:pt x="1663" y="2985"/>
                    <a:pt x="1656" y="2985"/>
                  </a:cubicBezTo>
                  <a:cubicBezTo>
                    <a:pt x="1562" y="2985"/>
                    <a:pt x="1481" y="2942"/>
                    <a:pt x="1465" y="2874"/>
                  </a:cubicBezTo>
                  <a:cubicBezTo>
                    <a:pt x="1346" y="2600"/>
                    <a:pt x="1191" y="2343"/>
                    <a:pt x="1007" y="2109"/>
                  </a:cubicBezTo>
                  <a:cubicBezTo>
                    <a:pt x="745" y="1759"/>
                    <a:pt x="520" y="1382"/>
                    <a:pt x="335" y="986"/>
                  </a:cubicBezTo>
                  <a:cubicBezTo>
                    <a:pt x="224" y="690"/>
                    <a:pt x="231" y="428"/>
                    <a:pt x="350" y="303"/>
                  </a:cubicBezTo>
                  <a:cubicBezTo>
                    <a:pt x="402" y="252"/>
                    <a:pt x="471" y="223"/>
                    <a:pt x="543" y="223"/>
                  </a:cubicBezTo>
                  <a:close/>
                  <a:moveTo>
                    <a:pt x="593" y="1"/>
                  </a:moveTo>
                  <a:cubicBezTo>
                    <a:pt x="451" y="1"/>
                    <a:pt x="311" y="54"/>
                    <a:pt x="203" y="155"/>
                  </a:cubicBezTo>
                  <a:cubicBezTo>
                    <a:pt x="21" y="343"/>
                    <a:pt x="0" y="681"/>
                    <a:pt x="143" y="1061"/>
                  </a:cubicBezTo>
                  <a:cubicBezTo>
                    <a:pt x="332" y="1473"/>
                    <a:pt x="565" y="1865"/>
                    <a:pt x="835" y="2228"/>
                  </a:cubicBezTo>
                  <a:cubicBezTo>
                    <a:pt x="1002" y="2445"/>
                    <a:pt x="1145" y="2679"/>
                    <a:pt x="1263" y="2925"/>
                  </a:cubicBezTo>
                  <a:cubicBezTo>
                    <a:pt x="1314" y="3090"/>
                    <a:pt x="1467" y="3200"/>
                    <a:pt x="1637" y="3200"/>
                  </a:cubicBezTo>
                  <a:cubicBezTo>
                    <a:pt x="1647" y="3200"/>
                    <a:pt x="1657" y="3200"/>
                    <a:pt x="1666" y="3199"/>
                  </a:cubicBezTo>
                  <a:lnTo>
                    <a:pt x="1665" y="3197"/>
                  </a:lnTo>
                  <a:lnTo>
                    <a:pt x="1711" y="3202"/>
                  </a:lnTo>
                  <a:cubicBezTo>
                    <a:pt x="2046" y="3163"/>
                    <a:pt x="2301" y="2880"/>
                    <a:pt x="2304" y="2541"/>
                  </a:cubicBezTo>
                  <a:cubicBezTo>
                    <a:pt x="2380" y="1842"/>
                    <a:pt x="1827" y="763"/>
                    <a:pt x="1805" y="715"/>
                  </a:cubicBezTo>
                  <a:lnTo>
                    <a:pt x="1791" y="699"/>
                  </a:lnTo>
                  <a:cubicBezTo>
                    <a:pt x="1537" y="407"/>
                    <a:pt x="1209" y="185"/>
                    <a:pt x="843" y="59"/>
                  </a:cubicBezTo>
                  <a:cubicBezTo>
                    <a:pt x="763" y="20"/>
                    <a:pt x="678" y="1"/>
                    <a:pt x="59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34"/>
            <p:cNvSpPr/>
            <p:nvPr/>
          </p:nvSpPr>
          <p:spPr>
            <a:xfrm>
              <a:off x="5663675" y="1267725"/>
              <a:ext cx="30950" cy="10725"/>
            </a:xfrm>
            <a:custGeom>
              <a:rect b="b" l="l" r="r" t="t"/>
              <a:pathLst>
                <a:path extrusionOk="0" h="429" w="1238">
                  <a:moveTo>
                    <a:pt x="770" y="0"/>
                  </a:moveTo>
                  <a:cubicBezTo>
                    <a:pt x="348" y="0"/>
                    <a:pt x="1" y="429"/>
                    <a:pt x="1" y="429"/>
                  </a:cubicBezTo>
                  <a:lnTo>
                    <a:pt x="1238" y="202"/>
                  </a:lnTo>
                  <a:cubicBezTo>
                    <a:pt x="1081" y="55"/>
                    <a:pt x="921" y="0"/>
                    <a:pt x="77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34"/>
            <p:cNvSpPr/>
            <p:nvPr/>
          </p:nvSpPr>
          <p:spPr>
            <a:xfrm>
              <a:off x="5660650" y="1264950"/>
              <a:ext cx="36925" cy="16150"/>
            </a:xfrm>
            <a:custGeom>
              <a:rect b="b" l="l" r="r" t="t"/>
              <a:pathLst>
                <a:path extrusionOk="0" h="646" w="1477">
                  <a:moveTo>
                    <a:pt x="887" y="1"/>
                  </a:moveTo>
                  <a:cubicBezTo>
                    <a:pt x="872" y="1"/>
                    <a:pt x="856" y="1"/>
                    <a:pt x="841" y="2"/>
                  </a:cubicBezTo>
                  <a:cubicBezTo>
                    <a:pt x="527" y="54"/>
                    <a:pt x="242" y="220"/>
                    <a:pt x="41" y="467"/>
                  </a:cubicBezTo>
                  <a:cubicBezTo>
                    <a:pt x="40" y="468"/>
                    <a:pt x="40" y="468"/>
                    <a:pt x="38" y="470"/>
                  </a:cubicBezTo>
                  <a:cubicBezTo>
                    <a:pt x="1" y="516"/>
                    <a:pt x="7" y="584"/>
                    <a:pt x="53" y="622"/>
                  </a:cubicBezTo>
                  <a:cubicBezTo>
                    <a:pt x="72" y="638"/>
                    <a:pt x="98" y="646"/>
                    <a:pt x="122" y="646"/>
                  </a:cubicBezTo>
                  <a:cubicBezTo>
                    <a:pt x="156" y="644"/>
                    <a:pt x="187" y="625"/>
                    <a:pt x="205" y="595"/>
                  </a:cubicBezTo>
                  <a:cubicBezTo>
                    <a:pt x="370" y="395"/>
                    <a:pt x="601" y="258"/>
                    <a:pt x="856" y="209"/>
                  </a:cubicBezTo>
                  <a:cubicBezTo>
                    <a:pt x="864" y="209"/>
                    <a:pt x="872" y="209"/>
                    <a:pt x="881" y="209"/>
                  </a:cubicBezTo>
                  <a:cubicBezTo>
                    <a:pt x="1032" y="209"/>
                    <a:pt x="1177" y="272"/>
                    <a:pt x="1281" y="382"/>
                  </a:cubicBezTo>
                  <a:lnTo>
                    <a:pt x="1283" y="382"/>
                  </a:lnTo>
                  <a:cubicBezTo>
                    <a:pt x="1304" y="403"/>
                    <a:pt x="1331" y="413"/>
                    <a:pt x="1358" y="413"/>
                  </a:cubicBezTo>
                  <a:cubicBezTo>
                    <a:pt x="1385" y="413"/>
                    <a:pt x="1412" y="403"/>
                    <a:pt x="1433" y="382"/>
                  </a:cubicBezTo>
                  <a:cubicBezTo>
                    <a:pt x="1435" y="380"/>
                    <a:pt x="1436" y="379"/>
                    <a:pt x="1438" y="378"/>
                  </a:cubicBezTo>
                  <a:cubicBezTo>
                    <a:pt x="1476" y="336"/>
                    <a:pt x="1475" y="270"/>
                    <a:pt x="1433" y="232"/>
                  </a:cubicBezTo>
                  <a:cubicBezTo>
                    <a:pt x="1289" y="83"/>
                    <a:pt x="1092" y="1"/>
                    <a:pt x="88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34"/>
            <p:cNvSpPr/>
            <p:nvPr/>
          </p:nvSpPr>
          <p:spPr>
            <a:xfrm>
              <a:off x="5764875" y="1206175"/>
              <a:ext cx="66700" cy="47800"/>
            </a:xfrm>
            <a:custGeom>
              <a:rect b="b" l="l" r="r" t="t"/>
              <a:pathLst>
                <a:path extrusionOk="0" h="1912" w="2668">
                  <a:moveTo>
                    <a:pt x="564" y="1"/>
                  </a:moveTo>
                  <a:cubicBezTo>
                    <a:pt x="564" y="1"/>
                    <a:pt x="1" y="337"/>
                    <a:pt x="1" y="864"/>
                  </a:cubicBezTo>
                  <a:cubicBezTo>
                    <a:pt x="1" y="1391"/>
                    <a:pt x="263" y="1505"/>
                    <a:pt x="564" y="1576"/>
                  </a:cubicBezTo>
                  <a:cubicBezTo>
                    <a:pt x="815" y="1637"/>
                    <a:pt x="1328" y="1912"/>
                    <a:pt x="1667" y="1912"/>
                  </a:cubicBezTo>
                  <a:cubicBezTo>
                    <a:pt x="1733" y="1912"/>
                    <a:pt x="1793" y="1901"/>
                    <a:pt x="1843" y="1877"/>
                  </a:cubicBezTo>
                  <a:cubicBezTo>
                    <a:pt x="2148" y="1728"/>
                    <a:pt x="2668" y="1201"/>
                    <a:pt x="2105" y="638"/>
                  </a:cubicBezTo>
                  <a:cubicBezTo>
                    <a:pt x="1542" y="75"/>
                    <a:pt x="564" y="1"/>
                    <a:pt x="5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34"/>
            <p:cNvSpPr/>
            <p:nvPr/>
          </p:nvSpPr>
          <p:spPr>
            <a:xfrm>
              <a:off x="5762425" y="1203500"/>
              <a:ext cx="64725" cy="53150"/>
            </a:xfrm>
            <a:custGeom>
              <a:rect b="b" l="l" r="r" t="t"/>
              <a:pathLst>
                <a:path extrusionOk="0" h="2126" w="2589">
                  <a:moveTo>
                    <a:pt x="698" y="217"/>
                  </a:moveTo>
                  <a:cubicBezTo>
                    <a:pt x="889" y="239"/>
                    <a:pt x="1664" y="355"/>
                    <a:pt x="2131" y="819"/>
                  </a:cubicBezTo>
                  <a:cubicBezTo>
                    <a:pt x="2285" y="948"/>
                    <a:pt x="2364" y="1143"/>
                    <a:pt x="2344" y="1341"/>
                  </a:cubicBezTo>
                  <a:cubicBezTo>
                    <a:pt x="2282" y="1579"/>
                    <a:pt x="2119" y="1778"/>
                    <a:pt x="1898" y="1889"/>
                  </a:cubicBezTo>
                  <a:cubicBezTo>
                    <a:pt x="1864" y="1906"/>
                    <a:pt x="1821" y="1913"/>
                    <a:pt x="1771" y="1913"/>
                  </a:cubicBezTo>
                  <a:cubicBezTo>
                    <a:pt x="1574" y="1913"/>
                    <a:pt x="1275" y="1795"/>
                    <a:pt x="1044" y="1702"/>
                  </a:cubicBezTo>
                  <a:cubicBezTo>
                    <a:pt x="931" y="1655"/>
                    <a:pt x="815" y="1613"/>
                    <a:pt x="697" y="1579"/>
                  </a:cubicBezTo>
                  <a:cubicBezTo>
                    <a:pt x="416" y="1509"/>
                    <a:pt x="215" y="1423"/>
                    <a:pt x="215" y="971"/>
                  </a:cubicBezTo>
                  <a:cubicBezTo>
                    <a:pt x="215" y="578"/>
                    <a:pt x="588" y="292"/>
                    <a:pt x="698" y="217"/>
                  </a:cubicBezTo>
                  <a:close/>
                  <a:moveTo>
                    <a:pt x="671" y="0"/>
                  </a:moveTo>
                  <a:cubicBezTo>
                    <a:pt x="651" y="0"/>
                    <a:pt x="631" y="6"/>
                    <a:pt x="614" y="15"/>
                  </a:cubicBezTo>
                  <a:cubicBezTo>
                    <a:pt x="589" y="30"/>
                    <a:pt x="1" y="370"/>
                    <a:pt x="1" y="971"/>
                  </a:cubicBezTo>
                  <a:cubicBezTo>
                    <a:pt x="1" y="1573"/>
                    <a:pt x="328" y="1710"/>
                    <a:pt x="639" y="1786"/>
                  </a:cubicBezTo>
                  <a:cubicBezTo>
                    <a:pt x="718" y="1807"/>
                    <a:pt x="836" y="1851"/>
                    <a:pt x="960" y="1900"/>
                  </a:cubicBezTo>
                  <a:cubicBezTo>
                    <a:pt x="1214" y="2021"/>
                    <a:pt x="1487" y="2097"/>
                    <a:pt x="1767" y="2125"/>
                  </a:cubicBezTo>
                  <a:cubicBezTo>
                    <a:pt x="1773" y="2126"/>
                    <a:pt x="1779" y="2126"/>
                    <a:pt x="1785" y="2126"/>
                  </a:cubicBezTo>
                  <a:cubicBezTo>
                    <a:pt x="1857" y="2126"/>
                    <a:pt x="1928" y="2109"/>
                    <a:pt x="1994" y="2078"/>
                  </a:cubicBezTo>
                  <a:cubicBezTo>
                    <a:pt x="2276" y="1938"/>
                    <a:pt x="2481" y="1680"/>
                    <a:pt x="2556" y="1375"/>
                  </a:cubicBezTo>
                  <a:cubicBezTo>
                    <a:pt x="2588" y="1108"/>
                    <a:pt x="2487" y="845"/>
                    <a:pt x="2285" y="671"/>
                  </a:cubicBezTo>
                  <a:cubicBezTo>
                    <a:pt x="1700" y="85"/>
                    <a:pt x="718" y="1"/>
                    <a:pt x="678" y="1"/>
                  </a:cubicBezTo>
                  <a:cubicBezTo>
                    <a:pt x="676" y="0"/>
                    <a:pt x="674" y="0"/>
                    <a:pt x="67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34"/>
            <p:cNvSpPr/>
            <p:nvPr/>
          </p:nvSpPr>
          <p:spPr>
            <a:xfrm>
              <a:off x="5804425" y="1233350"/>
              <a:ext cx="38475" cy="36875"/>
            </a:xfrm>
            <a:custGeom>
              <a:rect b="b" l="l" r="r" t="t"/>
              <a:pathLst>
                <a:path extrusionOk="0" h="1475" w="1539">
                  <a:moveTo>
                    <a:pt x="751" y="0"/>
                  </a:moveTo>
                  <a:cubicBezTo>
                    <a:pt x="605" y="0"/>
                    <a:pt x="68" y="27"/>
                    <a:pt x="37" y="415"/>
                  </a:cubicBezTo>
                  <a:cubicBezTo>
                    <a:pt x="0" y="864"/>
                    <a:pt x="186" y="940"/>
                    <a:pt x="374" y="1089"/>
                  </a:cubicBezTo>
                  <a:cubicBezTo>
                    <a:pt x="518" y="1204"/>
                    <a:pt x="861" y="1475"/>
                    <a:pt x="1115" y="1475"/>
                  </a:cubicBezTo>
                  <a:cubicBezTo>
                    <a:pt x="1191" y="1475"/>
                    <a:pt x="1260" y="1450"/>
                    <a:pt x="1312" y="1390"/>
                  </a:cubicBezTo>
                  <a:cubicBezTo>
                    <a:pt x="1538" y="1128"/>
                    <a:pt x="1199" y="188"/>
                    <a:pt x="788" y="1"/>
                  </a:cubicBezTo>
                  <a:cubicBezTo>
                    <a:pt x="788" y="1"/>
                    <a:pt x="774" y="0"/>
                    <a:pt x="7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34"/>
            <p:cNvSpPr/>
            <p:nvPr/>
          </p:nvSpPr>
          <p:spPr>
            <a:xfrm>
              <a:off x="5801025" y="1230700"/>
              <a:ext cx="41225" cy="42200"/>
            </a:xfrm>
            <a:custGeom>
              <a:rect b="b" l="l" r="r" t="t"/>
              <a:pathLst>
                <a:path extrusionOk="0" h="1688" w="1649">
                  <a:moveTo>
                    <a:pt x="891" y="214"/>
                  </a:moveTo>
                  <a:cubicBezTo>
                    <a:pt x="1152" y="410"/>
                    <a:pt x="1327" y="699"/>
                    <a:pt x="1382" y="1019"/>
                  </a:cubicBezTo>
                  <a:cubicBezTo>
                    <a:pt x="1432" y="1152"/>
                    <a:pt x="1426" y="1299"/>
                    <a:pt x="1363" y="1427"/>
                  </a:cubicBezTo>
                  <a:cubicBezTo>
                    <a:pt x="1341" y="1452"/>
                    <a:pt x="1305" y="1474"/>
                    <a:pt x="1244" y="1474"/>
                  </a:cubicBezTo>
                  <a:cubicBezTo>
                    <a:pt x="1130" y="1474"/>
                    <a:pt x="929" y="1397"/>
                    <a:pt x="571" y="1112"/>
                  </a:cubicBezTo>
                  <a:lnTo>
                    <a:pt x="501" y="1058"/>
                  </a:lnTo>
                  <a:cubicBezTo>
                    <a:pt x="313" y="954"/>
                    <a:pt x="220" y="737"/>
                    <a:pt x="273" y="530"/>
                  </a:cubicBezTo>
                  <a:cubicBezTo>
                    <a:pt x="298" y="235"/>
                    <a:pt x="751" y="214"/>
                    <a:pt x="879" y="214"/>
                  </a:cubicBezTo>
                  <a:close/>
                  <a:moveTo>
                    <a:pt x="876" y="0"/>
                  </a:moveTo>
                  <a:cubicBezTo>
                    <a:pt x="714" y="0"/>
                    <a:pt x="101" y="29"/>
                    <a:pt x="62" y="512"/>
                  </a:cubicBezTo>
                  <a:cubicBezTo>
                    <a:pt x="1" y="793"/>
                    <a:pt x="127" y="1082"/>
                    <a:pt x="373" y="1229"/>
                  </a:cubicBezTo>
                  <a:cubicBezTo>
                    <a:pt x="394" y="1246"/>
                    <a:pt x="418" y="1261"/>
                    <a:pt x="440" y="1280"/>
                  </a:cubicBezTo>
                  <a:cubicBezTo>
                    <a:pt x="584" y="1395"/>
                    <a:pt x="951" y="1688"/>
                    <a:pt x="1250" y="1688"/>
                  </a:cubicBezTo>
                  <a:cubicBezTo>
                    <a:pt x="1353" y="1688"/>
                    <a:pt x="1449" y="1643"/>
                    <a:pt x="1516" y="1566"/>
                  </a:cubicBezTo>
                  <a:cubicBezTo>
                    <a:pt x="1625" y="1387"/>
                    <a:pt x="1649" y="1171"/>
                    <a:pt x="1582" y="973"/>
                  </a:cubicBezTo>
                  <a:cubicBezTo>
                    <a:pt x="1499" y="600"/>
                    <a:pt x="1256" y="148"/>
                    <a:pt x="954" y="11"/>
                  </a:cubicBezTo>
                  <a:cubicBezTo>
                    <a:pt x="942" y="5"/>
                    <a:pt x="928" y="2"/>
                    <a:pt x="915" y="1"/>
                  </a:cubicBezTo>
                  <a:cubicBezTo>
                    <a:pt x="912" y="1"/>
                    <a:pt x="898" y="0"/>
                    <a:pt x="87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34"/>
            <p:cNvSpPr/>
            <p:nvPr/>
          </p:nvSpPr>
          <p:spPr>
            <a:xfrm>
              <a:off x="4914075" y="1643400"/>
              <a:ext cx="171025" cy="491575"/>
            </a:xfrm>
            <a:custGeom>
              <a:rect b="b" l="l" r="r" t="t"/>
              <a:pathLst>
                <a:path extrusionOk="0" h="19663" w="6841">
                  <a:moveTo>
                    <a:pt x="5791" y="1"/>
                  </a:moveTo>
                  <a:lnTo>
                    <a:pt x="1655" y="297"/>
                  </a:lnTo>
                  <a:cubicBezTo>
                    <a:pt x="1655" y="297"/>
                    <a:pt x="0" y="4125"/>
                    <a:pt x="0" y="6677"/>
                  </a:cubicBezTo>
                  <a:cubicBezTo>
                    <a:pt x="0" y="9231"/>
                    <a:pt x="1729" y="15234"/>
                    <a:pt x="1729" y="15234"/>
                  </a:cubicBezTo>
                  <a:lnTo>
                    <a:pt x="1729" y="19662"/>
                  </a:lnTo>
                  <a:lnTo>
                    <a:pt x="4740" y="19662"/>
                  </a:lnTo>
                  <a:lnTo>
                    <a:pt x="4817" y="14411"/>
                  </a:lnTo>
                  <a:cubicBezTo>
                    <a:pt x="4817" y="14411"/>
                    <a:pt x="6541" y="9381"/>
                    <a:pt x="6692" y="5252"/>
                  </a:cubicBezTo>
                  <a:cubicBezTo>
                    <a:pt x="6841" y="1125"/>
                    <a:pt x="5791" y="1"/>
                    <a:pt x="5791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34"/>
            <p:cNvSpPr/>
            <p:nvPr/>
          </p:nvSpPr>
          <p:spPr>
            <a:xfrm>
              <a:off x="4911425" y="1640675"/>
              <a:ext cx="176125" cy="496900"/>
            </a:xfrm>
            <a:custGeom>
              <a:rect b="b" l="l" r="r" t="t"/>
              <a:pathLst>
                <a:path extrusionOk="0" h="19876" w="7045">
                  <a:moveTo>
                    <a:pt x="5843" y="216"/>
                  </a:moveTo>
                  <a:cubicBezTo>
                    <a:pt x="6012" y="451"/>
                    <a:pt x="6819" y="1730"/>
                    <a:pt x="6686" y="5355"/>
                  </a:cubicBezTo>
                  <a:cubicBezTo>
                    <a:pt x="6539" y="9420"/>
                    <a:pt x="4832" y="14432"/>
                    <a:pt x="4816" y="14481"/>
                  </a:cubicBezTo>
                  <a:cubicBezTo>
                    <a:pt x="4814" y="14491"/>
                    <a:pt x="4814" y="14503"/>
                    <a:pt x="4816" y="14515"/>
                  </a:cubicBezTo>
                  <a:lnTo>
                    <a:pt x="4741" y="19663"/>
                  </a:lnTo>
                  <a:lnTo>
                    <a:pt x="1951" y="19663"/>
                  </a:lnTo>
                  <a:lnTo>
                    <a:pt x="1944" y="15346"/>
                  </a:lnTo>
                  <a:cubicBezTo>
                    <a:pt x="1944" y="15337"/>
                    <a:pt x="1944" y="15327"/>
                    <a:pt x="1944" y="15316"/>
                  </a:cubicBezTo>
                  <a:cubicBezTo>
                    <a:pt x="1926" y="15252"/>
                    <a:pt x="220" y="9295"/>
                    <a:pt x="220" y="6786"/>
                  </a:cubicBezTo>
                  <a:cubicBezTo>
                    <a:pt x="220" y="4458"/>
                    <a:pt x="1625" y="1003"/>
                    <a:pt x="1840" y="509"/>
                  </a:cubicBezTo>
                  <a:lnTo>
                    <a:pt x="5843" y="216"/>
                  </a:lnTo>
                  <a:close/>
                  <a:moveTo>
                    <a:pt x="5889" y="1"/>
                  </a:moveTo>
                  <a:cubicBezTo>
                    <a:pt x="5886" y="1"/>
                    <a:pt x="5883" y="1"/>
                    <a:pt x="5881" y="1"/>
                  </a:cubicBezTo>
                  <a:lnTo>
                    <a:pt x="1752" y="302"/>
                  </a:lnTo>
                  <a:cubicBezTo>
                    <a:pt x="1711" y="303"/>
                    <a:pt x="1677" y="329"/>
                    <a:pt x="1662" y="366"/>
                  </a:cubicBezTo>
                  <a:cubicBezTo>
                    <a:pt x="1644" y="403"/>
                    <a:pt x="1" y="4288"/>
                    <a:pt x="1" y="6786"/>
                  </a:cubicBezTo>
                  <a:cubicBezTo>
                    <a:pt x="1" y="9286"/>
                    <a:pt x="1613" y="14955"/>
                    <a:pt x="1728" y="15357"/>
                  </a:cubicBezTo>
                  <a:lnTo>
                    <a:pt x="1728" y="19770"/>
                  </a:lnTo>
                  <a:cubicBezTo>
                    <a:pt x="1728" y="19828"/>
                    <a:pt x="1776" y="19875"/>
                    <a:pt x="1835" y="19875"/>
                  </a:cubicBezTo>
                  <a:lnTo>
                    <a:pt x="4846" y="19875"/>
                  </a:lnTo>
                  <a:cubicBezTo>
                    <a:pt x="4899" y="19871"/>
                    <a:pt x="4941" y="19826"/>
                    <a:pt x="4941" y="19771"/>
                  </a:cubicBezTo>
                  <a:lnTo>
                    <a:pt x="5018" y="14536"/>
                  </a:lnTo>
                  <a:cubicBezTo>
                    <a:pt x="5126" y="14216"/>
                    <a:pt x="6750" y="9346"/>
                    <a:pt x="6893" y="5366"/>
                  </a:cubicBezTo>
                  <a:cubicBezTo>
                    <a:pt x="7045" y="1240"/>
                    <a:pt x="6009" y="82"/>
                    <a:pt x="5965" y="35"/>
                  </a:cubicBezTo>
                  <a:cubicBezTo>
                    <a:pt x="5945" y="14"/>
                    <a:pt x="5917" y="1"/>
                    <a:pt x="588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34"/>
            <p:cNvSpPr/>
            <p:nvPr/>
          </p:nvSpPr>
          <p:spPr>
            <a:xfrm>
              <a:off x="4989150" y="1643400"/>
              <a:ext cx="95950" cy="491575"/>
            </a:xfrm>
            <a:custGeom>
              <a:rect b="b" l="l" r="r" t="t"/>
              <a:pathLst>
                <a:path extrusionOk="0" h="19663" w="3838">
                  <a:moveTo>
                    <a:pt x="2788" y="1"/>
                  </a:moveTo>
                  <a:lnTo>
                    <a:pt x="1" y="199"/>
                  </a:lnTo>
                  <a:lnTo>
                    <a:pt x="1" y="19662"/>
                  </a:lnTo>
                  <a:lnTo>
                    <a:pt x="1737" y="19662"/>
                  </a:lnTo>
                  <a:lnTo>
                    <a:pt x="1814" y="14411"/>
                  </a:lnTo>
                  <a:cubicBezTo>
                    <a:pt x="1814" y="14411"/>
                    <a:pt x="3538" y="9381"/>
                    <a:pt x="3689" y="5252"/>
                  </a:cubicBezTo>
                  <a:cubicBezTo>
                    <a:pt x="3838" y="1125"/>
                    <a:pt x="2788" y="1"/>
                    <a:pt x="278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34"/>
            <p:cNvSpPr/>
            <p:nvPr/>
          </p:nvSpPr>
          <p:spPr>
            <a:xfrm>
              <a:off x="4986775" y="1640700"/>
              <a:ext cx="100850" cy="496875"/>
            </a:xfrm>
            <a:custGeom>
              <a:rect b="b" l="l" r="r" t="t"/>
              <a:pathLst>
                <a:path extrusionOk="0" h="19875" w="4034">
                  <a:moveTo>
                    <a:pt x="2829" y="215"/>
                  </a:moveTo>
                  <a:cubicBezTo>
                    <a:pt x="2998" y="450"/>
                    <a:pt x="3805" y="1729"/>
                    <a:pt x="3672" y="5354"/>
                  </a:cubicBezTo>
                  <a:cubicBezTo>
                    <a:pt x="3525" y="9419"/>
                    <a:pt x="1818" y="14431"/>
                    <a:pt x="1802" y="14480"/>
                  </a:cubicBezTo>
                  <a:cubicBezTo>
                    <a:pt x="1800" y="14490"/>
                    <a:pt x="1800" y="14502"/>
                    <a:pt x="1802" y="14514"/>
                  </a:cubicBezTo>
                  <a:lnTo>
                    <a:pt x="1727" y="19662"/>
                  </a:lnTo>
                  <a:lnTo>
                    <a:pt x="213" y="19662"/>
                  </a:lnTo>
                  <a:lnTo>
                    <a:pt x="209" y="407"/>
                  </a:lnTo>
                  <a:lnTo>
                    <a:pt x="2829" y="215"/>
                  </a:lnTo>
                  <a:close/>
                  <a:moveTo>
                    <a:pt x="2875" y="0"/>
                  </a:moveTo>
                  <a:cubicBezTo>
                    <a:pt x="2873" y="0"/>
                    <a:pt x="2871" y="0"/>
                    <a:pt x="2869" y="0"/>
                  </a:cubicBezTo>
                  <a:lnTo>
                    <a:pt x="99" y="200"/>
                  </a:lnTo>
                  <a:cubicBezTo>
                    <a:pt x="42" y="204"/>
                    <a:pt x="0" y="252"/>
                    <a:pt x="0" y="307"/>
                  </a:cubicBezTo>
                  <a:lnTo>
                    <a:pt x="0" y="19769"/>
                  </a:lnTo>
                  <a:cubicBezTo>
                    <a:pt x="0" y="19827"/>
                    <a:pt x="48" y="19874"/>
                    <a:pt x="106" y="19874"/>
                  </a:cubicBezTo>
                  <a:lnTo>
                    <a:pt x="1832" y="19874"/>
                  </a:lnTo>
                  <a:cubicBezTo>
                    <a:pt x="1885" y="19871"/>
                    <a:pt x="1927" y="19825"/>
                    <a:pt x="1927" y="19770"/>
                  </a:cubicBezTo>
                  <a:lnTo>
                    <a:pt x="2009" y="14535"/>
                  </a:lnTo>
                  <a:cubicBezTo>
                    <a:pt x="2115" y="14215"/>
                    <a:pt x="3741" y="9345"/>
                    <a:pt x="3883" y="5365"/>
                  </a:cubicBezTo>
                  <a:cubicBezTo>
                    <a:pt x="4034" y="1239"/>
                    <a:pt x="2998" y="81"/>
                    <a:pt x="2956" y="34"/>
                  </a:cubicBezTo>
                  <a:cubicBezTo>
                    <a:pt x="2935" y="12"/>
                    <a:pt x="2906" y="0"/>
                    <a:pt x="28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" name="Google Shape;494;p34"/>
            <p:cNvSpPr/>
            <p:nvPr/>
          </p:nvSpPr>
          <p:spPr>
            <a:xfrm>
              <a:off x="4863200" y="1401000"/>
              <a:ext cx="294825" cy="274750"/>
            </a:xfrm>
            <a:custGeom>
              <a:rect b="b" l="l" r="r" t="t"/>
              <a:pathLst>
                <a:path extrusionOk="0" h="10990" w="11793">
                  <a:moveTo>
                    <a:pt x="6959" y="0"/>
                  </a:moveTo>
                  <a:cubicBezTo>
                    <a:pt x="5051" y="0"/>
                    <a:pt x="2620" y="2370"/>
                    <a:pt x="1431" y="4740"/>
                  </a:cubicBezTo>
                  <a:cubicBezTo>
                    <a:pt x="0" y="7591"/>
                    <a:pt x="2710" y="10145"/>
                    <a:pt x="5408" y="10821"/>
                  </a:cubicBezTo>
                  <a:cubicBezTo>
                    <a:pt x="5884" y="10940"/>
                    <a:pt x="6309" y="10989"/>
                    <a:pt x="6686" y="10989"/>
                  </a:cubicBezTo>
                  <a:cubicBezTo>
                    <a:pt x="8447" y="10989"/>
                    <a:pt x="9167" y="9919"/>
                    <a:pt x="9167" y="9919"/>
                  </a:cubicBezTo>
                  <a:cubicBezTo>
                    <a:pt x="9167" y="9919"/>
                    <a:pt x="11042" y="8717"/>
                    <a:pt x="11417" y="6692"/>
                  </a:cubicBezTo>
                  <a:cubicBezTo>
                    <a:pt x="11792" y="4666"/>
                    <a:pt x="9992" y="1588"/>
                    <a:pt x="8042" y="314"/>
                  </a:cubicBezTo>
                  <a:cubicBezTo>
                    <a:pt x="7712" y="98"/>
                    <a:pt x="7346" y="0"/>
                    <a:pt x="69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34"/>
            <p:cNvSpPr/>
            <p:nvPr/>
          </p:nvSpPr>
          <p:spPr>
            <a:xfrm>
              <a:off x="4883300" y="1398225"/>
              <a:ext cx="277875" cy="280125"/>
            </a:xfrm>
            <a:custGeom>
              <a:rect b="b" l="l" r="r" t="t"/>
              <a:pathLst>
                <a:path extrusionOk="0" h="11205" w="11115">
                  <a:moveTo>
                    <a:pt x="6176" y="217"/>
                  </a:moveTo>
                  <a:cubicBezTo>
                    <a:pt x="6533" y="217"/>
                    <a:pt x="6881" y="323"/>
                    <a:pt x="7178" y="518"/>
                  </a:cubicBezTo>
                  <a:cubicBezTo>
                    <a:pt x="9030" y="1729"/>
                    <a:pt x="10890" y="4732"/>
                    <a:pt x="10509" y="6788"/>
                  </a:cubicBezTo>
                  <a:cubicBezTo>
                    <a:pt x="10146" y="8743"/>
                    <a:pt x="8323" y="9933"/>
                    <a:pt x="8305" y="9945"/>
                  </a:cubicBezTo>
                  <a:cubicBezTo>
                    <a:pt x="8293" y="9952"/>
                    <a:pt x="8283" y="9963"/>
                    <a:pt x="8274" y="9975"/>
                  </a:cubicBezTo>
                  <a:cubicBezTo>
                    <a:pt x="8241" y="10021"/>
                    <a:pt x="7561" y="10990"/>
                    <a:pt x="5896" y="10990"/>
                  </a:cubicBezTo>
                  <a:cubicBezTo>
                    <a:pt x="5526" y="10990"/>
                    <a:pt x="5107" y="10943"/>
                    <a:pt x="4637" y="10826"/>
                  </a:cubicBezTo>
                  <a:cubicBezTo>
                    <a:pt x="2853" y="10386"/>
                    <a:pt x="1298" y="9205"/>
                    <a:pt x="658" y="7826"/>
                  </a:cubicBezTo>
                  <a:cubicBezTo>
                    <a:pt x="220" y="6894"/>
                    <a:pt x="247" y="5809"/>
                    <a:pt x="730" y="4899"/>
                  </a:cubicBezTo>
                  <a:cubicBezTo>
                    <a:pt x="1840" y="2685"/>
                    <a:pt x="3828" y="757"/>
                    <a:pt x="5466" y="316"/>
                  </a:cubicBezTo>
                  <a:cubicBezTo>
                    <a:pt x="5689" y="252"/>
                    <a:pt x="5922" y="219"/>
                    <a:pt x="6154" y="218"/>
                  </a:cubicBezTo>
                  <a:cubicBezTo>
                    <a:pt x="6161" y="218"/>
                    <a:pt x="6169" y="217"/>
                    <a:pt x="6176" y="217"/>
                  </a:cubicBezTo>
                  <a:close/>
                  <a:moveTo>
                    <a:pt x="6109" y="1"/>
                  </a:moveTo>
                  <a:cubicBezTo>
                    <a:pt x="5873" y="1"/>
                    <a:pt x="5637" y="38"/>
                    <a:pt x="5408" y="113"/>
                  </a:cubicBezTo>
                  <a:cubicBezTo>
                    <a:pt x="3493" y="627"/>
                    <a:pt x="1507" y="2863"/>
                    <a:pt x="538" y="4805"/>
                  </a:cubicBezTo>
                  <a:cubicBezTo>
                    <a:pt x="27" y="5773"/>
                    <a:pt x="0" y="6924"/>
                    <a:pt x="465" y="7914"/>
                  </a:cubicBezTo>
                  <a:cubicBezTo>
                    <a:pt x="1124" y="9349"/>
                    <a:pt x="2743" y="10573"/>
                    <a:pt x="4585" y="11033"/>
                  </a:cubicBezTo>
                  <a:cubicBezTo>
                    <a:pt x="5007" y="11143"/>
                    <a:pt x="5441" y="11200"/>
                    <a:pt x="5877" y="11204"/>
                  </a:cubicBezTo>
                  <a:cubicBezTo>
                    <a:pt x="7550" y="11204"/>
                    <a:pt x="8317" y="10257"/>
                    <a:pt x="8438" y="10113"/>
                  </a:cubicBezTo>
                  <a:cubicBezTo>
                    <a:pt x="8640" y="9978"/>
                    <a:pt x="10356" y="8795"/>
                    <a:pt x="10720" y="6827"/>
                  </a:cubicBezTo>
                  <a:cubicBezTo>
                    <a:pt x="11115" y="4692"/>
                    <a:pt x="9203" y="1587"/>
                    <a:pt x="7294" y="340"/>
                  </a:cubicBezTo>
                  <a:cubicBezTo>
                    <a:pt x="6935" y="116"/>
                    <a:pt x="6523" y="1"/>
                    <a:pt x="610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34"/>
            <p:cNvSpPr/>
            <p:nvPr/>
          </p:nvSpPr>
          <p:spPr>
            <a:xfrm>
              <a:off x="4975075" y="1422775"/>
              <a:ext cx="66700" cy="170625"/>
            </a:xfrm>
            <a:custGeom>
              <a:rect b="b" l="l" r="r" t="t"/>
              <a:pathLst>
                <a:path extrusionOk="0" h="6825" w="2668">
                  <a:moveTo>
                    <a:pt x="117" y="0"/>
                  </a:moveTo>
                  <a:cubicBezTo>
                    <a:pt x="113" y="0"/>
                    <a:pt x="108" y="0"/>
                    <a:pt x="104" y="1"/>
                  </a:cubicBezTo>
                  <a:cubicBezTo>
                    <a:pt x="102" y="1"/>
                    <a:pt x="102" y="2"/>
                    <a:pt x="101" y="2"/>
                  </a:cubicBezTo>
                  <a:cubicBezTo>
                    <a:pt x="42" y="8"/>
                    <a:pt x="1" y="59"/>
                    <a:pt x="8" y="117"/>
                  </a:cubicBezTo>
                  <a:lnTo>
                    <a:pt x="278" y="2837"/>
                  </a:lnTo>
                  <a:cubicBezTo>
                    <a:pt x="282" y="2872"/>
                    <a:pt x="303" y="2901"/>
                    <a:pt x="331" y="2918"/>
                  </a:cubicBezTo>
                  <a:cubicBezTo>
                    <a:pt x="346" y="2926"/>
                    <a:pt x="362" y="2930"/>
                    <a:pt x="378" y="2930"/>
                  </a:cubicBezTo>
                  <a:cubicBezTo>
                    <a:pt x="394" y="2930"/>
                    <a:pt x="410" y="2926"/>
                    <a:pt x="425" y="2918"/>
                  </a:cubicBezTo>
                  <a:lnTo>
                    <a:pt x="2017" y="2249"/>
                  </a:lnTo>
                  <a:cubicBezTo>
                    <a:pt x="2061" y="2547"/>
                    <a:pt x="2136" y="3280"/>
                    <a:pt x="2274" y="4106"/>
                  </a:cubicBezTo>
                  <a:cubicBezTo>
                    <a:pt x="2392" y="4972"/>
                    <a:pt x="2452" y="5845"/>
                    <a:pt x="2453" y="6719"/>
                  </a:cubicBezTo>
                  <a:cubicBezTo>
                    <a:pt x="2455" y="6777"/>
                    <a:pt x="2502" y="6825"/>
                    <a:pt x="2560" y="6825"/>
                  </a:cubicBezTo>
                  <a:lnTo>
                    <a:pt x="2562" y="6825"/>
                  </a:lnTo>
                  <a:cubicBezTo>
                    <a:pt x="2621" y="6825"/>
                    <a:pt x="2667" y="6776"/>
                    <a:pt x="2666" y="6716"/>
                  </a:cubicBezTo>
                  <a:cubicBezTo>
                    <a:pt x="2664" y="5832"/>
                    <a:pt x="2603" y="4947"/>
                    <a:pt x="2486" y="4070"/>
                  </a:cubicBezTo>
                  <a:cubicBezTo>
                    <a:pt x="2306" y="2998"/>
                    <a:pt x="2215" y="2082"/>
                    <a:pt x="2215" y="2082"/>
                  </a:cubicBezTo>
                  <a:cubicBezTo>
                    <a:pt x="2210" y="2048"/>
                    <a:pt x="2191" y="2018"/>
                    <a:pt x="2161" y="2002"/>
                  </a:cubicBezTo>
                  <a:cubicBezTo>
                    <a:pt x="2146" y="1994"/>
                    <a:pt x="2130" y="1990"/>
                    <a:pt x="2113" y="1990"/>
                  </a:cubicBezTo>
                  <a:cubicBezTo>
                    <a:pt x="2097" y="1990"/>
                    <a:pt x="2080" y="1994"/>
                    <a:pt x="2064" y="2002"/>
                  </a:cubicBezTo>
                  <a:lnTo>
                    <a:pt x="476" y="2671"/>
                  </a:lnTo>
                  <a:lnTo>
                    <a:pt x="218" y="95"/>
                  </a:lnTo>
                  <a:cubicBezTo>
                    <a:pt x="218" y="93"/>
                    <a:pt x="218" y="92"/>
                    <a:pt x="218" y="90"/>
                  </a:cubicBezTo>
                  <a:cubicBezTo>
                    <a:pt x="211" y="38"/>
                    <a:pt x="168" y="0"/>
                    <a:pt x="11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34"/>
            <p:cNvSpPr/>
            <p:nvPr/>
          </p:nvSpPr>
          <p:spPr>
            <a:xfrm>
              <a:off x="4944150" y="1568300"/>
              <a:ext cx="151975" cy="151950"/>
            </a:xfrm>
            <a:custGeom>
              <a:rect b="b" l="l" r="r" t="t"/>
              <a:pathLst>
                <a:path extrusionOk="0" h="6078" w="6079">
                  <a:moveTo>
                    <a:pt x="3039" y="0"/>
                  </a:moveTo>
                  <a:cubicBezTo>
                    <a:pt x="1361" y="0"/>
                    <a:pt x="0" y="1361"/>
                    <a:pt x="0" y="3039"/>
                  </a:cubicBezTo>
                  <a:cubicBezTo>
                    <a:pt x="0" y="4717"/>
                    <a:pt x="1361" y="6078"/>
                    <a:pt x="3039" y="6078"/>
                  </a:cubicBezTo>
                  <a:cubicBezTo>
                    <a:pt x="4717" y="6078"/>
                    <a:pt x="6078" y="4717"/>
                    <a:pt x="6078" y="3039"/>
                  </a:cubicBezTo>
                  <a:cubicBezTo>
                    <a:pt x="6078" y="1361"/>
                    <a:pt x="4717" y="0"/>
                    <a:pt x="3039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34"/>
            <p:cNvSpPr/>
            <p:nvPr/>
          </p:nvSpPr>
          <p:spPr>
            <a:xfrm>
              <a:off x="4941350" y="1565575"/>
              <a:ext cx="157450" cy="157400"/>
            </a:xfrm>
            <a:custGeom>
              <a:rect b="b" l="l" r="r" t="t"/>
              <a:pathLst>
                <a:path extrusionOk="0" h="6296" w="6298">
                  <a:moveTo>
                    <a:pt x="3151" y="215"/>
                  </a:moveTo>
                  <a:cubicBezTo>
                    <a:pt x="4774" y="218"/>
                    <a:pt x="6086" y="1534"/>
                    <a:pt x="6085" y="3157"/>
                  </a:cubicBezTo>
                  <a:cubicBezTo>
                    <a:pt x="6080" y="4775"/>
                    <a:pt x="4768" y="6084"/>
                    <a:pt x="3150" y="6084"/>
                  </a:cubicBezTo>
                  <a:cubicBezTo>
                    <a:pt x="3149" y="6084"/>
                    <a:pt x="3148" y="6084"/>
                    <a:pt x="3147" y="6084"/>
                  </a:cubicBezTo>
                  <a:cubicBezTo>
                    <a:pt x="1527" y="6083"/>
                    <a:pt x="214" y="4768"/>
                    <a:pt x="215" y="3148"/>
                  </a:cubicBezTo>
                  <a:cubicBezTo>
                    <a:pt x="217" y="1527"/>
                    <a:pt x="1531" y="215"/>
                    <a:pt x="3151" y="215"/>
                  </a:cubicBezTo>
                  <a:close/>
                  <a:moveTo>
                    <a:pt x="3151" y="0"/>
                  </a:moveTo>
                  <a:cubicBezTo>
                    <a:pt x="3150" y="0"/>
                    <a:pt x="3149" y="0"/>
                    <a:pt x="3148" y="0"/>
                  </a:cubicBezTo>
                  <a:cubicBezTo>
                    <a:pt x="1409" y="2"/>
                    <a:pt x="1" y="1412"/>
                    <a:pt x="2" y="3150"/>
                  </a:cubicBezTo>
                  <a:cubicBezTo>
                    <a:pt x="4" y="4888"/>
                    <a:pt x="1412" y="6296"/>
                    <a:pt x="3149" y="6296"/>
                  </a:cubicBezTo>
                  <a:cubicBezTo>
                    <a:pt x="3150" y="6296"/>
                    <a:pt x="3150" y="6296"/>
                    <a:pt x="3151" y="6296"/>
                  </a:cubicBezTo>
                  <a:cubicBezTo>
                    <a:pt x="4885" y="6291"/>
                    <a:pt x="6290" y="4890"/>
                    <a:pt x="6298" y="3157"/>
                  </a:cubicBezTo>
                  <a:lnTo>
                    <a:pt x="6298" y="3145"/>
                  </a:lnTo>
                  <a:cubicBezTo>
                    <a:pt x="6296" y="1408"/>
                    <a:pt x="4887" y="0"/>
                    <a:pt x="315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34"/>
            <p:cNvSpPr/>
            <p:nvPr/>
          </p:nvSpPr>
          <p:spPr>
            <a:xfrm>
              <a:off x="4964800" y="1568500"/>
              <a:ext cx="109050" cy="82450"/>
            </a:xfrm>
            <a:custGeom>
              <a:rect b="b" l="l" r="r" t="t"/>
              <a:pathLst>
                <a:path extrusionOk="0" h="3298" w="4362">
                  <a:moveTo>
                    <a:pt x="2221" y="0"/>
                  </a:moveTo>
                  <a:cubicBezTo>
                    <a:pt x="1442" y="0"/>
                    <a:pt x="662" y="298"/>
                    <a:pt x="69" y="894"/>
                  </a:cubicBezTo>
                  <a:cubicBezTo>
                    <a:pt x="48" y="915"/>
                    <a:pt x="28" y="938"/>
                    <a:pt x="7" y="960"/>
                  </a:cubicBezTo>
                  <a:lnTo>
                    <a:pt x="1" y="951"/>
                  </a:lnTo>
                  <a:lnTo>
                    <a:pt x="427" y="3298"/>
                  </a:lnTo>
                  <a:lnTo>
                    <a:pt x="3801" y="3298"/>
                  </a:lnTo>
                  <a:lnTo>
                    <a:pt x="4362" y="883"/>
                  </a:lnTo>
                  <a:cubicBezTo>
                    <a:pt x="3770" y="294"/>
                    <a:pt x="2996" y="0"/>
                    <a:pt x="222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34"/>
            <p:cNvSpPr/>
            <p:nvPr/>
          </p:nvSpPr>
          <p:spPr>
            <a:xfrm>
              <a:off x="4961875" y="1565400"/>
              <a:ext cx="114450" cy="88000"/>
            </a:xfrm>
            <a:custGeom>
              <a:rect b="b" l="l" r="r" t="t"/>
              <a:pathLst>
                <a:path extrusionOk="0" h="3520" w="4578">
                  <a:moveTo>
                    <a:pt x="2333" y="220"/>
                  </a:moveTo>
                  <a:cubicBezTo>
                    <a:pt x="3060" y="220"/>
                    <a:pt x="3788" y="489"/>
                    <a:pt x="4355" y="1030"/>
                  </a:cubicBezTo>
                  <a:lnTo>
                    <a:pt x="3825" y="3305"/>
                  </a:lnTo>
                  <a:lnTo>
                    <a:pt x="627" y="3305"/>
                  </a:lnTo>
                  <a:lnTo>
                    <a:pt x="232" y="1108"/>
                  </a:lnTo>
                  <a:cubicBezTo>
                    <a:pt x="806" y="517"/>
                    <a:pt x="1569" y="220"/>
                    <a:pt x="2333" y="220"/>
                  </a:cubicBezTo>
                  <a:close/>
                  <a:moveTo>
                    <a:pt x="2327" y="1"/>
                  </a:moveTo>
                  <a:cubicBezTo>
                    <a:pt x="1489" y="1"/>
                    <a:pt x="653" y="335"/>
                    <a:pt x="34" y="995"/>
                  </a:cubicBezTo>
                  <a:cubicBezTo>
                    <a:pt x="11" y="1018"/>
                    <a:pt x="0" y="1053"/>
                    <a:pt x="6" y="1085"/>
                  </a:cubicBezTo>
                  <a:lnTo>
                    <a:pt x="433" y="3432"/>
                  </a:lnTo>
                  <a:cubicBezTo>
                    <a:pt x="441" y="3483"/>
                    <a:pt x="486" y="3520"/>
                    <a:pt x="538" y="3520"/>
                  </a:cubicBezTo>
                  <a:lnTo>
                    <a:pt x="3912" y="3520"/>
                  </a:lnTo>
                  <a:cubicBezTo>
                    <a:pt x="3959" y="3515"/>
                    <a:pt x="3999" y="3478"/>
                    <a:pt x="4007" y="3429"/>
                  </a:cubicBezTo>
                  <a:lnTo>
                    <a:pt x="4570" y="1014"/>
                  </a:lnTo>
                  <a:cubicBezTo>
                    <a:pt x="4577" y="978"/>
                    <a:pt x="4567" y="941"/>
                    <a:pt x="4540" y="916"/>
                  </a:cubicBezTo>
                  <a:cubicBezTo>
                    <a:pt x="4518" y="893"/>
                    <a:pt x="4495" y="871"/>
                    <a:pt x="4471" y="849"/>
                  </a:cubicBezTo>
                  <a:cubicBezTo>
                    <a:pt x="3866" y="282"/>
                    <a:pt x="3095" y="1"/>
                    <a:pt x="232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34"/>
            <p:cNvSpPr/>
            <p:nvPr/>
          </p:nvSpPr>
          <p:spPr>
            <a:xfrm>
              <a:off x="4810925" y="2134950"/>
              <a:ext cx="232450" cy="197100"/>
            </a:xfrm>
            <a:custGeom>
              <a:rect b="b" l="l" r="r" t="t"/>
              <a:pathLst>
                <a:path extrusionOk="0" h="7884" w="9298">
                  <a:moveTo>
                    <a:pt x="5855" y="0"/>
                  </a:moveTo>
                  <a:cubicBezTo>
                    <a:pt x="5855" y="0"/>
                    <a:pt x="4878" y="2852"/>
                    <a:pt x="4429" y="3453"/>
                  </a:cubicBezTo>
                  <a:cubicBezTo>
                    <a:pt x="3978" y="4055"/>
                    <a:pt x="2253" y="6013"/>
                    <a:pt x="1126" y="6754"/>
                  </a:cubicBezTo>
                  <a:cubicBezTo>
                    <a:pt x="1" y="7497"/>
                    <a:pt x="976" y="7881"/>
                    <a:pt x="1277" y="7881"/>
                  </a:cubicBezTo>
                  <a:lnTo>
                    <a:pt x="8706" y="7881"/>
                  </a:lnTo>
                  <a:cubicBezTo>
                    <a:pt x="8706" y="7881"/>
                    <a:pt x="8717" y="7884"/>
                    <a:pt x="8736" y="7884"/>
                  </a:cubicBezTo>
                  <a:cubicBezTo>
                    <a:pt x="8855" y="7884"/>
                    <a:pt x="9298" y="7771"/>
                    <a:pt x="9230" y="6081"/>
                  </a:cubicBezTo>
                  <a:cubicBezTo>
                    <a:pt x="9155" y="4129"/>
                    <a:pt x="8866" y="0"/>
                    <a:pt x="886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34"/>
            <p:cNvSpPr/>
            <p:nvPr/>
          </p:nvSpPr>
          <p:spPr>
            <a:xfrm>
              <a:off x="4821500" y="2132325"/>
              <a:ext cx="224100" cy="202300"/>
            </a:xfrm>
            <a:custGeom>
              <a:rect b="b" l="l" r="r" t="t"/>
              <a:pathLst>
                <a:path extrusionOk="0" h="8092" w="8964">
                  <a:moveTo>
                    <a:pt x="8338" y="214"/>
                  </a:moveTo>
                  <a:cubicBezTo>
                    <a:pt x="8385" y="854"/>
                    <a:pt x="8639" y="4425"/>
                    <a:pt x="8705" y="6186"/>
                  </a:cubicBezTo>
                  <a:cubicBezTo>
                    <a:pt x="8752" y="7356"/>
                    <a:pt x="8550" y="7717"/>
                    <a:pt x="8426" y="7827"/>
                  </a:cubicBezTo>
                  <a:cubicBezTo>
                    <a:pt x="8397" y="7860"/>
                    <a:pt x="8356" y="7878"/>
                    <a:pt x="8313" y="7879"/>
                  </a:cubicBezTo>
                  <a:lnTo>
                    <a:pt x="8309" y="7883"/>
                  </a:lnTo>
                  <a:lnTo>
                    <a:pt x="854" y="7883"/>
                  </a:lnTo>
                  <a:cubicBezTo>
                    <a:pt x="693" y="7883"/>
                    <a:pt x="340" y="7732"/>
                    <a:pt x="291" y="7569"/>
                  </a:cubicBezTo>
                  <a:cubicBezTo>
                    <a:pt x="242" y="7407"/>
                    <a:pt x="407" y="7190"/>
                    <a:pt x="761" y="6953"/>
                  </a:cubicBezTo>
                  <a:cubicBezTo>
                    <a:pt x="1862" y="6219"/>
                    <a:pt x="3593" y="4289"/>
                    <a:pt x="4091" y="3627"/>
                  </a:cubicBezTo>
                  <a:cubicBezTo>
                    <a:pt x="4510" y="3064"/>
                    <a:pt x="5349" y="673"/>
                    <a:pt x="5507" y="214"/>
                  </a:cubicBezTo>
                  <a:close/>
                  <a:moveTo>
                    <a:pt x="8446" y="1"/>
                  </a:moveTo>
                  <a:cubicBezTo>
                    <a:pt x="8445" y="1"/>
                    <a:pt x="8444" y="1"/>
                    <a:pt x="8443" y="1"/>
                  </a:cubicBezTo>
                  <a:lnTo>
                    <a:pt x="5428" y="1"/>
                  </a:lnTo>
                  <a:cubicBezTo>
                    <a:pt x="5381" y="1"/>
                    <a:pt x="5340" y="31"/>
                    <a:pt x="5325" y="74"/>
                  </a:cubicBezTo>
                  <a:cubicBezTo>
                    <a:pt x="5316" y="101"/>
                    <a:pt x="4342" y="2916"/>
                    <a:pt x="3915" y="3497"/>
                  </a:cubicBezTo>
                  <a:cubicBezTo>
                    <a:pt x="3425" y="4151"/>
                    <a:pt x="1719" y="6054"/>
                    <a:pt x="639" y="6774"/>
                  </a:cubicBezTo>
                  <a:cubicBezTo>
                    <a:pt x="188" y="7072"/>
                    <a:pt x="0" y="7361"/>
                    <a:pt x="81" y="7627"/>
                  </a:cubicBezTo>
                  <a:cubicBezTo>
                    <a:pt x="182" y="7958"/>
                    <a:pt x="666" y="8092"/>
                    <a:pt x="849" y="8092"/>
                  </a:cubicBezTo>
                  <a:lnTo>
                    <a:pt x="8313" y="8092"/>
                  </a:lnTo>
                  <a:cubicBezTo>
                    <a:pt x="8315" y="8092"/>
                    <a:pt x="8317" y="8092"/>
                    <a:pt x="8320" y="8092"/>
                  </a:cubicBezTo>
                  <a:cubicBezTo>
                    <a:pt x="8407" y="8092"/>
                    <a:pt x="8491" y="8062"/>
                    <a:pt x="8559" y="8007"/>
                  </a:cubicBezTo>
                  <a:cubicBezTo>
                    <a:pt x="8840" y="7779"/>
                    <a:pt x="8964" y="7164"/>
                    <a:pt x="8925" y="6183"/>
                  </a:cubicBezTo>
                  <a:cubicBezTo>
                    <a:pt x="8852" y="4252"/>
                    <a:pt x="8550" y="142"/>
                    <a:pt x="8550" y="99"/>
                  </a:cubicBezTo>
                  <a:cubicBezTo>
                    <a:pt x="8547" y="44"/>
                    <a:pt x="8501" y="1"/>
                    <a:pt x="844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34"/>
            <p:cNvSpPr/>
            <p:nvPr/>
          </p:nvSpPr>
          <p:spPr>
            <a:xfrm>
              <a:off x="4826225" y="2221325"/>
              <a:ext cx="159975" cy="95625"/>
            </a:xfrm>
            <a:custGeom>
              <a:rect b="b" l="l" r="r" t="t"/>
              <a:pathLst>
                <a:path extrusionOk="0" h="3825" w="6399">
                  <a:moveTo>
                    <a:pt x="4125" y="0"/>
                  </a:moveTo>
                  <a:cubicBezTo>
                    <a:pt x="4009" y="0"/>
                    <a:pt x="3892" y="13"/>
                    <a:pt x="3775" y="38"/>
                  </a:cubicBezTo>
                  <a:cubicBezTo>
                    <a:pt x="3282" y="679"/>
                    <a:pt x="1609" y="2564"/>
                    <a:pt x="507" y="3298"/>
                  </a:cubicBezTo>
                  <a:cubicBezTo>
                    <a:pt x="288" y="3417"/>
                    <a:pt x="111" y="3600"/>
                    <a:pt x="1" y="3825"/>
                  </a:cubicBezTo>
                  <a:lnTo>
                    <a:pt x="6360" y="3825"/>
                  </a:lnTo>
                  <a:cubicBezTo>
                    <a:pt x="6398" y="2763"/>
                    <a:pt x="6110" y="1715"/>
                    <a:pt x="5535" y="821"/>
                  </a:cubicBezTo>
                  <a:cubicBezTo>
                    <a:pt x="5243" y="306"/>
                    <a:pt x="4700" y="0"/>
                    <a:pt x="41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34"/>
            <p:cNvSpPr/>
            <p:nvPr/>
          </p:nvSpPr>
          <p:spPr>
            <a:xfrm>
              <a:off x="4823650" y="2218675"/>
              <a:ext cx="165525" cy="100925"/>
            </a:xfrm>
            <a:custGeom>
              <a:rect b="b" l="l" r="r" t="t"/>
              <a:pathLst>
                <a:path extrusionOk="0" h="4037" w="6621">
                  <a:moveTo>
                    <a:pt x="4233" y="213"/>
                  </a:moveTo>
                  <a:cubicBezTo>
                    <a:pt x="4771" y="213"/>
                    <a:pt x="5278" y="502"/>
                    <a:pt x="5549" y="983"/>
                  </a:cubicBezTo>
                  <a:cubicBezTo>
                    <a:pt x="6086" y="1831"/>
                    <a:pt x="6369" y="2818"/>
                    <a:pt x="6363" y="3823"/>
                  </a:cubicBezTo>
                  <a:lnTo>
                    <a:pt x="294" y="3823"/>
                  </a:lnTo>
                  <a:cubicBezTo>
                    <a:pt x="401" y="3694"/>
                    <a:pt x="528" y="3582"/>
                    <a:pt x="669" y="3493"/>
                  </a:cubicBezTo>
                  <a:cubicBezTo>
                    <a:pt x="1767" y="2762"/>
                    <a:pt x="3422" y="908"/>
                    <a:pt x="3938" y="243"/>
                  </a:cubicBezTo>
                  <a:cubicBezTo>
                    <a:pt x="4036" y="223"/>
                    <a:pt x="4135" y="213"/>
                    <a:pt x="4233" y="213"/>
                  </a:cubicBezTo>
                  <a:close/>
                  <a:moveTo>
                    <a:pt x="4234" y="0"/>
                  </a:moveTo>
                  <a:cubicBezTo>
                    <a:pt x="4113" y="0"/>
                    <a:pt x="3992" y="13"/>
                    <a:pt x="3871" y="39"/>
                  </a:cubicBezTo>
                  <a:cubicBezTo>
                    <a:pt x="3842" y="43"/>
                    <a:pt x="3818" y="56"/>
                    <a:pt x="3802" y="79"/>
                  </a:cubicBezTo>
                  <a:cubicBezTo>
                    <a:pt x="3330" y="703"/>
                    <a:pt x="1654" y="2585"/>
                    <a:pt x="558" y="3316"/>
                  </a:cubicBezTo>
                  <a:cubicBezTo>
                    <a:pt x="321" y="3447"/>
                    <a:pt x="129" y="3649"/>
                    <a:pt x="13" y="3893"/>
                  </a:cubicBezTo>
                  <a:cubicBezTo>
                    <a:pt x="1" y="3926"/>
                    <a:pt x="7" y="3963"/>
                    <a:pt x="28" y="3992"/>
                  </a:cubicBezTo>
                  <a:cubicBezTo>
                    <a:pt x="47" y="4020"/>
                    <a:pt x="78" y="4036"/>
                    <a:pt x="112" y="4036"/>
                  </a:cubicBezTo>
                  <a:lnTo>
                    <a:pt x="6472" y="4036"/>
                  </a:lnTo>
                  <a:cubicBezTo>
                    <a:pt x="6525" y="4035"/>
                    <a:pt x="6571" y="3995"/>
                    <a:pt x="6576" y="3941"/>
                  </a:cubicBezTo>
                  <a:cubicBezTo>
                    <a:pt x="6621" y="2856"/>
                    <a:pt x="6327" y="1784"/>
                    <a:pt x="5736" y="872"/>
                  </a:cubicBezTo>
                  <a:cubicBezTo>
                    <a:pt x="5423" y="325"/>
                    <a:pt x="4845" y="0"/>
                    <a:pt x="42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34"/>
            <p:cNvSpPr/>
            <p:nvPr/>
          </p:nvSpPr>
          <p:spPr>
            <a:xfrm>
              <a:off x="5002300" y="2238425"/>
              <a:ext cx="39925" cy="74725"/>
            </a:xfrm>
            <a:custGeom>
              <a:rect b="b" l="l" r="r" t="t"/>
              <a:pathLst>
                <a:path extrusionOk="0" h="2989" w="1597">
                  <a:moveTo>
                    <a:pt x="1477" y="0"/>
                  </a:moveTo>
                  <a:cubicBezTo>
                    <a:pt x="876" y="724"/>
                    <a:pt x="0" y="1952"/>
                    <a:pt x="0" y="2987"/>
                  </a:cubicBezTo>
                  <a:lnTo>
                    <a:pt x="1532" y="2989"/>
                  </a:lnTo>
                  <a:cubicBezTo>
                    <a:pt x="1581" y="2642"/>
                    <a:pt x="1596" y="2290"/>
                    <a:pt x="1575" y="1939"/>
                  </a:cubicBezTo>
                  <a:cubicBezTo>
                    <a:pt x="1556" y="1411"/>
                    <a:pt x="1520" y="724"/>
                    <a:pt x="14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34"/>
            <p:cNvSpPr/>
            <p:nvPr/>
          </p:nvSpPr>
          <p:spPr>
            <a:xfrm>
              <a:off x="4999600" y="2235800"/>
              <a:ext cx="45050" cy="80025"/>
            </a:xfrm>
            <a:custGeom>
              <a:rect b="b" l="l" r="r" t="t"/>
              <a:pathLst>
                <a:path extrusionOk="0" h="3201" w="1802">
                  <a:moveTo>
                    <a:pt x="1493" y="387"/>
                  </a:moveTo>
                  <a:cubicBezTo>
                    <a:pt x="1535" y="1070"/>
                    <a:pt x="1561" y="1621"/>
                    <a:pt x="1576" y="2049"/>
                  </a:cubicBezTo>
                  <a:cubicBezTo>
                    <a:pt x="1593" y="2361"/>
                    <a:pt x="1584" y="2675"/>
                    <a:pt x="1549" y="2987"/>
                  </a:cubicBezTo>
                  <a:lnTo>
                    <a:pt x="218" y="2987"/>
                  </a:lnTo>
                  <a:cubicBezTo>
                    <a:pt x="272" y="2092"/>
                    <a:pt x="973" y="1047"/>
                    <a:pt x="1493" y="387"/>
                  </a:cubicBezTo>
                  <a:close/>
                  <a:moveTo>
                    <a:pt x="1575" y="0"/>
                  </a:moveTo>
                  <a:cubicBezTo>
                    <a:pt x="1545" y="0"/>
                    <a:pt x="1515" y="13"/>
                    <a:pt x="1494" y="38"/>
                  </a:cubicBezTo>
                  <a:cubicBezTo>
                    <a:pt x="817" y="860"/>
                    <a:pt x="1" y="2059"/>
                    <a:pt x="1" y="3094"/>
                  </a:cubicBezTo>
                  <a:cubicBezTo>
                    <a:pt x="1" y="3152"/>
                    <a:pt x="49" y="3201"/>
                    <a:pt x="108" y="3201"/>
                  </a:cubicBezTo>
                  <a:lnTo>
                    <a:pt x="1640" y="3201"/>
                  </a:lnTo>
                  <a:cubicBezTo>
                    <a:pt x="1692" y="3197"/>
                    <a:pt x="1733" y="3156"/>
                    <a:pt x="1739" y="3107"/>
                  </a:cubicBezTo>
                  <a:cubicBezTo>
                    <a:pt x="1786" y="2753"/>
                    <a:pt x="1801" y="2397"/>
                    <a:pt x="1782" y="2040"/>
                  </a:cubicBezTo>
                  <a:cubicBezTo>
                    <a:pt x="1765" y="1563"/>
                    <a:pt x="1731" y="910"/>
                    <a:pt x="1682" y="100"/>
                  </a:cubicBezTo>
                  <a:cubicBezTo>
                    <a:pt x="1679" y="56"/>
                    <a:pt x="1651" y="19"/>
                    <a:pt x="1609" y="6"/>
                  </a:cubicBezTo>
                  <a:cubicBezTo>
                    <a:pt x="1598" y="2"/>
                    <a:pt x="1586" y="0"/>
                    <a:pt x="15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34"/>
            <p:cNvSpPr/>
            <p:nvPr/>
          </p:nvSpPr>
          <p:spPr>
            <a:xfrm>
              <a:off x="4944375" y="2134900"/>
              <a:ext cx="90450" cy="35700"/>
            </a:xfrm>
            <a:custGeom>
              <a:rect b="b" l="l" r="r" t="t"/>
              <a:pathLst>
                <a:path extrusionOk="0" h="1428" w="3618">
                  <a:moveTo>
                    <a:pt x="517" y="1"/>
                  </a:moveTo>
                  <a:cubicBezTo>
                    <a:pt x="517" y="1"/>
                    <a:pt x="288" y="668"/>
                    <a:pt x="0" y="1427"/>
                  </a:cubicBezTo>
                  <a:lnTo>
                    <a:pt x="3617" y="1427"/>
                  </a:lnTo>
                  <a:cubicBezTo>
                    <a:pt x="3562" y="589"/>
                    <a:pt x="3517" y="1"/>
                    <a:pt x="35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34"/>
            <p:cNvSpPr/>
            <p:nvPr/>
          </p:nvSpPr>
          <p:spPr>
            <a:xfrm>
              <a:off x="4941325" y="2132225"/>
              <a:ext cx="96550" cy="41050"/>
            </a:xfrm>
            <a:custGeom>
              <a:rect b="b" l="l" r="r" t="t"/>
              <a:pathLst>
                <a:path extrusionOk="0" h="1642" w="3862">
                  <a:moveTo>
                    <a:pt x="3541" y="213"/>
                  </a:moveTo>
                  <a:cubicBezTo>
                    <a:pt x="3554" y="404"/>
                    <a:pt x="3586" y="848"/>
                    <a:pt x="3626" y="1427"/>
                  </a:cubicBezTo>
                  <a:lnTo>
                    <a:pt x="276" y="1427"/>
                  </a:lnTo>
                  <a:cubicBezTo>
                    <a:pt x="483" y="878"/>
                    <a:pt x="651" y="391"/>
                    <a:pt x="714" y="213"/>
                  </a:cubicBezTo>
                  <a:close/>
                  <a:moveTo>
                    <a:pt x="3653" y="1"/>
                  </a:moveTo>
                  <a:cubicBezTo>
                    <a:pt x="3652" y="1"/>
                    <a:pt x="3651" y="1"/>
                    <a:pt x="3650" y="1"/>
                  </a:cubicBezTo>
                  <a:lnTo>
                    <a:pt x="630" y="1"/>
                  </a:lnTo>
                  <a:cubicBezTo>
                    <a:pt x="584" y="1"/>
                    <a:pt x="542" y="30"/>
                    <a:pt x="527" y="74"/>
                  </a:cubicBezTo>
                  <a:cubicBezTo>
                    <a:pt x="526" y="79"/>
                    <a:pt x="297" y="749"/>
                    <a:pt x="14" y="1495"/>
                  </a:cubicBezTo>
                  <a:cubicBezTo>
                    <a:pt x="0" y="1528"/>
                    <a:pt x="6" y="1565"/>
                    <a:pt x="27" y="1594"/>
                  </a:cubicBezTo>
                  <a:cubicBezTo>
                    <a:pt x="46" y="1623"/>
                    <a:pt x="79" y="1641"/>
                    <a:pt x="113" y="1641"/>
                  </a:cubicBezTo>
                  <a:lnTo>
                    <a:pt x="3749" y="1641"/>
                  </a:lnTo>
                  <a:cubicBezTo>
                    <a:pt x="3752" y="1641"/>
                    <a:pt x="3755" y="1640"/>
                    <a:pt x="3758" y="1640"/>
                  </a:cubicBezTo>
                  <a:cubicBezTo>
                    <a:pt x="3818" y="1635"/>
                    <a:pt x="3861" y="1583"/>
                    <a:pt x="3857" y="1525"/>
                  </a:cubicBezTo>
                  <a:cubicBezTo>
                    <a:pt x="3799" y="687"/>
                    <a:pt x="3757" y="99"/>
                    <a:pt x="3757" y="99"/>
                  </a:cubicBezTo>
                  <a:cubicBezTo>
                    <a:pt x="3753" y="43"/>
                    <a:pt x="3708" y="1"/>
                    <a:pt x="365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34"/>
            <p:cNvSpPr/>
            <p:nvPr/>
          </p:nvSpPr>
          <p:spPr>
            <a:xfrm>
              <a:off x="5324225" y="1643400"/>
              <a:ext cx="170825" cy="491575"/>
            </a:xfrm>
            <a:custGeom>
              <a:rect b="b" l="l" r="r" t="t"/>
              <a:pathLst>
                <a:path extrusionOk="0" h="19663" w="6833">
                  <a:moveTo>
                    <a:pt x="1051" y="1"/>
                  </a:moveTo>
                  <a:cubicBezTo>
                    <a:pt x="1051" y="1"/>
                    <a:pt x="1" y="1125"/>
                    <a:pt x="150" y="5252"/>
                  </a:cubicBezTo>
                  <a:cubicBezTo>
                    <a:pt x="299" y="9381"/>
                    <a:pt x="2027" y="14411"/>
                    <a:pt x="2027" y="14411"/>
                  </a:cubicBezTo>
                  <a:lnTo>
                    <a:pt x="2102" y="19662"/>
                  </a:lnTo>
                  <a:lnTo>
                    <a:pt x="5107" y="19662"/>
                  </a:lnTo>
                  <a:lnTo>
                    <a:pt x="5107" y="15234"/>
                  </a:lnTo>
                  <a:cubicBezTo>
                    <a:pt x="5107" y="15234"/>
                    <a:pt x="6832" y="9231"/>
                    <a:pt x="6832" y="6677"/>
                  </a:cubicBezTo>
                  <a:cubicBezTo>
                    <a:pt x="6832" y="4125"/>
                    <a:pt x="5181" y="297"/>
                    <a:pt x="5181" y="297"/>
                  </a:cubicBezTo>
                  <a:lnTo>
                    <a:pt x="105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34"/>
            <p:cNvSpPr/>
            <p:nvPr/>
          </p:nvSpPr>
          <p:spPr>
            <a:xfrm>
              <a:off x="5321550" y="1640600"/>
              <a:ext cx="175975" cy="496975"/>
            </a:xfrm>
            <a:custGeom>
              <a:rect b="b" l="l" r="r" t="t"/>
              <a:pathLst>
                <a:path extrusionOk="0" h="19879" w="7039">
                  <a:moveTo>
                    <a:pt x="1202" y="216"/>
                  </a:moveTo>
                  <a:lnTo>
                    <a:pt x="5209" y="507"/>
                  </a:lnTo>
                  <a:cubicBezTo>
                    <a:pt x="5416" y="1002"/>
                    <a:pt x="6826" y="4456"/>
                    <a:pt x="6826" y="6785"/>
                  </a:cubicBezTo>
                  <a:cubicBezTo>
                    <a:pt x="6826" y="9298"/>
                    <a:pt x="5121" y="15255"/>
                    <a:pt x="5102" y="15315"/>
                  </a:cubicBezTo>
                  <a:cubicBezTo>
                    <a:pt x="5102" y="15325"/>
                    <a:pt x="5102" y="15336"/>
                    <a:pt x="5102" y="15345"/>
                  </a:cubicBezTo>
                  <a:lnTo>
                    <a:pt x="5102" y="19666"/>
                  </a:lnTo>
                  <a:lnTo>
                    <a:pt x="2313" y="19666"/>
                  </a:lnTo>
                  <a:lnTo>
                    <a:pt x="2230" y="14514"/>
                  </a:lnTo>
                  <a:cubicBezTo>
                    <a:pt x="2231" y="14502"/>
                    <a:pt x="2231" y="14492"/>
                    <a:pt x="2230" y="14480"/>
                  </a:cubicBezTo>
                  <a:cubicBezTo>
                    <a:pt x="2213" y="14430"/>
                    <a:pt x="507" y="9419"/>
                    <a:pt x="360" y="5354"/>
                  </a:cubicBezTo>
                  <a:cubicBezTo>
                    <a:pt x="227" y="1733"/>
                    <a:pt x="1036" y="443"/>
                    <a:pt x="1202" y="216"/>
                  </a:cubicBezTo>
                  <a:close/>
                  <a:moveTo>
                    <a:pt x="1156" y="1"/>
                  </a:moveTo>
                  <a:cubicBezTo>
                    <a:pt x="1128" y="1"/>
                    <a:pt x="1099" y="14"/>
                    <a:pt x="1080" y="35"/>
                  </a:cubicBezTo>
                  <a:cubicBezTo>
                    <a:pt x="1036" y="85"/>
                    <a:pt x="1" y="1243"/>
                    <a:pt x="151" y="5367"/>
                  </a:cubicBezTo>
                  <a:cubicBezTo>
                    <a:pt x="296" y="9347"/>
                    <a:pt x="1918" y="14218"/>
                    <a:pt x="2027" y="14538"/>
                  </a:cubicBezTo>
                  <a:lnTo>
                    <a:pt x="2102" y="19774"/>
                  </a:lnTo>
                  <a:cubicBezTo>
                    <a:pt x="2103" y="19832"/>
                    <a:pt x="2151" y="19878"/>
                    <a:pt x="2209" y="19878"/>
                  </a:cubicBezTo>
                  <a:lnTo>
                    <a:pt x="5209" y="19878"/>
                  </a:lnTo>
                  <a:cubicBezTo>
                    <a:pt x="5266" y="19877"/>
                    <a:pt x="5310" y="19831"/>
                    <a:pt x="5312" y="19774"/>
                  </a:cubicBezTo>
                  <a:lnTo>
                    <a:pt x="5312" y="15361"/>
                  </a:lnTo>
                  <a:cubicBezTo>
                    <a:pt x="5426" y="14958"/>
                    <a:pt x="7039" y="9334"/>
                    <a:pt x="7039" y="6789"/>
                  </a:cubicBezTo>
                  <a:cubicBezTo>
                    <a:pt x="7039" y="4246"/>
                    <a:pt x="5394" y="408"/>
                    <a:pt x="5380" y="369"/>
                  </a:cubicBezTo>
                  <a:cubicBezTo>
                    <a:pt x="5362" y="332"/>
                    <a:pt x="5328" y="308"/>
                    <a:pt x="5288" y="305"/>
                  </a:cubicBezTo>
                  <a:lnTo>
                    <a:pt x="1165" y="1"/>
                  </a:lnTo>
                  <a:cubicBezTo>
                    <a:pt x="1162" y="1"/>
                    <a:pt x="1159" y="1"/>
                    <a:pt x="115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34"/>
            <p:cNvSpPr/>
            <p:nvPr/>
          </p:nvSpPr>
          <p:spPr>
            <a:xfrm>
              <a:off x="5324225" y="1643400"/>
              <a:ext cx="95675" cy="491575"/>
            </a:xfrm>
            <a:custGeom>
              <a:rect b="b" l="l" r="r" t="t"/>
              <a:pathLst>
                <a:path extrusionOk="0" h="19663" w="3827">
                  <a:moveTo>
                    <a:pt x="1049" y="1"/>
                  </a:moveTo>
                  <a:cubicBezTo>
                    <a:pt x="1049" y="1"/>
                    <a:pt x="1" y="1125"/>
                    <a:pt x="150" y="5252"/>
                  </a:cubicBezTo>
                  <a:cubicBezTo>
                    <a:pt x="299" y="9381"/>
                    <a:pt x="2026" y="14411"/>
                    <a:pt x="2026" y="14411"/>
                  </a:cubicBezTo>
                  <a:lnTo>
                    <a:pt x="2102" y="19662"/>
                  </a:lnTo>
                  <a:lnTo>
                    <a:pt x="3826" y="19662"/>
                  </a:lnTo>
                  <a:lnTo>
                    <a:pt x="3826" y="199"/>
                  </a:lnTo>
                  <a:lnTo>
                    <a:pt x="104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34"/>
            <p:cNvSpPr/>
            <p:nvPr/>
          </p:nvSpPr>
          <p:spPr>
            <a:xfrm>
              <a:off x="5321550" y="1640600"/>
              <a:ext cx="100900" cy="496975"/>
            </a:xfrm>
            <a:custGeom>
              <a:rect b="b" l="l" r="r" t="t"/>
              <a:pathLst>
                <a:path extrusionOk="0" h="19879" w="4036">
                  <a:moveTo>
                    <a:pt x="1207" y="219"/>
                  </a:moveTo>
                  <a:lnTo>
                    <a:pt x="3827" y="411"/>
                  </a:lnTo>
                  <a:lnTo>
                    <a:pt x="3827" y="19666"/>
                  </a:lnTo>
                  <a:lnTo>
                    <a:pt x="2313" y="19666"/>
                  </a:lnTo>
                  <a:lnTo>
                    <a:pt x="2234" y="14518"/>
                  </a:lnTo>
                  <a:cubicBezTo>
                    <a:pt x="2236" y="14506"/>
                    <a:pt x="2236" y="14494"/>
                    <a:pt x="2234" y="14484"/>
                  </a:cubicBezTo>
                  <a:cubicBezTo>
                    <a:pt x="2216" y="14435"/>
                    <a:pt x="511" y="9423"/>
                    <a:pt x="364" y="5358"/>
                  </a:cubicBezTo>
                  <a:cubicBezTo>
                    <a:pt x="232" y="1737"/>
                    <a:pt x="1040" y="448"/>
                    <a:pt x="1207" y="219"/>
                  </a:cubicBezTo>
                  <a:close/>
                  <a:moveTo>
                    <a:pt x="1156" y="1"/>
                  </a:moveTo>
                  <a:cubicBezTo>
                    <a:pt x="1128" y="1"/>
                    <a:pt x="1099" y="14"/>
                    <a:pt x="1080" y="35"/>
                  </a:cubicBezTo>
                  <a:cubicBezTo>
                    <a:pt x="1036" y="85"/>
                    <a:pt x="1" y="1243"/>
                    <a:pt x="150" y="5367"/>
                  </a:cubicBezTo>
                  <a:cubicBezTo>
                    <a:pt x="296" y="9347"/>
                    <a:pt x="1918" y="14218"/>
                    <a:pt x="2027" y="14538"/>
                  </a:cubicBezTo>
                  <a:lnTo>
                    <a:pt x="2102" y="19774"/>
                  </a:lnTo>
                  <a:cubicBezTo>
                    <a:pt x="2103" y="19832"/>
                    <a:pt x="2151" y="19878"/>
                    <a:pt x="2209" y="19878"/>
                  </a:cubicBezTo>
                  <a:lnTo>
                    <a:pt x="3933" y="19878"/>
                  </a:lnTo>
                  <a:cubicBezTo>
                    <a:pt x="3990" y="19877"/>
                    <a:pt x="4034" y="19831"/>
                    <a:pt x="4036" y="19774"/>
                  </a:cubicBezTo>
                  <a:lnTo>
                    <a:pt x="4036" y="309"/>
                  </a:lnTo>
                  <a:cubicBezTo>
                    <a:pt x="4036" y="253"/>
                    <a:pt x="3993" y="207"/>
                    <a:pt x="3937" y="202"/>
                  </a:cubicBezTo>
                  <a:lnTo>
                    <a:pt x="1165" y="1"/>
                  </a:lnTo>
                  <a:cubicBezTo>
                    <a:pt x="1162" y="1"/>
                    <a:pt x="1159" y="1"/>
                    <a:pt x="115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34"/>
            <p:cNvSpPr/>
            <p:nvPr/>
          </p:nvSpPr>
          <p:spPr>
            <a:xfrm>
              <a:off x="5251025" y="1401000"/>
              <a:ext cx="294975" cy="274750"/>
            </a:xfrm>
            <a:custGeom>
              <a:rect b="b" l="l" r="r" t="t"/>
              <a:pathLst>
                <a:path extrusionOk="0" h="10990" w="11799">
                  <a:moveTo>
                    <a:pt x="4837" y="0"/>
                  </a:moveTo>
                  <a:cubicBezTo>
                    <a:pt x="4449" y="0"/>
                    <a:pt x="4083" y="98"/>
                    <a:pt x="3754" y="314"/>
                  </a:cubicBezTo>
                  <a:cubicBezTo>
                    <a:pt x="1803" y="1588"/>
                    <a:pt x="0" y="4666"/>
                    <a:pt x="377" y="6692"/>
                  </a:cubicBezTo>
                  <a:cubicBezTo>
                    <a:pt x="752" y="8717"/>
                    <a:pt x="2628" y="9919"/>
                    <a:pt x="2628" y="9919"/>
                  </a:cubicBezTo>
                  <a:cubicBezTo>
                    <a:pt x="2628" y="9919"/>
                    <a:pt x="3348" y="10989"/>
                    <a:pt x="5110" y="10989"/>
                  </a:cubicBezTo>
                  <a:cubicBezTo>
                    <a:pt x="5487" y="10989"/>
                    <a:pt x="5912" y="10940"/>
                    <a:pt x="6388" y="10821"/>
                  </a:cubicBezTo>
                  <a:cubicBezTo>
                    <a:pt x="9086" y="10145"/>
                    <a:pt x="11799" y="7591"/>
                    <a:pt x="10365" y="4740"/>
                  </a:cubicBezTo>
                  <a:cubicBezTo>
                    <a:pt x="9174" y="2370"/>
                    <a:pt x="6744" y="0"/>
                    <a:pt x="48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34"/>
            <p:cNvSpPr/>
            <p:nvPr/>
          </p:nvSpPr>
          <p:spPr>
            <a:xfrm>
              <a:off x="5248150" y="1398150"/>
              <a:ext cx="277900" cy="280200"/>
            </a:xfrm>
            <a:custGeom>
              <a:rect b="b" l="l" r="r" t="t"/>
              <a:pathLst>
                <a:path extrusionOk="0" h="11208" w="11116">
                  <a:moveTo>
                    <a:pt x="4932" y="220"/>
                  </a:moveTo>
                  <a:cubicBezTo>
                    <a:pt x="4942" y="220"/>
                    <a:pt x="4952" y="220"/>
                    <a:pt x="4962" y="221"/>
                  </a:cubicBezTo>
                  <a:lnTo>
                    <a:pt x="4950" y="221"/>
                  </a:lnTo>
                  <a:cubicBezTo>
                    <a:pt x="5188" y="221"/>
                    <a:pt x="5423" y="252"/>
                    <a:pt x="5653" y="314"/>
                  </a:cubicBezTo>
                  <a:cubicBezTo>
                    <a:pt x="7289" y="755"/>
                    <a:pt x="9281" y="2683"/>
                    <a:pt x="10389" y="4897"/>
                  </a:cubicBezTo>
                  <a:cubicBezTo>
                    <a:pt x="10870" y="5809"/>
                    <a:pt x="10894" y="6893"/>
                    <a:pt x="10456" y="7825"/>
                  </a:cubicBezTo>
                  <a:cubicBezTo>
                    <a:pt x="9823" y="9203"/>
                    <a:pt x="8263" y="10380"/>
                    <a:pt x="6479" y="10826"/>
                  </a:cubicBezTo>
                  <a:cubicBezTo>
                    <a:pt x="6004" y="10946"/>
                    <a:pt x="5583" y="10995"/>
                    <a:pt x="5210" y="10995"/>
                  </a:cubicBezTo>
                  <a:cubicBezTo>
                    <a:pt x="3554" y="10995"/>
                    <a:pt x="2877" y="10023"/>
                    <a:pt x="2841" y="9973"/>
                  </a:cubicBezTo>
                  <a:cubicBezTo>
                    <a:pt x="2833" y="9961"/>
                    <a:pt x="2822" y="9952"/>
                    <a:pt x="2812" y="9943"/>
                  </a:cubicBezTo>
                  <a:cubicBezTo>
                    <a:pt x="2792" y="9933"/>
                    <a:pt x="968" y="8742"/>
                    <a:pt x="607" y="6787"/>
                  </a:cubicBezTo>
                  <a:cubicBezTo>
                    <a:pt x="227" y="4731"/>
                    <a:pt x="2084" y="1729"/>
                    <a:pt x="3937" y="517"/>
                  </a:cubicBezTo>
                  <a:cubicBezTo>
                    <a:pt x="4233" y="324"/>
                    <a:pt x="4579" y="220"/>
                    <a:pt x="4932" y="220"/>
                  </a:cubicBezTo>
                  <a:close/>
                  <a:moveTo>
                    <a:pt x="5008" y="0"/>
                  </a:moveTo>
                  <a:cubicBezTo>
                    <a:pt x="4593" y="0"/>
                    <a:pt x="4181" y="115"/>
                    <a:pt x="3820" y="338"/>
                  </a:cubicBezTo>
                  <a:cubicBezTo>
                    <a:pt x="1914" y="1586"/>
                    <a:pt x="1" y="4693"/>
                    <a:pt x="397" y="6826"/>
                  </a:cubicBezTo>
                  <a:cubicBezTo>
                    <a:pt x="760" y="8794"/>
                    <a:pt x="2466" y="9978"/>
                    <a:pt x="2679" y="10112"/>
                  </a:cubicBezTo>
                  <a:cubicBezTo>
                    <a:pt x="2789" y="10260"/>
                    <a:pt x="3564" y="11207"/>
                    <a:pt x="5239" y="11207"/>
                  </a:cubicBezTo>
                  <a:cubicBezTo>
                    <a:pt x="5675" y="11203"/>
                    <a:pt x="6108" y="11143"/>
                    <a:pt x="6531" y="11033"/>
                  </a:cubicBezTo>
                  <a:cubicBezTo>
                    <a:pt x="8374" y="10572"/>
                    <a:pt x="9991" y="9348"/>
                    <a:pt x="10651" y="7912"/>
                  </a:cubicBezTo>
                  <a:cubicBezTo>
                    <a:pt x="11115" y="6922"/>
                    <a:pt x="11089" y="5771"/>
                    <a:pt x="10578" y="4804"/>
                  </a:cubicBezTo>
                  <a:cubicBezTo>
                    <a:pt x="9607" y="2868"/>
                    <a:pt x="7627" y="630"/>
                    <a:pt x="5708" y="112"/>
                  </a:cubicBezTo>
                  <a:cubicBezTo>
                    <a:pt x="5479" y="37"/>
                    <a:pt x="5243" y="0"/>
                    <a:pt x="500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34"/>
            <p:cNvSpPr/>
            <p:nvPr/>
          </p:nvSpPr>
          <p:spPr>
            <a:xfrm>
              <a:off x="5367300" y="1422850"/>
              <a:ext cx="66650" cy="170600"/>
            </a:xfrm>
            <a:custGeom>
              <a:rect b="b" l="l" r="r" t="t"/>
              <a:pathLst>
                <a:path extrusionOk="0" h="6824" w="2666">
                  <a:moveTo>
                    <a:pt x="2555" y="0"/>
                  </a:moveTo>
                  <a:cubicBezTo>
                    <a:pt x="2502" y="0"/>
                    <a:pt x="2455" y="40"/>
                    <a:pt x="2448" y="95"/>
                  </a:cubicBezTo>
                  <a:lnTo>
                    <a:pt x="2191" y="2671"/>
                  </a:lnTo>
                  <a:lnTo>
                    <a:pt x="602" y="2001"/>
                  </a:lnTo>
                  <a:cubicBezTo>
                    <a:pt x="587" y="1992"/>
                    <a:pt x="571" y="1988"/>
                    <a:pt x="554" y="1988"/>
                  </a:cubicBezTo>
                  <a:cubicBezTo>
                    <a:pt x="538" y="1988"/>
                    <a:pt x="521" y="1992"/>
                    <a:pt x="505" y="2001"/>
                  </a:cubicBezTo>
                  <a:cubicBezTo>
                    <a:pt x="476" y="2017"/>
                    <a:pt x="458" y="2048"/>
                    <a:pt x="455" y="2082"/>
                  </a:cubicBezTo>
                  <a:cubicBezTo>
                    <a:pt x="453" y="2090"/>
                    <a:pt x="361" y="3003"/>
                    <a:pt x="184" y="4069"/>
                  </a:cubicBezTo>
                  <a:cubicBezTo>
                    <a:pt x="65" y="4946"/>
                    <a:pt x="4" y="5830"/>
                    <a:pt x="1" y="6716"/>
                  </a:cubicBezTo>
                  <a:cubicBezTo>
                    <a:pt x="1" y="6774"/>
                    <a:pt x="48" y="6822"/>
                    <a:pt x="108" y="6822"/>
                  </a:cubicBezTo>
                  <a:lnTo>
                    <a:pt x="108" y="6823"/>
                  </a:lnTo>
                  <a:cubicBezTo>
                    <a:pt x="163" y="6823"/>
                    <a:pt x="209" y="6780"/>
                    <a:pt x="214" y="6725"/>
                  </a:cubicBezTo>
                  <a:cubicBezTo>
                    <a:pt x="217" y="5851"/>
                    <a:pt x="276" y="4978"/>
                    <a:pt x="394" y="4112"/>
                  </a:cubicBezTo>
                  <a:cubicBezTo>
                    <a:pt x="532" y="3284"/>
                    <a:pt x="619" y="2553"/>
                    <a:pt x="651" y="2255"/>
                  </a:cubicBezTo>
                  <a:lnTo>
                    <a:pt x="2244" y="2909"/>
                  </a:lnTo>
                  <a:cubicBezTo>
                    <a:pt x="2259" y="2916"/>
                    <a:pt x="2276" y="2920"/>
                    <a:pt x="2292" y="2920"/>
                  </a:cubicBezTo>
                  <a:cubicBezTo>
                    <a:pt x="2308" y="2920"/>
                    <a:pt x="2325" y="2916"/>
                    <a:pt x="2340" y="2909"/>
                  </a:cubicBezTo>
                  <a:cubicBezTo>
                    <a:pt x="2368" y="2891"/>
                    <a:pt x="2387" y="2861"/>
                    <a:pt x="2392" y="2828"/>
                  </a:cubicBezTo>
                  <a:lnTo>
                    <a:pt x="2660" y="116"/>
                  </a:lnTo>
                  <a:lnTo>
                    <a:pt x="2660" y="114"/>
                  </a:lnTo>
                  <a:cubicBezTo>
                    <a:pt x="2666" y="57"/>
                    <a:pt x="2624" y="7"/>
                    <a:pt x="2566" y="1"/>
                  </a:cubicBezTo>
                  <a:cubicBezTo>
                    <a:pt x="2562" y="1"/>
                    <a:pt x="2559" y="0"/>
                    <a:pt x="25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34"/>
            <p:cNvSpPr/>
            <p:nvPr/>
          </p:nvSpPr>
          <p:spPr>
            <a:xfrm>
              <a:off x="5313000" y="1568300"/>
              <a:ext cx="151975" cy="151950"/>
            </a:xfrm>
            <a:custGeom>
              <a:rect b="b" l="l" r="r" t="t"/>
              <a:pathLst>
                <a:path extrusionOk="0" h="6078" w="6079">
                  <a:moveTo>
                    <a:pt x="3039" y="0"/>
                  </a:moveTo>
                  <a:cubicBezTo>
                    <a:pt x="1360" y="0"/>
                    <a:pt x="0" y="1361"/>
                    <a:pt x="0" y="3039"/>
                  </a:cubicBezTo>
                  <a:cubicBezTo>
                    <a:pt x="0" y="4717"/>
                    <a:pt x="1360" y="6078"/>
                    <a:pt x="3039" y="6078"/>
                  </a:cubicBezTo>
                  <a:cubicBezTo>
                    <a:pt x="4717" y="6078"/>
                    <a:pt x="6078" y="4717"/>
                    <a:pt x="6078" y="3039"/>
                  </a:cubicBezTo>
                  <a:cubicBezTo>
                    <a:pt x="6078" y="1361"/>
                    <a:pt x="4717" y="0"/>
                    <a:pt x="3039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34"/>
            <p:cNvSpPr/>
            <p:nvPr/>
          </p:nvSpPr>
          <p:spPr>
            <a:xfrm>
              <a:off x="5310200" y="1565575"/>
              <a:ext cx="157400" cy="157400"/>
            </a:xfrm>
            <a:custGeom>
              <a:rect b="b" l="l" r="r" t="t"/>
              <a:pathLst>
                <a:path extrusionOk="0" h="6296" w="6296">
                  <a:moveTo>
                    <a:pt x="3151" y="215"/>
                  </a:moveTo>
                  <a:cubicBezTo>
                    <a:pt x="4773" y="218"/>
                    <a:pt x="6086" y="1534"/>
                    <a:pt x="6083" y="3157"/>
                  </a:cubicBezTo>
                  <a:cubicBezTo>
                    <a:pt x="6080" y="4775"/>
                    <a:pt x="4767" y="6084"/>
                    <a:pt x="3149" y="6084"/>
                  </a:cubicBezTo>
                  <a:cubicBezTo>
                    <a:pt x="3149" y="6084"/>
                    <a:pt x="3148" y="6084"/>
                    <a:pt x="3147" y="6084"/>
                  </a:cubicBezTo>
                  <a:cubicBezTo>
                    <a:pt x="1525" y="6083"/>
                    <a:pt x="214" y="4768"/>
                    <a:pt x="214" y="3148"/>
                  </a:cubicBezTo>
                  <a:cubicBezTo>
                    <a:pt x="215" y="1527"/>
                    <a:pt x="1530" y="215"/>
                    <a:pt x="3151" y="215"/>
                  </a:cubicBezTo>
                  <a:close/>
                  <a:moveTo>
                    <a:pt x="3149" y="0"/>
                  </a:moveTo>
                  <a:cubicBezTo>
                    <a:pt x="3149" y="0"/>
                    <a:pt x="3148" y="0"/>
                    <a:pt x="3147" y="0"/>
                  </a:cubicBezTo>
                  <a:cubicBezTo>
                    <a:pt x="1408" y="2"/>
                    <a:pt x="1" y="1412"/>
                    <a:pt x="1" y="3150"/>
                  </a:cubicBezTo>
                  <a:cubicBezTo>
                    <a:pt x="2" y="4888"/>
                    <a:pt x="1411" y="6296"/>
                    <a:pt x="3148" y="6296"/>
                  </a:cubicBezTo>
                  <a:cubicBezTo>
                    <a:pt x="3149" y="6296"/>
                    <a:pt x="3150" y="6296"/>
                    <a:pt x="3151" y="6296"/>
                  </a:cubicBezTo>
                  <a:cubicBezTo>
                    <a:pt x="4884" y="6291"/>
                    <a:pt x="6290" y="4890"/>
                    <a:pt x="6296" y="3157"/>
                  </a:cubicBezTo>
                  <a:lnTo>
                    <a:pt x="6296" y="3145"/>
                  </a:lnTo>
                  <a:cubicBezTo>
                    <a:pt x="6296" y="1408"/>
                    <a:pt x="4886" y="0"/>
                    <a:pt x="314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34"/>
            <p:cNvSpPr/>
            <p:nvPr/>
          </p:nvSpPr>
          <p:spPr>
            <a:xfrm>
              <a:off x="5333250" y="1568300"/>
              <a:ext cx="109150" cy="82425"/>
            </a:xfrm>
            <a:custGeom>
              <a:rect b="b" l="l" r="r" t="t"/>
              <a:pathLst>
                <a:path extrusionOk="0" h="3297" w="4366">
                  <a:moveTo>
                    <a:pt x="2240" y="0"/>
                  </a:moveTo>
                  <a:cubicBezTo>
                    <a:pt x="1455" y="0"/>
                    <a:pt x="671" y="303"/>
                    <a:pt x="78" y="907"/>
                  </a:cubicBezTo>
                  <a:cubicBezTo>
                    <a:pt x="55" y="929"/>
                    <a:pt x="33" y="953"/>
                    <a:pt x="11" y="977"/>
                  </a:cubicBezTo>
                  <a:lnTo>
                    <a:pt x="0" y="977"/>
                  </a:lnTo>
                  <a:lnTo>
                    <a:pt x="428" y="3297"/>
                  </a:lnTo>
                  <a:lnTo>
                    <a:pt x="3800" y="3297"/>
                  </a:lnTo>
                  <a:lnTo>
                    <a:pt x="4366" y="870"/>
                  </a:lnTo>
                  <a:cubicBezTo>
                    <a:pt x="3776" y="290"/>
                    <a:pt x="3008" y="0"/>
                    <a:pt x="224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34"/>
            <p:cNvSpPr/>
            <p:nvPr/>
          </p:nvSpPr>
          <p:spPr>
            <a:xfrm>
              <a:off x="5330525" y="1565875"/>
              <a:ext cx="114225" cy="87525"/>
            </a:xfrm>
            <a:custGeom>
              <a:rect b="b" l="l" r="r" t="t"/>
              <a:pathLst>
                <a:path extrusionOk="0" h="3501" w="4569">
                  <a:moveTo>
                    <a:pt x="2339" y="214"/>
                  </a:moveTo>
                  <a:cubicBezTo>
                    <a:pt x="3059" y="214"/>
                    <a:pt x="3781" y="479"/>
                    <a:pt x="4345" y="1011"/>
                  </a:cubicBezTo>
                  <a:lnTo>
                    <a:pt x="3814" y="3286"/>
                  </a:lnTo>
                  <a:lnTo>
                    <a:pt x="614" y="3286"/>
                  </a:lnTo>
                  <a:lnTo>
                    <a:pt x="224" y="1119"/>
                  </a:lnTo>
                  <a:cubicBezTo>
                    <a:pt x="798" y="517"/>
                    <a:pt x="1568" y="214"/>
                    <a:pt x="2339" y="214"/>
                  </a:cubicBezTo>
                  <a:close/>
                  <a:moveTo>
                    <a:pt x="2333" y="0"/>
                  </a:moveTo>
                  <a:cubicBezTo>
                    <a:pt x="1487" y="0"/>
                    <a:pt x="643" y="340"/>
                    <a:pt x="24" y="1011"/>
                  </a:cubicBezTo>
                  <a:cubicBezTo>
                    <a:pt x="7" y="1035"/>
                    <a:pt x="1" y="1065"/>
                    <a:pt x="5" y="1093"/>
                  </a:cubicBezTo>
                  <a:lnTo>
                    <a:pt x="420" y="3413"/>
                  </a:lnTo>
                  <a:cubicBezTo>
                    <a:pt x="429" y="3464"/>
                    <a:pt x="473" y="3501"/>
                    <a:pt x="525" y="3501"/>
                  </a:cubicBezTo>
                  <a:lnTo>
                    <a:pt x="3899" y="3501"/>
                  </a:lnTo>
                  <a:cubicBezTo>
                    <a:pt x="3943" y="3499"/>
                    <a:pt x="3982" y="3471"/>
                    <a:pt x="3997" y="3431"/>
                  </a:cubicBezTo>
                  <a:lnTo>
                    <a:pt x="4560" y="1001"/>
                  </a:lnTo>
                  <a:cubicBezTo>
                    <a:pt x="4569" y="965"/>
                    <a:pt x="4558" y="926"/>
                    <a:pt x="4531" y="901"/>
                  </a:cubicBezTo>
                  <a:cubicBezTo>
                    <a:pt x="4509" y="877"/>
                    <a:pt x="4484" y="855"/>
                    <a:pt x="4460" y="831"/>
                  </a:cubicBezTo>
                  <a:cubicBezTo>
                    <a:pt x="3857" y="275"/>
                    <a:pt x="3094" y="0"/>
                    <a:pt x="233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34"/>
            <p:cNvSpPr/>
            <p:nvPr/>
          </p:nvSpPr>
          <p:spPr>
            <a:xfrm>
              <a:off x="5365725" y="2134950"/>
              <a:ext cx="232450" cy="197100"/>
            </a:xfrm>
            <a:custGeom>
              <a:rect b="b" l="l" r="r" t="t"/>
              <a:pathLst>
                <a:path extrusionOk="0" h="7884" w="9298">
                  <a:moveTo>
                    <a:pt x="442" y="0"/>
                  </a:moveTo>
                  <a:cubicBezTo>
                    <a:pt x="442" y="0"/>
                    <a:pt x="141" y="4129"/>
                    <a:pt x="67" y="6081"/>
                  </a:cubicBezTo>
                  <a:cubicBezTo>
                    <a:pt x="1" y="7771"/>
                    <a:pt x="442" y="7884"/>
                    <a:pt x="562" y="7884"/>
                  </a:cubicBezTo>
                  <a:cubicBezTo>
                    <a:pt x="580" y="7884"/>
                    <a:pt x="591" y="7881"/>
                    <a:pt x="591" y="7881"/>
                  </a:cubicBezTo>
                  <a:lnTo>
                    <a:pt x="8020" y="7881"/>
                  </a:lnTo>
                  <a:cubicBezTo>
                    <a:pt x="8321" y="7881"/>
                    <a:pt x="9298" y="7497"/>
                    <a:pt x="8172" y="6754"/>
                  </a:cubicBezTo>
                  <a:cubicBezTo>
                    <a:pt x="7045" y="6013"/>
                    <a:pt x="5318" y="4055"/>
                    <a:pt x="4868" y="3453"/>
                  </a:cubicBezTo>
                  <a:cubicBezTo>
                    <a:pt x="4419" y="2852"/>
                    <a:pt x="3444" y="0"/>
                    <a:pt x="344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34"/>
            <p:cNvSpPr/>
            <p:nvPr/>
          </p:nvSpPr>
          <p:spPr>
            <a:xfrm>
              <a:off x="5363625" y="2132075"/>
              <a:ext cx="223725" cy="202550"/>
            </a:xfrm>
            <a:custGeom>
              <a:rect b="b" l="l" r="r" t="t"/>
              <a:pathLst>
                <a:path extrusionOk="0" h="8102" w="8949">
                  <a:moveTo>
                    <a:pt x="3452" y="206"/>
                  </a:moveTo>
                  <a:cubicBezTo>
                    <a:pt x="3609" y="666"/>
                    <a:pt x="4440" y="3057"/>
                    <a:pt x="4868" y="3617"/>
                  </a:cubicBezTo>
                  <a:cubicBezTo>
                    <a:pt x="5363" y="4281"/>
                    <a:pt x="7098" y="6211"/>
                    <a:pt x="8195" y="6945"/>
                  </a:cubicBezTo>
                  <a:cubicBezTo>
                    <a:pt x="8550" y="7180"/>
                    <a:pt x="8728" y="7368"/>
                    <a:pt x="8669" y="7560"/>
                  </a:cubicBezTo>
                  <a:cubicBezTo>
                    <a:pt x="8609" y="7752"/>
                    <a:pt x="8267" y="7874"/>
                    <a:pt x="8104" y="7874"/>
                  </a:cubicBezTo>
                  <a:lnTo>
                    <a:pt x="654" y="7874"/>
                  </a:lnTo>
                  <a:cubicBezTo>
                    <a:pt x="652" y="7874"/>
                    <a:pt x="650" y="7874"/>
                    <a:pt x="649" y="7874"/>
                  </a:cubicBezTo>
                  <a:cubicBezTo>
                    <a:pt x="606" y="7874"/>
                    <a:pt x="565" y="7856"/>
                    <a:pt x="536" y="7825"/>
                  </a:cubicBezTo>
                  <a:cubicBezTo>
                    <a:pt x="413" y="7713"/>
                    <a:pt x="212" y="7353"/>
                    <a:pt x="256" y="6183"/>
                  </a:cubicBezTo>
                  <a:cubicBezTo>
                    <a:pt x="325" y="4427"/>
                    <a:pt x="578" y="851"/>
                    <a:pt x="624" y="212"/>
                  </a:cubicBezTo>
                  <a:lnTo>
                    <a:pt x="623" y="212"/>
                  </a:lnTo>
                  <a:lnTo>
                    <a:pt x="3452" y="206"/>
                  </a:lnTo>
                  <a:close/>
                  <a:moveTo>
                    <a:pt x="521" y="1"/>
                  </a:moveTo>
                  <a:cubicBezTo>
                    <a:pt x="465" y="1"/>
                    <a:pt x="419" y="42"/>
                    <a:pt x="414" y="99"/>
                  </a:cubicBezTo>
                  <a:cubicBezTo>
                    <a:pt x="413" y="141"/>
                    <a:pt x="113" y="4250"/>
                    <a:pt x="39" y="6183"/>
                  </a:cubicBezTo>
                  <a:cubicBezTo>
                    <a:pt x="0" y="7164"/>
                    <a:pt x="124" y="7777"/>
                    <a:pt x="405" y="8007"/>
                  </a:cubicBezTo>
                  <a:cubicBezTo>
                    <a:pt x="472" y="8066"/>
                    <a:pt x="557" y="8099"/>
                    <a:pt x="646" y="8102"/>
                  </a:cubicBezTo>
                  <a:lnTo>
                    <a:pt x="636" y="8091"/>
                  </a:lnTo>
                  <a:lnTo>
                    <a:pt x="8100" y="8091"/>
                  </a:lnTo>
                  <a:cubicBezTo>
                    <a:pt x="8286" y="8091"/>
                    <a:pt x="8767" y="7957"/>
                    <a:pt x="8868" y="7627"/>
                  </a:cubicBezTo>
                  <a:cubicBezTo>
                    <a:pt x="8949" y="7362"/>
                    <a:pt x="8761" y="7075"/>
                    <a:pt x="8308" y="6774"/>
                  </a:cubicBezTo>
                  <a:cubicBezTo>
                    <a:pt x="7232" y="6055"/>
                    <a:pt x="5524" y="4150"/>
                    <a:pt x="5033" y="3495"/>
                  </a:cubicBezTo>
                  <a:cubicBezTo>
                    <a:pt x="4598" y="2916"/>
                    <a:pt x="3624" y="100"/>
                    <a:pt x="3624" y="74"/>
                  </a:cubicBezTo>
                  <a:cubicBezTo>
                    <a:pt x="3608" y="29"/>
                    <a:pt x="3568" y="1"/>
                    <a:pt x="352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34"/>
            <p:cNvSpPr/>
            <p:nvPr/>
          </p:nvSpPr>
          <p:spPr>
            <a:xfrm>
              <a:off x="5422700" y="2221325"/>
              <a:ext cx="159925" cy="95625"/>
            </a:xfrm>
            <a:custGeom>
              <a:rect b="b" l="l" r="r" t="t"/>
              <a:pathLst>
                <a:path extrusionOk="0" h="3825" w="6397">
                  <a:moveTo>
                    <a:pt x="2272" y="0"/>
                  </a:moveTo>
                  <a:cubicBezTo>
                    <a:pt x="1697" y="0"/>
                    <a:pt x="1155" y="306"/>
                    <a:pt x="864" y="821"/>
                  </a:cubicBezTo>
                  <a:cubicBezTo>
                    <a:pt x="288" y="1713"/>
                    <a:pt x="0" y="2762"/>
                    <a:pt x="39" y="3825"/>
                  </a:cubicBezTo>
                  <a:lnTo>
                    <a:pt x="6397" y="3825"/>
                  </a:lnTo>
                  <a:cubicBezTo>
                    <a:pt x="6286" y="3601"/>
                    <a:pt x="6111" y="3417"/>
                    <a:pt x="5893" y="3298"/>
                  </a:cubicBezTo>
                  <a:cubicBezTo>
                    <a:pt x="4790" y="2564"/>
                    <a:pt x="3114" y="679"/>
                    <a:pt x="2622" y="38"/>
                  </a:cubicBezTo>
                  <a:cubicBezTo>
                    <a:pt x="2505" y="13"/>
                    <a:pt x="2388" y="0"/>
                    <a:pt x="22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34"/>
            <p:cNvSpPr/>
            <p:nvPr/>
          </p:nvSpPr>
          <p:spPr>
            <a:xfrm>
              <a:off x="5419900" y="2218675"/>
              <a:ext cx="165475" cy="100925"/>
            </a:xfrm>
            <a:custGeom>
              <a:rect b="b" l="l" r="r" t="t"/>
              <a:pathLst>
                <a:path extrusionOk="0" h="4037" w="6619">
                  <a:moveTo>
                    <a:pt x="2380" y="213"/>
                  </a:moveTo>
                  <a:cubicBezTo>
                    <a:pt x="2478" y="213"/>
                    <a:pt x="2577" y="223"/>
                    <a:pt x="2676" y="243"/>
                  </a:cubicBezTo>
                  <a:cubicBezTo>
                    <a:pt x="3194" y="908"/>
                    <a:pt x="4847" y="2762"/>
                    <a:pt x="5946" y="3493"/>
                  </a:cubicBezTo>
                  <a:cubicBezTo>
                    <a:pt x="6089" y="3582"/>
                    <a:pt x="6218" y="3694"/>
                    <a:pt x="6327" y="3823"/>
                  </a:cubicBezTo>
                  <a:lnTo>
                    <a:pt x="251" y="3823"/>
                  </a:lnTo>
                  <a:cubicBezTo>
                    <a:pt x="245" y="2818"/>
                    <a:pt x="528" y="1831"/>
                    <a:pt x="1067" y="983"/>
                  </a:cubicBezTo>
                  <a:cubicBezTo>
                    <a:pt x="1336" y="502"/>
                    <a:pt x="1843" y="213"/>
                    <a:pt x="2380" y="213"/>
                  </a:cubicBezTo>
                  <a:close/>
                  <a:moveTo>
                    <a:pt x="2387" y="0"/>
                  </a:moveTo>
                  <a:cubicBezTo>
                    <a:pt x="1776" y="0"/>
                    <a:pt x="1197" y="325"/>
                    <a:pt x="885" y="872"/>
                  </a:cubicBezTo>
                  <a:cubicBezTo>
                    <a:pt x="294" y="1784"/>
                    <a:pt x="1" y="2856"/>
                    <a:pt x="44" y="3941"/>
                  </a:cubicBezTo>
                  <a:cubicBezTo>
                    <a:pt x="51" y="3995"/>
                    <a:pt x="96" y="4036"/>
                    <a:pt x="151" y="4036"/>
                  </a:cubicBezTo>
                  <a:lnTo>
                    <a:pt x="6509" y="4036"/>
                  </a:lnTo>
                  <a:cubicBezTo>
                    <a:pt x="6543" y="4036"/>
                    <a:pt x="6574" y="4020"/>
                    <a:pt x="6595" y="3992"/>
                  </a:cubicBezTo>
                  <a:cubicBezTo>
                    <a:pt x="6614" y="3963"/>
                    <a:pt x="6619" y="3926"/>
                    <a:pt x="6608" y="3893"/>
                  </a:cubicBezTo>
                  <a:cubicBezTo>
                    <a:pt x="6492" y="3648"/>
                    <a:pt x="6300" y="3447"/>
                    <a:pt x="6062" y="3316"/>
                  </a:cubicBezTo>
                  <a:cubicBezTo>
                    <a:pt x="4966" y="2585"/>
                    <a:pt x="3298" y="703"/>
                    <a:pt x="2819" y="79"/>
                  </a:cubicBezTo>
                  <a:cubicBezTo>
                    <a:pt x="2801" y="56"/>
                    <a:pt x="2777" y="43"/>
                    <a:pt x="2751" y="39"/>
                  </a:cubicBezTo>
                  <a:cubicBezTo>
                    <a:pt x="2629" y="13"/>
                    <a:pt x="2508" y="0"/>
                    <a:pt x="23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34"/>
            <p:cNvSpPr/>
            <p:nvPr/>
          </p:nvSpPr>
          <p:spPr>
            <a:xfrm>
              <a:off x="5366900" y="2238425"/>
              <a:ext cx="39875" cy="74725"/>
            </a:xfrm>
            <a:custGeom>
              <a:rect b="b" l="l" r="r" t="t"/>
              <a:pathLst>
                <a:path extrusionOk="0" h="2989" w="1595">
                  <a:moveTo>
                    <a:pt x="119" y="0"/>
                  </a:moveTo>
                  <a:cubicBezTo>
                    <a:pt x="76" y="724"/>
                    <a:pt x="37" y="1411"/>
                    <a:pt x="20" y="1939"/>
                  </a:cubicBezTo>
                  <a:cubicBezTo>
                    <a:pt x="0" y="2290"/>
                    <a:pt x="14" y="2642"/>
                    <a:pt x="61" y="2989"/>
                  </a:cubicBezTo>
                  <a:lnTo>
                    <a:pt x="1595" y="2987"/>
                  </a:lnTo>
                  <a:cubicBezTo>
                    <a:pt x="1595" y="1952"/>
                    <a:pt x="718" y="724"/>
                    <a:pt x="11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34"/>
            <p:cNvSpPr/>
            <p:nvPr/>
          </p:nvSpPr>
          <p:spPr>
            <a:xfrm>
              <a:off x="5364225" y="2235900"/>
              <a:ext cx="45025" cy="79925"/>
            </a:xfrm>
            <a:custGeom>
              <a:rect b="b" l="l" r="r" t="t"/>
              <a:pathLst>
                <a:path extrusionOk="0" h="3197" w="1801">
                  <a:moveTo>
                    <a:pt x="311" y="383"/>
                  </a:moveTo>
                  <a:cubicBezTo>
                    <a:pt x="838" y="1043"/>
                    <a:pt x="1540" y="2088"/>
                    <a:pt x="1592" y="2983"/>
                  </a:cubicBezTo>
                  <a:lnTo>
                    <a:pt x="261" y="2983"/>
                  </a:lnTo>
                  <a:cubicBezTo>
                    <a:pt x="225" y="2671"/>
                    <a:pt x="214" y="2357"/>
                    <a:pt x="228" y="2045"/>
                  </a:cubicBezTo>
                  <a:cubicBezTo>
                    <a:pt x="243" y="1622"/>
                    <a:pt x="273" y="1066"/>
                    <a:pt x="311" y="383"/>
                  </a:cubicBezTo>
                  <a:close/>
                  <a:moveTo>
                    <a:pt x="228" y="0"/>
                  </a:moveTo>
                  <a:cubicBezTo>
                    <a:pt x="171" y="0"/>
                    <a:pt x="124" y="42"/>
                    <a:pt x="119" y="100"/>
                  </a:cubicBezTo>
                  <a:cubicBezTo>
                    <a:pt x="70" y="910"/>
                    <a:pt x="37" y="1562"/>
                    <a:pt x="19" y="2040"/>
                  </a:cubicBezTo>
                  <a:cubicBezTo>
                    <a:pt x="0" y="2396"/>
                    <a:pt x="15" y="2753"/>
                    <a:pt x="64" y="3106"/>
                  </a:cubicBezTo>
                  <a:cubicBezTo>
                    <a:pt x="72" y="3158"/>
                    <a:pt x="116" y="3197"/>
                    <a:pt x="168" y="3197"/>
                  </a:cubicBezTo>
                  <a:lnTo>
                    <a:pt x="1702" y="3197"/>
                  </a:lnTo>
                  <a:lnTo>
                    <a:pt x="1702" y="3196"/>
                  </a:lnTo>
                  <a:cubicBezTo>
                    <a:pt x="1756" y="3193"/>
                    <a:pt x="1799" y="3148"/>
                    <a:pt x="1800" y="3094"/>
                  </a:cubicBezTo>
                  <a:cubicBezTo>
                    <a:pt x="1800" y="2059"/>
                    <a:pt x="992" y="861"/>
                    <a:pt x="307" y="37"/>
                  </a:cubicBezTo>
                  <a:cubicBezTo>
                    <a:pt x="289" y="17"/>
                    <a:pt x="262" y="2"/>
                    <a:pt x="234" y="0"/>
                  </a:cubicBezTo>
                  <a:cubicBezTo>
                    <a:pt x="232" y="0"/>
                    <a:pt x="230" y="0"/>
                    <a:pt x="22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34"/>
            <p:cNvSpPr/>
            <p:nvPr/>
          </p:nvSpPr>
          <p:spPr>
            <a:xfrm>
              <a:off x="5374225" y="2134900"/>
              <a:ext cx="90450" cy="35700"/>
            </a:xfrm>
            <a:custGeom>
              <a:rect b="b" l="l" r="r" t="t"/>
              <a:pathLst>
                <a:path extrusionOk="0" h="1428" w="3618">
                  <a:moveTo>
                    <a:pt x="102" y="1"/>
                  </a:moveTo>
                  <a:cubicBezTo>
                    <a:pt x="102" y="1"/>
                    <a:pt x="59" y="589"/>
                    <a:pt x="1" y="1427"/>
                  </a:cubicBezTo>
                  <a:lnTo>
                    <a:pt x="3617" y="1427"/>
                  </a:lnTo>
                  <a:cubicBezTo>
                    <a:pt x="3333" y="668"/>
                    <a:pt x="3104" y="1"/>
                    <a:pt x="31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34"/>
            <p:cNvSpPr/>
            <p:nvPr/>
          </p:nvSpPr>
          <p:spPr>
            <a:xfrm>
              <a:off x="5371350" y="2132225"/>
              <a:ext cx="96100" cy="41050"/>
            </a:xfrm>
            <a:custGeom>
              <a:rect b="b" l="l" r="r" t="t"/>
              <a:pathLst>
                <a:path extrusionOk="0" h="1642" w="3844">
                  <a:moveTo>
                    <a:pt x="3143" y="213"/>
                  </a:moveTo>
                  <a:cubicBezTo>
                    <a:pt x="3204" y="391"/>
                    <a:pt x="3366" y="878"/>
                    <a:pt x="3579" y="1427"/>
                  </a:cubicBezTo>
                  <a:lnTo>
                    <a:pt x="229" y="1427"/>
                  </a:lnTo>
                  <a:cubicBezTo>
                    <a:pt x="269" y="848"/>
                    <a:pt x="311" y="404"/>
                    <a:pt x="311" y="213"/>
                  </a:cubicBezTo>
                  <a:close/>
                  <a:moveTo>
                    <a:pt x="208" y="1"/>
                  </a:moveTo>
                  <a:cubicBezTo>
                    <a:pt x="153" y="1"/>
                    <a:pt x="105" y="44"/>
                    <a:pt x="101" y="99"/>
                  </a:cubicBezTo>
                  <a:cubicBezTo>
                    <a:pt x="101" y="99"/>
                    <a:pt x="59" y="687"/>
                    <a:pt x="1" y="1525"/>
                  </a:cubicBezTo>
                  <a:cubicBezTo>
                    <a:pt x="1" y="1528"/>
                    <a:pt x="1" y="1531"/>
                    <a:pt x="1" y="1534"/>
                  </a:cubicBezTo>
                  <a:cubicBezTo>
                    <a:pt x="1" y="1594"/>
                    <a:pt x="49" y="1641"/>
                    <a:pt x="108" y="1641"/>
                  </a:cubicBezTo>
                  <a:lnTo>
                    <a:pt x="3725" y="1641"/>
                  </a:lnTo>
                  <a:cubicBezTo>
                    <a:pt x="3735" y="1641"/>
                    <a:pt x="3747" y="1638"/>
                    <a:pt x="3758" y="1635"/>
                  </a:cubicBezTo>
                  <a:cubicBezTo>
                    <a:pt x="3814" y="1615"/>
                    <a:pt x="3844" y="1552"/>
                    <a:pt x="3825" y="1495"/>
                  </a:cubicBezTo>
                  <a:cubicBezTo>
                    <a:pt x="3540" y="749"/>
                    <a:pt x="3311" y="74"/>
                    <a:pt x="3311" y="74"/>
                  </a:cubicBezTo>
                  <a:cubicBezTo>
                    <a:pt x="3296" y="30"/>
                    <a:pt x="3254" y="1"/>
                    <a:pt x="32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34"/>
            <p:cNvSpPr/>
            <p:nvPr/>
          </p:nvSpPr>
          <p:spPr>
            <a:xfrm>
              <a:off x="5133175" y="691650"/>
              <a:ext cx="132375" cy="193125"/>
            </a:xfrm>
            <a:custGeom>
              <a:rect b="b" l="l" r="r" t="t"/>
              <a:pathLst>
                <a:path extrusionOk="0" h="7725" w="5295">
                  <a:moveTo>
                    <a:pt x="0" y="0"/>
                  </a:moveTo>
                  <a:lnTo>
                    <a:pt x="0" y="5077"/>
                  </a:lnTo>
                  <a:cubicBezTo>
                    <a:pt x="2" y="6540"/>
                    <a:pt x="1187" y="7725"/>
                    <a:pt x="2649" y="7725"/>
                  </a:cubicBezTo>
                  <a:cubicBezTo>
                    <a:pt x="4110" y="7725"/>
                    <a:pt x="5295" y="6540"/>
                    <a:pt x="5295" y="5077"/>
                  </a:cubicBezTo>
                  <a:lnTo>
                    <a:pt x="529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4"/>
            <p:cNvSpPr/>
            <p:nvPr/>
          </p:nvSpPr>
          <p:spPr>
            <a:xfrm>
              <a:off x="5130500" y="689000"/>
              <a:ext cx="137700" cy="198425"/>
            </a:xfrm>
            <a:custGeom>
              <a:rect b="b" l="l" r="r" t="t"/>
              <a:pathLst>
                <a:path extrusionOk="0" h="7937" w="5508">
                  <a:moveTo>
                    <a:pt x="5295" y="213"/>
                  </a:moveTo>
                  <a:lnTo>
                    <a:pt x="5295" y="5183"/>
                  </a:lnTo>
                  <a:cubicBezTo>
                    <a:pt x="5256" y="6529"/>
                    <a:pt x="4174" y="7612"/>
                    <a:pt x="2828" y="7651"/>
                  </a:cubicBezTo>
                  <a:cubicBezTo>
                    <a:pt x="2802" y="7651"/>
                    <a:pt x="2776" y="7652"/>
                    <a:pt x="2751" y="7652"/>
                  </a:cubicBezTo>
                  <a:cubicBezTo>
                    <a:pt x="1383" y="7652"/>
                    <a:pt x="254" y="6562"/>
                    <a:pt x="213" y="5183"/>
                  </a:cubicBezTo>
                  <a:lnTo>
                    <a:pt x="213" y="213"/>
                  </a:lnTo>
                  <a:close/>
                  <a:moveTo>
                    <a:pt x="107" y="0"/>
                  </a:moveTo>
                  <a:cubicBezTo>
                    <a:pt x="48" y="0"/>
                    <a:pt x="2" y="48"/>
                    <a:pt x="0" y="106"/>
                  </a:cubicBezTo>
                  <a:lnTo>
                    <a:pt x="0" y="5183"/>
                  </a:lnTo>
                  <a:cubicBezTo>
                    <a:pt x="3" y="6704"/>
                    <a:pt x="1234" y="7937"/>
                    <a:pt x="2755" y="7937"/>
                  </a:cubicBezTo>
                  <a:cubicBezTo>
                    <a:pt x="4275" y="7937"/>
                    <a:pt x="5508" y="6704"/>
                    <a:pt x="5508" y="5183"/>
                  </a:cubicBezTo>
                  <a:lnTo>
                    <a:pt x="5508" y="106"/>
                  </a:lnTo>
                  <a:cubicBezTo>
                    <a:pt x="5508" y="48"/>
                    <a:pt x="5460" y="0"/>
                    <a:pt x="540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34"/>
            <p:cNvSpPr/>
            <p:nvPr/>
          </p:nvSpPr>
          <p:spPr>
            <a:xfrm>
              <a:off x="5096200" y="459425"/>
              <a:ext cx="204525" cy="300650"/>
            </a:xfrm>
            <a:custGeom>
              <a:rect b="b" l="l" r="r" t="t"/>
              <a:pathLst>
                <a:path extrusionOk="0" h="12026" w="8181">
                  <a:moveTo>
                    <a:pt x="4263" y="0"/>
                  </a:moveTo>
                  <a:cubicBezTo>
                    <a:pt x="2612" y="0"/>
                    <a:pt x="933" y="1115"/>
                    <a:pt x="547" y="2555"/>
                  </a:cubicBezTo>
                  <a:cubicBezTo>
                    <a:pt x="1" y="4587"/>
                    <a:pt x="547" y="8804"/>
                    <a:pt x="547" y="8804"/>
                  </a:cubicBezTo>
                  <a:lnTo>
                    <a:pt x="2976" y="12026"/>
                  </a:lnTo>
                  <a:lnTo>
                    <a:pt x="5255" y="12026"/>
                  </a:lnTo>
                  <a:lnTo>
                    <a:pt x="7834" y="8752"/>
                  </a:lnTo>
                  <a:lnTo>
                    <a:pt x="7934" y="3995"/>
                  </a:lnTo>
                  <a:cubicBezTo>
                    <a:pt x="7934" y="3995"/>
                    <a:pt x="8181" y="2110"/>
                    <a:pt x="6198" y="624"/>
                  </a:cubicBezTo>
                  <a:cubicBezTo>
                    <a:pt x="5619" y="190"/>
                    <a:pt x="4943" y="0"/>
                    <a:pt x="426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34"/>
            <p:cNvSpPr/>
            <p:nvPr/>
          </p:nvSpPr>
          <p:spPr>
            <a:xfrm>
              <a:off x="5093650" y="456550"/>
              <a:ext cx="208425" cy="306175"/>
            </a:xfrm>
            <a:custGeom>
              <a:rect b="b" l="l" r="r" t="t"/>
              <a:pathLst>
                <a:path extrusionOk="0" h="12247" w="8337">
                  <a:moveTo>
                    <a:pt x="4364" y="223"/>
                  </a:moveTo>
                  <a:cubicBezTo>
                    <a:pt x="5055" y="223"/>
                    <a:pt x="5702" y="427"/>
                    <a:pt x="6236" y="826"/>
                  </a:cubicBezTo>
                  <a:cubicBezTo>
                    <a:pt x="8143" y="2256"/>
                    <a:pt x="7930" y="4081"/>
                    <a:pt x="7930" y="4099"/>
                  </a:cubicBezTo>
                  <a:lnTo>
                    <a:pt x="7930" y="4111"/>
                  </a:lnTo>
                  <a:lnTo>
                    <a:pt x="7832" y="8835"/>
                  </a:lnTo>
                  <a:lnTo>
                    <a:pt x="5307" y="12034"/>
                  </a:lnTo>
                  <a:lnTo>
                    <a:pt x="3131" y="12034"/>
                  </a:lnTo>
                  <a:lnTo>
                    <a:pt x="743" y="8886"/>
                  </a:lnTo>
                  <a:cubicBezTo>
                    <a:pt x="695" y="8511"/>
                    <a:pt x="234" y="4605"/>
                    <a:pt x="743" y="2701"/>
                  </a:cubicBezTo>
                  <a:cubicBezTo>
                    <a:pt x="1011" y="1724"/>
                    <a:pt x="1939" y="841"/>
                    <a:pt x="3088" y="445"/>
                  </a:cubicBezTo>
                  <a:cubicBezTo>
                    <a:pt x="3519" y="297"/>
                    <a:pt x="3949" y="223"/>
                    <a:pt x="4364" y="223"/>
                  </a:cubicBezTo>
                  <a:close/>
                  <a:moveTo>
                    <a:pt x="4384" y="1"/>
                  </a:moveTo>
                  <a:cubicBezTo>
                    <a:pt x="3945" y="1"/>
                    <a:pt x="3486" y="80"/>
                    <a:pt x="3018" y="241"/>
                  </a:cubicBezTo>
                  <a:cubicBezTo>
                    <a:pt x="1773" y="670"/>
                    <a:pt x="826" y="1590"/>
                    <a:pt x="542" y="2643"/>
                  </a:cubicBezTo>
                  <a:cubicBezTo>
                    <a:pt x="0" y="4666"/>
                    <a:pt x="521" y="8758"/>
                    <a:pt x="542" y="8931"/>
                  </a:cubicBezTo>
                  <a:cubicBezTo>
                    <a:pt x="545" y="8950"/>
                    <a:pt x="552" y="8968"/>
                    <a:pt x="564" y="8983"/>
                  </a:cubicBezTo>
                  <a:lnTo>
                    <a:pt x="2993" y="12205"/>
                  </a:lnTo>
                  <a:cubicBezTo>
                    <a:pt x="3014" y="12232"/>
                    <a:pt x="3045" y="12247"/>
                    <a:pt x="3078" y="12247"/>
                  </a:cubicBezTo>
                  <a:lnTo>
                    <a:pt x="5357" y="12247"/>
                  </a:lnTo>
                  <a:cubicBezTo>
                    <a:pt x="5359" y="12247"/>
                    <a:pt x="5360" y="12247"/>
                    <a:pt x="5362" y="12247"/>
                  </a:cubicBezTo>
                  <a:cubicBezTo>
                    <a:pt x="5395" y="12247"/>
                    <a:pt x="5427" y="12232"/>
                    <a:pt x="5447" y="12206"/>
                  </a:cubicBezTo>
                  <a:lnTo>
                    <a:pt x="8021" y="8934"/>
                  </a:lnTo>
                  <a:cubicBezTo>
                    <a:pt x="8034" y="8914"/>
                    <a:pt x="8042" y="8892"/>
                    <a:pt x="8042" y="8870"/>
                  </a:cubicBezTo>
                  <a:lnTo>
                    <a:pt x="8143" y="4116"/>
                  </a:lnTo>
                  <a:cubicBezTo>
                    <a:pt x="8159" y="3976"/>
                    <a:pt x="8337" y="2132"/>
                    <a:pt x="6364" y="652"/>
                  </a:cubicBezTo>
                  <a:cubicBezTo>
                    <a:pt x="5791" y="221"/>
                    <a:pt x="5115" y="1"/>
                    <a:pt x="438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34"/>
            <p:cNvSpPr/>
            <p:nvPr/>
          </p:nvSpPr>
          <p:spPr>
            <a:xfrm>
              <a:off x="5104950" y="459400"/>
              <a:ext cx="189825" cy="94950"/>
            </a:xfrm>
            <a:custGeom>
              <a:rect b="b" l="l" r="r" t="t"/>
              <a:pathLst>
                <a:path extrusionOk="0" h="3798" w="7593">
                  <a:moveTo>
                    <a:pt x="3914" y="0"/>
                  </a:moveTo>
                  <a:cubicBezTo>
                    <a:pt x="2262" y="0"/>
                    <a:pt x="583" y="1116"/>
                    <a:pt x="197" y="2556"/>
                  </a:cubicBezTo>
                  <a:cubicBezTo>
                    <a:pt x="96" y="2964"/>
                    <a:pt x="30" y="3379"/>
                    <a:pt x="1" y="3798"/>
                  </a:cubicBezTo>
                  <a:lnTo>
                    <a:pt x="7593" y="3798"/>
                  </a:lnTo>
                  <a:cubicBezTo>
                    <a:pt x="7593" y="3275"/>
                    <a:pt x="7445" y="1820"/>
                    <a:pt x="5848" y="623"/>
                  </a:cubicBezTo>
                  <a:cubicBezTo>
                    <a:pt x="5269" y="189"/>
                    <a:pt x="4594" y="0"/>
                    <a:pt x="3914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34"/>
            <p:cNvSpPr/>
            <p:nvPr/>
          </p:nvSpPr>
          <p:spPr>
            <a:xfrm>
              <a:off x="5102225" y="456475"/>
              <a:ext cx="195275" cy="100400"/>
            </a:xfrm>
            <a:custGeom>
              <a:rect b="b" l="l" r="r" t="t"/>
              <a:pathLst>
                <a:path extrusionOk="0" h="4016" w="7811">
                  <a:moveTo>
                    <a:pt x="4018" y="213"/>
                  </a:moveTo>
                  <a:cubicBezTo>
                    <a:pt x="4709" y="213"/>
                    <a:pt x="5357" y="418"/>
                    <a:pt x="5890" y="818"/>
                  </a:cubicBezTo>
                  <a:cubicBezTo>
                    <a:pt x="7343" y="1909"/>
                    <a:pt x="7574" y="3200"/>
                    <a:pt x="7595" y="3803"/>
                  </a:cubicBezTo>
                  <a:lnTo>
                    <a:pt x="227" y="3803"/>
                  </a:lnTo>
                  <a:cubicBezTo>
                    <a:pt x="253" y="3429"/>
                    <a:pt x="309" y="3057"/>
                    <a:pt x="396" y="2692"/>
                  </a:cubicBezTo>
                  <a:cubicBezTo>
                    <a:pt x="664" y="1715"/>
                    <a:pt x="1591" y="832"/>
                    <a:pt x="2741" y="436"/>
                  </a:cubicBezTo>
                  <a:cubicBezTo>
                    <a:pt x="3172" y="287"/>
                    <a:pt x="3603" y="213"/>
                    <a:pt x="4018" y="213"/>
                  </a:cubicBezTo>
                  <a:close/>
                  <a:moveTo>
                    <a:pt x="4036" y="1"/>
                  </a:moveTo>
                  <a:cubicBezTo>
                    <a:pt x="3599" y="1"/>
                    <a:pt x="3143" y="80"/>
                    <a:pt x="2678" y="240"/>
                  </a:cubicBezTo>
                  <a:cubicBezTo>
                    <a:pt x="1432" y="669"/>
                    <a:pt x="485" y="1589"/>
                    <a:pt x="202" y="2641"/>
                  </a:cubicBezTo>
                  <a:cubicBezTo>
                    <a:pt x="101" y="3054"/>
                    <a:pt x="34" y="3477"/>
                    <a:pt x="5" y="3901"/>
                  </a:cubicBezTo>
                  <a:cubicBezTo>
                    <a:pt x="1" y="3931"/>
                    <a:pt x="11" y="3959"/>
                    <a:pt x="34" y="3980"/>
                  </a:cubicBezTo>
                  <a:cubicBezTo>
                    <a:pt x="51" y="4003"/>
                    <a:pt x="77" y="4016"/>
                    <a:pt x="105" y="4016"/>
                  </a:cubicBezTo>
                  <a:cubicBezTo>
                    <a:pt x="107" y="4016"/>
                    <a:pt x="108" y="4016"/>
                    <a:pt x="110" y="4016"/>
                  </a:cubicBezTo>
                  <a:lnTo>
                    <a:pt x="7702" y="4016"/>
                  </a:lnTo>
                  <a:cubicBezTo>
                    <a:pt x="7758" y="4016"/>
                    <a:pt x="7806" y="3971"/>
                    <a:pt x="7809" y="3915"/>
                  </a:cubicBezTo>
                  <a:cubicBezTo>
                    <a:pt x="7810" y="3338"/>
                    <a:pt x="7642" y="1869"/>
                    <a:pt x="6021" y="655"/>
                  </a:cubicBezTo>
                  <a:cubicBezTo>
                    <a:pt x="5446" y="223"/>
                    <a:pt x="4768" y="1"/>
                    <a:pt x="403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34"/>
            <p:cNvSpPr/>
            <p:nvPr/>
          </p:nvSpPr>
          <p:spPr>
            <a:xfrm>
              <a:off x="5144675" y="486050"/>
              <a:ext cx="15475" cy="69950"/>
            </a:xfrm>
            <a:custGeom>
              <a:rect b="b" l="l" r="r" t="t"/>
              <a:pathLst>
                <a:path extrusionOk="0" h="2798" w="619">
                  <a:moveTo>
                    <a:pt x="513" y="1"/>
                  </a:moveTo>
                  <a:cubicBezTo>
                    <a:pt x="453" y="2"/>
                    <a:pt x="407" y="50"/>
                    <a:pt x="405" y="108"/>
                  </a:cubicBezTo>
                  <a:lnTo>
                    <a:pt x="405" y="1387"/>
                  </a:lnTo>
                  <a:lnTo>
                    <a:pt x="32" y="1761"/>
                  </a:lnTo>
                  <a:cubicBezTo>
                    <a:pt x="12" y="1782"/>
                    <a:pt x="0" y="1808"/>
                    <a:pt x="0" y="1837"/>
                  </a:cubicBezTo>
                  <a:lnTo>
                    <a:pt x="0" y="2690"/>
                  </a:lnTo>
                  <a:cubicBezTo>
                    <a:pt x="0" y="2749"/>
                    <a:pt x="48" y="2797"/>
                    <a:pt x="108" y="2797"/>
                  </a:cubicBezTo>
                  <a:cubicBezTo>
                    <a:pt x="163" y="2794"/>
                    <a:pt x="207" y="2746"/>
                    <a:pt x="207" y="2691"/>
                  </a:cubicBezTo>
                  <a:lnTo>
                    <a:pt x="207" y="1875"/>
                  </a:lnTo>
                  <a:lnTo>
                    <a:pt x="588" y="1496"/>
                  </a:lnTo>
                  <a:cubicBezTo>
                    <a:pt x="608" y="1476"/>
                    <a:pt x="618" y="1450"/>
                    <a:pt x="618" y="1421"/>
                  </a:cubicBezTo>
                  <a:lnTo>
                    <a:pt x="618" y="108"/>
                  </a:lnTo>
                  <a:cubicBezTo>
                    <a:pt x="618" y="48"/>
                    <a:pt x="571" y="1"/>
                    <a:pt x="51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34"/>
            <p:cNvSpPr/>
            <p:nvPr/>
          </p:nvSpPr>
          <p:spPr>
            <a:xfrm>
              <a:off x="5187625" y="470750"/>
              <a:ext cx="20825" cy="62575"/>
            </a:xfrm>
            <a:custGeom>
              <a:rect b="b" l="l" r="r" t="t"/>
              <a:pathLst>
                <a:path extrusionOk="0" h="2503" w="833">
                  <a:moveTo>
                    <a:pt x="108" y="1"/>
                  </a:moveTo>
                  <a:cubicBezTo>
                    <a:pt x="50" y="1"/>
                    <a:pt x="1" y="49"/>
                    <a:pt x="1" y="108"/>
                  </a:cubicBezTo>
                  <a:lnTo>
                    <a:pt x="1" y="1205"/>
                  </a:lnTo>
                  <a:cubicBezTo>
                    <a:pt x="1" y="1265"/>
                    <a:pt x="50" y="1313"/>
                    <a:pt x="108" y="1313"/>
                  </a:cubicBezTo>
                  <a:lnTo>
                    <a:pt x="620" y="1313"/>
                  </a:lnTo>
                  <a:lnTo>
                    <a:pt x="620" y="2397"/>
                  </a:lnTo>
                  <a:cubicBezTo>
                    <a:pt x="620" y="2455"/>
                    <a:pt x="668" y="2502"/>
                    <a:pt x="726" y="2502"/>
                  </a:cubicBezTo>
                  <a:cubicBezTo>
                    <a:pt x="784" y="2502"/>
                    <a:pt x="831" y="2456"/>
                    <a:pt x="833" y="2398"/>
                  </a:cubicBezTo>
                  <a:lnTo>
                    <a:pt x="833" y="1205"/>
                  </a:lnTo>
                  <a:cubicBezTo>
                    <a:pt x="833" y="1147"/>
                    <a:pt x="785" y="1100"/>
                    <a:pt x="726" y="1100"/>
                  </a:cubicBezTo>
                  <a:lnTo>
                    <a:pt x="215" y="1100"/>
                  </a:lnTo>
                  <a:lnTo>
                    <a:pt x="215" y="108"/>
                  </a:lnTo>
                  <a:cubicBezTo>
                    <a:pt x="215" y="49"/>
                    <a:pt x="167" y="1"/>
                    <a:pt x="1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34"/>
            <p:cNvSpPr/>
            <p:nvPr/>
          </p:nvSpPr>
          <p:spPr>
            <a:xfrm>
              <a:off x="5231725" y="472325"/>
              <a:ext cx="22100" cy="83675"/>
            </a:xfrm>
            <a:custGeom>
              <a:rect b="b" l="l" r="r" t="t"/>
              <a:pathLst>
                <a:path extrusionOk="0" h="3347" w="884">
                  <a:moveTo>
                    <a:pt x="777" y="0"/>
                  </a:moveTo>
                  <a:cubicBezTo>
                    <a:pt x="719" y="0"/>
                    <a:pt x="671" y="48"/>
                    <a:pt x="671" y="106"/>
                  </a:cubicBezTo>
                  <a:lnTo>
                    <a:pt x="671" y="1655"/>
                  </a:lnTo>
                  <a:lnTo>
                    <a:pt x="108" y="1655"/>
                  </a:lnTo>
                  <a:cubicBezTo>
                    <a:pt x="49" y="1655"/>
                    <a:pt x="1" y="1702"/>
                    <a:pt x="1" y="1762"/>
                  </a:cubicBezTo>
                  <a:lnTo>
                    <a:pt x="1" y="3239"/>
                  </a:lnTo>
                  <a:cubicBezTo>
                    <a:pt x="1" y="3298"/>
                    <a:pt x="49" y="3346"/>
                    <a:pt x="108" y="3346"/>
                  </a:cubicBezTo>
                  <a:cubicBezTo>
                    <a:pt x="166" y="3346"/>
                    <a:pt x="214" y="3298"/>
                    <a:pt x="214" y="3239"/>
                  </a:cubicBezTo>
                  <a:lnTo>
                    <a:pt x="214" y="1868"/>
                  </a:lnTo>
                  <a:lnTo>
                    <a:pt x="777" y="1868"/>
                  </a:lnTo>
                  <a:cubicBezTo>
                    <a:pt x="836" y="1868"/>
                    <a:pt x="884" y="1820"/>
                    <a:pt x="884" y="1762"/>
                  </a:cubicBezTo>
                  <a:lnTo>
                    <a:pt x="884" y="106"/>
                  </a:lnTo>
                  <a:cubicBezTo>
                    <a:pt x="884" y="48"/>
                    <a:pt x="836" y="0"/>
                    <a:pt x="77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34"/>
            <p:cNvSpPr/>
            <p:nvPr/>
          </p:nvSpPr>
          <p:spPr>
            <a:xfrm>
              <a:off x="5216475" y="461225"/>
              <a:ext cx="5425" cy="31700"/>
            </a:xfrm>
            <a:custGeom>
              <a:rect b="b" l="l" r="r" t="t"/>
              <a:pathLst>
                <a:path extrusionOk="0" h="1268" w="217">
                  <a:moveTo>
                    <a:pt x="108" y="1"/>
                  </a:moveTo>
                  <a:cubicBezTo>
                    <a:pt x="48" y="1"/>
                    <a:pt x="1" y="48"/>
                    <a:pt x="1" y="108"/>
                  </a:cubicBezTo>
                  <a:lnTo>
                    <a:pt x="1" y="1161"/>
                  </a:lnTo>
                  <a:cubicBezTo>
                    <a:pt x="2" y="1219"/>
                    <a:pt x="50" y="1266"/>
                    <a:pt x="108" y="1268"/>
                  </a:cubicBezTo>
                  <a:lnTo>
                    <a:pt x="112" y="1268"/>
                  </a:lnTo>
                  <a:cubicBezTo>
                    <a:pt x="170" y="1265"/>
                    <a:pt x="216" y="1216"/>
                    <a:pt x="213" y="1156"/>
                  </a:cubicBezTo>
                  <a:lnTo>
                    <a:pt x="213" y="108"/>
                  </a:lnTo>
                  <a:cubicBezTo>
                    <a:pt x="213" y="48"/>
                    <a:pt x="166" y="1"/>
                    <a:pt x="1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34"/>
            <p:cNvSpPr/>
            <p:nvPr/>
          </p:nvSpPr>
          <p:spPr>
            <a:xfrm>
              <a:off x="5100750" y="555550"/>
              <a:ext cx="50025" cy="178175"/>
            </a:xfrm>
            <a:custGeom>
              <a:rect b="b" l="l" r="r" t="t"/>
              <a:pathLst>
                <a:path extrusionOk="0" h="7127" w="2001">
                  <a:moveTo>
                    <a:pt x="164" y="1"/>
                  </a:moveTo>
                  <a:cubicBezTo>
                    <a:pt x="0" y="2133"/>
                    <a:pt x="365" y="4959"/>
                    <a:pt x="365" y="4959"/>
                  </a:cubicBezTo>
                  <a:lnTo>
                    <a:pt x="2000" y="7127"/>
                  </a:lnTo>
                  <a:lnTo>
                    <a:pt x="2000" y="5157"/>
                  </a:lnTo>
                  <a:cubicBezTo>
                    <a:pt x="2000" y="4898"/>
                    <a:pt x="1918" y="4645"/>
                    <a:pt x="1766" y="4436"/>
                  </a:cubicBezTo>
                  <a:lnTo>
                    <a:pt x="1192" y="3644"/>
                  </a:lnTo>
                  <a:cubicBezTo>
                    <a:pt x="1041" y="3434"/>
                    <a:pt x="961" y="3183"/>
                    <a:pt x="959" y="2923"/>
                  </a:cubicBezTo>
                  <a:lnTo>
                    <a:pt x="95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34"/>
            <p:cNvSpPr/>
            <p:nvPr/>
          </p:nvSpPr>
          <p:spPr>
            <a:xfrm>
              <a:off x="5098075" y="552875"/>
              <a:ext cx="55375" cy="183525"/>
            </a:xfrm>
            <a:custGeom>
              <a:rect b="b" l="l" r="r" t="t"/>
              <a:pathLst>
                <a:path extrusionOk="0" h="7341" w="2215">
                  <a:moveTo>
                    <a:pt x="965" y="213"/>
                  </a:moveTo>
                  <a:lnTo>
                    <a:pt x="965" y="3030"/>
                  </a:lnTo>
                  <a:cubicBezTo>
                    <a:pt x="964" y="3312"/>
                    <a:pt x="1053" y="3586"/>
                    <a:pt x="1218" y="3814"/>
                  </a:cubicBezTo>
                  <a:lnTo>
                    <a:pt x="1791" y="4607"/>
                  </a:lnTo>
                  <a:cubicBezTo>
                    <a:pt x="1930" y="4798"/>
                    <a:pt x="2006" y="5027"/>
                    <a:pt x="2006" y="5264"/>
                  </a:cubicBezTo>
                  <a:lnTo>
                    <a:pt x="2006" y="6917"/>
                  </a:lnTo>
                  <a:lnTo>
                    <a:pt x="579" y="5023"/>
                  </a:lnTo>
                  <a:lnTo>
                    <a:pt x="578" y="5023"/>
                  </a:lnTo>
                  <a:cubicBezTo>
                    <a:pt x="538" y="4731"/>
                    <a:pt x="235" y="2191"/>
                    <a:pt x="365" y="213"/>
                  </a:cubicBezTo>
                  <a:close/>
                  <a:moveTo>
                    <a:pt x="271" y="0"/>
                  </a:moveTo>
                  <a:cubicBezTo>
                    <a:pt x="216" y="0"/>
                    <a:pt x="170" y="44"/>
                    <a:pt x="167" y="99"/>
                  </a:cubicBezTo>
                  <a:cubicBezTo>
                    <a:pt x="0" y="2225"/>
                    <a:pt x="365" y="5051"/>
                    <a:pt x="365" y="5078"/>
                  </a:cubicBezTo>
                  <a:cubicBezTo>
                    <a:pt x="368" y="5097"/>
                    <a:pt x="375" y="5115"/>
                    <a:pt x="387" y="5130"/>
                  </a:cubicBezTo>
                  <a:lnTo>
                    <a:pt x="2022" y="7298"/>
                  </a:lnTo>
                  <a:cubicBezTo>
                    <a:pt x="2043" y="7325"/>
                    <a:pt x="2074" y="7341"/>
                    <a:pt x="2107" y="7341"/>
                  </a:cubicBezTo>
                  <a:cubicBezTo>
                    <a:pt x="2119" y="7341"/>
                    <a:pt x="2131" y="7339"/>
                    <a:pt x="2141" y="7336"/>
                  </a:cubicBezTo>
                  <a:cubicBezTo>
                    <a:pt x="2186" y="7322"/>
                    <a:pt x="2214" y="7280"/>
                    <a:pt x="2214" y="7234"/>
                  </a:cubicBezTo>
                  <a:lnTo>
                    <a:pt x="2214" y="5264"/>
                  </a:lnTo>
                  <a:cubicBezTo>
                    <a:pt x="2214" y="4982"/>
                    <a:pt x="2125" y="4708"/>
                    <a:pt x="1961" y="4481"/>
                  </a:cubicBezTo>
                  <a:lnTo>
                    <a:pt x="1386" y="3687"/>
                  </a:lnTo>
                  <a:cubicBezTo>
                    <a:pt x="1248" y="3496"/>
                    <a:pt x="1172" y="3267"/>
                    <a:pt x="1173" y="3030"/>
                  </a:cubicBezTo>
                  <a:lnTo>
                    <a:pt x="1173" y="108"/>
                  </a:lnTo>
                  <a:cubicBezTo>
                    <a:pt x="1173" y="48"/>
                    <a:pt x="1126" y="0"/>
                    <a:pt x="106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34"/>
            <p:cNvSpPr/>
            <p:nvPr/>
          </p:nvSpPr>
          <p:spPr>
            <a:xfrm>
              <a:off x="5247850" y="555550"/>
              <a:ext cx="46600" cy="178175"/>
            </a:xfrm>
            <a:custGeom>
              <a:rect b="b" l="l" r="r" t="t"/>
              <a:pathLst>
                <a:path extrusionOk="0" h="7127" w="1864">
                  <a:moveTo>
                    <a:pt x="1040" y="1"/>
                  </a:moveTo>
                  <a:lnTo>
                    <a:pt x="1040" y="2923"/>
                  </a:lnTo>
                  <a:cubicBezTo>
                    <a:pt x="1040" y="3183"/>
                    <a:pt x="958" y="3436"/>
                    <a:pt x="806" y="3644"/>
                  </a:cubicBezTo>
                  <a:lnTo>
                    <a:pt x="233" y="4436"/>
                  </a:lnTo>
                  <a:cubicBezTo>
                    <a:pt x="81" y="4646"/>
                    <a:pt x="1" y="4898"/>
                    <a:pt x="1" y="5157"/>
                  </a:cubicBezTo>
                  <a:lnTo>
                    <a:pt x="1" y="7127"/>
                  </a:lnTo>
                  <a:lnTo>
                    <a:pt x="105" y="7018"/>
                  </a:lnTo>
                  <a:lnTo>
                    <a:pt x="1768" y="4907"/>
                  </a:lnTo>
                  <a:lnTo>
                    <a:pt x="1863" y="376"/>
                  </a:lnTo>
                  <a:cubicBezTo>
                    <a:pt x="1853" y="249"/>
                    <a:pt x="1844" y="124"/>
                    <a:pt x="183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34"/>
            <p:cNvSpPr/>
            <p:nvPr/>
          </p:nvSpPr>
          <p:spPr>
            <a:xfrm>
              <a:off x="5245125" y="552875"/>
              <a:ext cx="52050" cy="183575"/>
            </a:xfrm>
            <a:custGeom>
              <a:rect b="b" l="l" r="r" t="t"/>
              <a:pathLst>
                <a:path extrusionOk="0" h="7343" w="2082">
                  <a:moveTo>
                    <a:pt x="1844" y="213"/>
                  </a:moveTo>
                  <a:lnTo>
                    <a:pt x="1867" y="486"/>
                  </a:lnTo>
                  <a:lnTo>
                    <a:pt x="1773" y="4978"/>
                  </a:lnTo>
                  <a:lnTo>
                    <a:pt x="215" y="6952"/>
                  </a:lnTo>
                  <a:lnTo>
                    <a:pt x="215" y="5264"/>
                  </a:lnTo>
                  <a:cubicBezTo>
                    <a:pt x="214" y="5027"/>
                    <a:pt x="290" y="4798"/>
                    <a:pt x="428" y="4607"/>
                  </a:cubicBezTo>
                  <a:lnTo>
                    <a:pt x="1002" y="3814"/>
                  </a:lnTo>
                  <a:cubicBezTo>
                    <a:pt x="1168" y="3586"/>
                    <a:pt x="1258" y="3312"/>
                    <a:pt x="1256" y="3030"/>
                  </a:cubicBezTo>
                  <a:lnTo>
                    <a:pt x="1256" y="213"/>
                  </a:lnTo>
                  <a:close/>
                  <a:moveTo>
                    <a:pt x="1149" y="0"/>
                  </a:moveTo>
                  <a:cubicBezTo>
                    <a:pt x="1091" y="0"/>
                    <a:pt x="1043" y="48"/>
                    <a:pt x="1043" y="108"/>
                  </a:cubicBezTo>
                  <a:lnTo>
                    <a:pt x="1043" y="3038"/>
                  </a:lnTo>
                  <a:cubicBezTo>
                    <a:pt x="1043" y="3273"/>
                    <a:pt x="969" y="3502"/>
                    <a:pt x="830" y="3695"/>
                  </a:cubicBezTo>
                  <a:lnTo>
                    <a:pt x="256" y="4487"/>
                  </a:lnTo>
                  <a:cubicBezTo>
                    <a:pt x="90" y="4714"/>
                    <a:pt x="2" y="4988"/>
                    <a:pt x="2" y="5270"/>
                  </a:cubicBezTo>
                  <a:lnTo>
                    <a:pt x="2" y="7240"/>
                  </a:lnTo>
                  <a:cubicBezTo>
                    <a:pt x="1" y="7284"/>
                    <a:pt x="28" y="7325"/>
                    <a:pt x="68" y="7341"/>
                  </a:cubicBezTo>
                  <a:cubicBezTo>
                    <a:pt x="75" y="7342"/>
                    <a:pt x="82" y="7342"/>
                    <a:pt x="89" y="7342"/>
                  </a:cubicBezTo>
                  <a:cubicBezTo>
                    <a:pt x="96" y="7342"/>
                    <a:pt x="102" y="7342"/>
                    <a:pt x="108" y="7341"/>
                  </a:cubicBezTo>
                  <a:cubicBezTo>
                    <a:pt x="139" y="7338"/>
                    <a:pt x="169" y="7323"/>
                    <a:pt x="187" y="7298"/>
                  </a:cubicBezTo>
                  <a:lnTo>
                    <a:pt x="300" y="7180"/>
                  </a:lnTo>
                  <a:lnTo>
                    <a:pt x="1963" y="5070"/>
                  </a:lnTo>
                  <a:cubicBezTo>
                    <a:pt x="1978" y="5051"/>
                    <a:pt x="1986" y="5029"/>
                    <a:pt x="1986" y="5006"/>
                  </a:cubicBezTo>
                  <a:lnTo>
                    <a:pt x="2081" y="475"/>
                  </a:lnTo>
                  <a:lnTo>
                    <a:pt x="2054" y="99"/>
                  </a:lnTo>
                  <a:cubicBezTo>
                    <a:pt x="2050" y="44"/>
                    <a:pt x="2002" y="0"/>
                    <a:pt x="194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34"/>
            <p:cNvSpPr/>
            <p:nvPr/>
          </p:nvSpPr>
          <p:spPr>
            <a:xfrm>
              <a:off x="5147550" y="611050"/>
              <a:ext cx="29075" cy="12375"/>
            </a:xfrm>
            <a:custGeom>
              <a:rect b="b" l="l" r="r" t="t"/>
              <a:pathLst>
                <a:path extrusionOk="0" h="495" w="1163">
                  <a:moveTo>
                    <a:pt x="118" y="1"/>
                  </a:moveTo>
                  <a:lnTo>
                    <a:pt x="0" y="495"/>
                  </a:lnTo>
                  <a:lnTo>
                    <a:pt x="1163" y="495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34"/>
            <p:cNvSpPr/>
            <p:nvPr/>
          </p:nvSpPr>
          <p:spPr>
            <a:xfrm>
              <a:off x="5144700" y="608475"/>
              <a:ext cx="34625" cy="17725"/>
            </a:xfrm>
            <a:custGeom>
              <a:rect b="b" l="l" r="r" t="t"/>
              <a:pathLst>
                <a:path extrusionOk="0" h="709" w="1385">
                  <a:moveTo>
                    <a:pt x="1071" y="214"/>
                  </a:moveTo>
                  <a:lnTo>
                    <a:pt x="1138" y="495"/>
                  </a:lnTo>
                  <a:lnTo>
                    <a:pt x="247" y="495"/>
                  </a:lnTo>
                  <a:lnTo>
                    <a:pt x="314" y="214"/>
                  </a:lnTo>
                  <a:close/>
                  <a:moveTo>
                    <a:pt x="227" y="1"/>
                  </a:moveTo>
                  <a:cubicBezTo>
                    <a:pt x="178" y="1"/>
                    <a:pt x="135" y="35"/>
                    <a:pt x="123" y="84"/>
                  </a:cubicBezTo>
                  <a:lnTo>
                    <a:pt x="8" y="577"/>
                  </a:lnTo>
                  <a:cubicBezTo>
                    <a:pt x="1" y="608"/>
                    <a:pt x="7" y="643"/>
                    <a:pt x="28" y="668"/>
                  </a:cubicBezTo>
                  <a:cubicBezTo>
                    <a:pt x="48" y="694"/>
                    <a:pt x="77" y="708"/>
                    <a:pt x="108" y="708"/>
                  </a:cubicBezTo>
                  <a:cubicBezTo>
                    <a:pt x="110" y="708"/>
                    <a:pt x="111" y="708"/>
                    <a:pt x="113" y="708"/>
                  </a:cubicBezTo>
                  <a:lnTo>
                    <a:pt x="1272" y="708"/>
                  </a:lnTo>
                  <a:cubicBezTo>
                    <a:pt x="1274" y="708"/>
                    <a:pt x="1275" y="708"/>
                    <a:pt x="1277" y="708"/>
                  </a:cubicBezTo>
                  <a:cubicBezTo>
                    <a:pt x="1308" y="708"/>
                    <a:pt x="1337" y="692"/>
                    <a:pt x="1356" y="668"/>
                  </a:cubicBezTo>
                  <a:cubicBezTo>
                    <a:pt x="1377" y="643"/>
                    <a:pt x="1384" y="608"/>
                    <a:pt x="1377" y="577"/>
                  </a:cubicBezTo>
                  <a:lnTo>
                    <a:pt x="1260" y="84"/>
                  </a:lnTo>
                  <a:cubicBezTo>
                    <a:pt x="1250" y="35"/>
                    <a:pt x="1207" y="1"/>
                    <a:pt x="115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34"/>
            <p:cNvSpPr/>
            <p:nvPr/>
          </p:nvSpPr>
          <p:spPr>
            <a:xfrm>
              <a:off x="5221600" y="611050"/>
              <a:ext cx="29075" cy="12375"/>
            </a:xfrm>
            <a:custGeom>
              <a:rect b="b" l="l" r="r" t="t"/>
              <a:pathLst>
                <a:path extrusionOk="0" h="495" w="1163">
                  <a:moveTo>
                    <a:pt x="119" y="1"/>
                  </a:moveTo>
                  <a:lnTo>
                    <a:pt x="1" y="495"/>
                  </a:lnTo>
                  <a:lnTo>
                    <a:pt x="1162" y="495"/>
                  </a:lnTo>
                  <a:lnTo>
                    <a:pt x="1048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34"/>
            <p:cNvSpPr/>
            <p:nvPr/>
          </p:nvSpPr>
          <p:spPr>
            <a:xfrm>
              <a:off x="5218925" y="608475"/>
              <a:ext cx="34525" cy="17750"/>
            </a:xfrm>
            <a:custGeom>
              <a:rect b="b" l="l" r="r" t="t"/>
              <a:pathLst>
                <a:path extrusionOk="0" h="710" w="1381">
                  <a:moveTo>
                    <a:pt x="1070" y="214"/>
                  </a:moveTo>
                  <a:lnTo>
                    <a:pt x="1135" y="495"/>
                  </a:lnTo>
                  <a:lnTo>
                    <a:pt x="242" y="495"/>
                  </a:lnTo>
                  <a:lnTo>
                    <a:pt x="307" y="214"/>
                  </a:lnTo>
                  <a:close/>
                  <a:moveTo>
                    <a:pt x="226" y="1"/>
                  </a:moveTo>
                  <a:cubicBezTo>
                    <a:pt x="175" y="1"/>
                    <a:pt x="132" y="35"/>
                    <a:pt x="120" y="84"/>
                  </a:cubicBezTo>
                  <a:lnTo>
                    <a:pt x="5" y="577"/>
                  </a:lnTo>
                  <a:cubicBezTo>
                    <a:pt x="4" y="585"/>
                    <a:pt x="2" y="594"/>
                    <a:pt x="2" y="601"/>
                  </a:cubicBezTo>
                  <a:cubicBezTo>
                    <a:pt x="1" y="661"/>
                    <a:pt x="48" y="708"/>
                    <a:pt x="108" y="708"/>
                  </a:cubicBezTo>
                  <a:lnTo>
                    <a:pt x="1269" y="708"/>
                  </a:lnTo>
                  <a:lnTo>
                    <a:pt x="1269" y="710"/>
                  </a:lnTo>
                  <a:cubicBezTo>
                    <a:pt x="1302" y="710"/>
                    <a:pt x="1333" y="695"/>
                    <a:pt x="1353" y="668"/>
                  </a:cubicBezTo>
                  <a:cubicBezTo>
                    <a:pt x="1374" y="643"/>
                    <a:pt x="1381" y="608"/>
                    <a:pt x="1375" y="577"/>
                  </a:cubicBezTo>
                  <a:lnTo>
                    <a:pt x="1257" y="84"/>
                  </a:lnTo>
                  <a:cubicBezTo>
                    <a:pt x="1247" y="35"/>
                    <a:pt x="1204" y="1"/>
                    <a:pt x="115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34"/>
            <p:cNvSpPr/>
            <p:nvPr/>
          </p:nvSpPr>
          <p:spPr>
            <a:xfrm>
              <a:off x="5177575" y="696225"/>
              <a:ext cx="40900" cy="5375"/>
            </a:xfrm>
            <a:custGeom>
              <a:rect b="b" l="l" r="r" t="t"/>
              <a:pathLst>
                <a:path extrusionOk="0" h="215" w="1636">
                  <a:moveTo>
                    <a:pt x="106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2" y="166"/>
                    <a:pt x="48" y="213"/>
                    <a:pt x="106" y="215"/>
                  </a:cubicBezTo>
                  <a:lnTo>
                    <a:pt x="1530" y="215"/>
                  </a:lnTo>
                  <a:cubicBezTo>
                    <a:pt x="1588" y="215"/>
                    <a:pt x="1635" y="166"/>
                    <a:pt x="1635" y="108"/>
                  </a:cubicBezTo>
                  <a:cubicBezTo>
                    <a:pt x="1635" y="48"/>
                    <a:pt x="1588" y="0"/>
                    <a:pt x="153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34"/>
            <p:cNvSpPr/>
            <p:nvPr/>
          </p:nvSpPr>
          <p:spPr>
            <a:xfrm>
              <a:off x="5644800" y="1131900"/>
              <a:ext cx="493225" cy="316075"/>
            </a:xfrm>
            <a:custGeom>
              <a:rect b="b" l="l" r="r" t="t"/>
              <a:pathLst>
                <a:path extrusionOk="0" h="12643" w="19729">
                  <a:moveTo>
                    <a:pt x="19410" y="284"/>
                  </a:moveTo>
                  <a:lnTo>
                    <a:pt x="16340" y="6801"/>
                  </a:lnTo>
                  <a:lnTo>
                    <a:pt x="318" y="12346"/>
                  </a:lnTo>
                  <a:lnTo>
                    <a:pt x="3389" y="5831"/>
                  </a:lnTo>
                  <a:lnTo>
                    <a:pt x="19410" y="284"/>
                  </a:lnTo>
                  <a:close/>
                  <a:moveTo>
                    <a:pt x="19616" y="1"/>
                  </a:moveTo>
                  <a:cubicBezTo>
                    <a:pt x="19604" y="1"/>
                    <a:pt x="19592" y="3"/>
                    <a:pt x="19580" y="7"/>
                  </a:cubicBezTo>
                  <a:lnTo>
                    <a:pt x="3276" y="5655"/>
                  </a:lnTo>
                  <a:cubicBezTo>
                    <a:pt x="3249" y="5664"/>
                    <a:pt x="3229" y="5685"/>
                    <a:pt x="3217" y="5710"/>
                  </a:cubicBezTo>
                  <a:lnTo>
                    <a:pt x="17" y="12495"/>
                  </a:lnTo>
                  <a:cubicBezTo>
                    <a:pt x="1" y="12535"/>
                    <a:pt x="8" y="12580"/>
                    <a:pt x="35" y="12613"/>
                  </a:cubicBezTo>
                  <a:cubicBezTo>
                    <a:pt x="54" y="12630"/>
                    <a:pt x="80" y="12639"/>
                    <a:pt x="105" y="12639"/>
                  </a:cubicBezTo>
                  <a:cubicBezTo>
                    <a:pt x="108" y="12639"/>
                    <a:pt x="112" y="12638"/>
                    <a:pt x="115" y="12638"/>
                  </a:cubicBezTo>
                  <a:lnTo>
                    <a:pt x="117" y="12638"/>
                  </a:lnTo>
                  <a:cubicBezTo>
                    <a:pt x="126" y="12641"/>
                    <a:pt x="138" y="12642"/>
                    <a:pt x="148" y="12642"/>
                  </a:cubicBezTo>
                  <a:lnTo>
                    <a:pt x="16452" y="6993"/>
                  </a:lnTo>
                  <a:cubicBezTo>
                    <a:pt x="16479" y="6984"/>
                    <a:pt x="16501" y="6964"/>
                    <a:pt x="16513" y="6938"/>
                  </a:cubicBezTo>
                  <a:lnTo>
                    <a:pt x="19713" y="152"/>
                  </a:lnTo>
                  <a:cubicBezTo>
                    <a:pt x="19729" y="113"/>
                    <a:pt x="19722" y="68"/>
                    <a:pt x="19695" y="37"/>
                  </a:cubicBezTo>
                  <a:cubicBezTo>
                    <a:pt x="19675" y="14"/>
                    <a:pt x="19645" y="1"/>
                    <a:pt x="196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34"/>
            <p:cNvSpPr/>
            <p:nvPr/>
          </p:nvSpPr>
          <p:spPr>
            <a:xfrm>
              <a:off x="5819875" y="1317125"/>
              <a:ext cx="90100" cy="57775"/>
            </a:xfrm>
            <a:custGeom>
              <a:rect b="b" l="l" r="r" t="t"/>
              <a:pathLst>
                <a:path extrusionOk="0" h="2311" w="3604">
                  <a:moveTo>
                    <a:pt x="3277" y="290"/>
                  </a:moveTo>
                  <a:lnTo>
                    <a:pt x="2880" y="1128"/>
                  </a:lnTo>
                  <a:lnTo>
                    <a:pt x="322" y="2020"/>
                  </a:lnTo>
                  <a:lnTo>
                    <a:pt x="322" y="2020"/>
                  </a:lnTo>
                  <a:lnTo>
                    <a:pt x="716" y="1179"/>
                  </a:lnTo>
                  <a:lnTo>
                    <a:pt x="3277" y="290"/>
                  </a:lnTo>
                  <a:close/>
                  <a:moveTo>
                    <a:pt x="3491" y="1"/>
                  </a:moveTo>
                  <a:cubicBezTo>
                    <a:pt x="3478" y="1"/>
                    <a:pt x="3466" y="3"/>
                    <a:pt x="3453" y="7"/>
                  </a:cubicBezTo>
                  <a:lnTo>
                    <a:pt x="602" y="991"/>
                  </a:lnTo>
                  <a:cubicBezTo>
                    <a:pt x="576" y="1002"/>
                    <a:pt x="554" y="1023"/>
                    <a:pt x="542" y="1048"/>
                  </a:cubicBezTo>
                  <a:lnTo>
                    <a:pt x="21" y="2156"/>
                  </a:lnTo>
                  <a:cubicBezTo>
                    <a:pt x="0" y="2195"/>
                    <a:pt x="8" y="2242"/>
                    <a:pt x="37" y="2273"/>
                  </a:cubicBezTo>
                  <a:cubicBezTo>
                    <a:pt x="57" y="2297"/>
                    <a:pt x="86" y="2311"/>
                    <a:pt x="116" y="2311"/>
                  </a:cubicBezTo>
                  <a:lnTo>
                    <a:pt x="116" y="2309"/>
                  </a:lnTo>
                  <a:cubicBezTo>
                    <a:pt x="128" y="2309"/>
                    <a:pt x="140" y="2308"/>
                    <a:pt x="150" y="2303"/>
                  </a:cubicBezTo>
                  <a:lnTo>
                    <a:pt x="3002" y="1316"/>
                  </a:lnTo>
                  <a:cubicBezTo>
                    <a:pt x="3029" y="1306"/>
                    <a:pt x="3051" y="1286"/>
                    <a:pt x="3063" y="1261"/>
                  </a:cubicBezTo>
                  <a:lnTo>
                    <a:pt x="3585" y="152"/>
                  </a:lnTo>
                  <a:cubicBezTo>
                    <a:pt x="3603" y="113"/>
                    <a:pt x="3596" y="67"/>
                    <a:pt x="3569" y="34"/>
                  </a:cubicBezTo>
                  <a:cubicBezTo>
                    <a:pt x="3548" y="12"/>
                    <a:pt x="3520" y="1"/>
                    <a:pt x="34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34"/>
            <p:cNvSpPr/>
            <p:nvPr/>
          </p:nvSpPr>
          <p:spPr>
            <a:xfrm>
              <a:off x="5685775" y="1166950"/>
              <a:ext cx="422150" cy="223150"/>
            </a:xfrm>
            <a:custGeom>
              <a:rect b="b" l="l" r="r" t="t"/>
              <a:pathLst>
                <a:path extrusionOk="0" h="8926" w="16886">
                  <a:moveTo>
                    <a:pt x="16561" y="283"/>
                  </a:moveTo>
                  <a:lnTo>
                    <a:pt x="15030" y="3534"/>
                  </a:lnTo>
                  <a:lnTo>
                    <a:pt x="315" y="8635"/>
                  </a:lnTo>
                  <a:lnTo>
                    <a:pt x="315" y="8635"/>
                  </a:lnTo>
                  <a:lnTo>
                    <a:pt x="1853" y="5384"/>
                  </a:lnTo>
                  <a:lnTo>
                    <a:pt x="16561" y="283"/>
                  </a:lnTo>
                  <a:close/>
                  <a:moveTo>
                    <a:pt x="16771" y="0"/>
                  </a:moveTo>
                  <a:cubicBezTo>
                    <a:pt x="16759" y="0"/>
                    <a:pt x="16747" y="2"/>
                    <a:pt x="16735" y="6"/>
                  </a:cubicBezTo>
                  <a:lnTo>
                    <a:pt x="1740" y="5197"/>
                  </a:lnTo>
                  <a:cubicBezTo>
                    <a:pt x="1713" y="5207"/>
                    <a:pt x="1691" y="5227"/>
                    <a:pt x="1677" y="5252"/>
                  </a:cubicBezTo>
                  <a:lnTo>
                    <a:pt x="20" y="8772"/>
                  </a:lnTo>
                  <a:cubicBezTo>
                    <a:pt x="1" y="8810"/>
                    <a:pt x="8" y="8857"/>
                    <a:pt x="38" y="8888"/>
                  </a:cubicBezTo>
                  <a:cubicBezTo>
                    <a:pt x="58" y="8912"/>
                    <a:pt x="87" y="8925"/>
                    <a:pt x="117" y="8925"/>
                  </a:cubicBezTo>
                  <a:cubicBezTo>
                    <a:pt x="120" y="8925"/>
                    <a:pt x="122" y="8926"/>
                    <a:pt x="125" y="8926"/>
                  </a:cubicBezTo>
                  <a:cubicBezTo>
                    <a:pt x="137" y="8926"/>
                    <a:pt x="149" y="8923"/>
                    <a:pt x="162" y="8918"/>
                  </a:cubicBezTo>
                  <a:lnTo>
                    <a:pt x="15146" y="3726"/>
                  </a:lnTo>
                  <a:cubicBezTo>
                    <a:pt x="15173" y="3717"/>
                    <a:pt x="15197" y="3697"/>
                    <a:pt x="15209" y="3672"/>
                  </a:cubicBezTo>
                  <a:lnTo>
                    <a:pt x="16866" y="151"/>
                  </a:lnTo>
                  <a:cubicBezTo>
                    <a:pt x="16885" y="114"/>
                    <a:pt x="16878" y="67"/>
                    <a:pt x="16848" y="36"/>
                  </a:cubicBezTo>
                  <a:cubicBezTo>
                    <a:pt x="16829" y="13"/>
                    <a:pt x="16800" y="0"/>
                    <a:pt x="1677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34"/>
            <p:cNvSpPr/>
            <p:nvPr/>
          </p:nvSpPr>
          <p:spPr>
            <a:xfrm>
              <a:off x="5723000" y="1182525"/>
              <a:ext cx="377300" cy="134025"/>
            </a:xfrm>
            <a:custGeom>
              <a:rect b="b" l="l" r="r" t="t"/>
              <a:pathLst>
                <a:path extrusionOk="0" h="5361" w="15092">
                  <a:moveTo>
                    <a:pt x="14965" y="1"/>
                  </a:moveTo>
                  <a:cubicBezTo>
                    <a:pt x="14954" y="1"/>
                    <a:pt x="14943" y="2"/>
                    <a:pt x="14932" y="6"/>
                  </a:cubicBezTo>
                  <a:lnTo>
                    <a:pt x="99" y="5146"/>
                  </a:lnTo>
                  <a:cubicBezTo>
                    <a:pt x="41" y="5156"/>
                    <a:pt x="1" y="5211"/>
                    <a:pt x="11" y="5271"/>
                  </a:cubicBezTo>
                  <a:cubicBezTo>
                    <a:pt x="19" y="5323"/>
                    <a:pt x="65" y="5360"/>
                    <a:pt x="116" y="5360"/>
                  </a:cubicBezTo>
                  <a:cubicBezTo>
                    <a:pt x="123" y="5360"/>
                    <a:pt x="129" y="5360"/>
                    <a:pt x="135" y="5359"/>
                  </a:cubicBezTo>
                  <a:lnTo>
                    <a:pt x="136" y="5359"/>
                  </a:lnTo>
                  <a:cubicBezTo>
                    <a:pt x="147" y="5359"/>
                    <a:pt x="159" y="5357"/>
                    <a:pt x="169" y="5353"/>
                  </a:cubicBezTo>
                  <a:lnTo>
                    <a:pt x="14999" y="220"/>
                  </a:lnTo>
                  <a:cubicBezTo>
                    <a:pt x="15058" y="201"/>
                    <a:pt x="15091" y="138"/>
                    <a:pt x="15072" y="79"/>
                  </a:cubicBezTo>
                  <a:cubicBezTo>
                    <a:pt x="15056" y="30"/>
                    <a:pt x="15012" y="1"/>
                    <a:pt x="149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34"/>
            <p:cNvSpPr/>
            <p:nvPr/>
          </p:nvSpPr>
          <p:spPr>
            <a:xfrm>
              <a:off x="5716575" y="1197250"/>
              <a:ext cx="376450" cy="133700"/>
            </a:xfrm>
            <a:custGeom>
              <a:rect b="b" l="l" r="r" t="t"/>
              <a:pathLst>
                <a:path extrusionOk="0" h="5348" w="15058">
                  <a:moveTo>
                    <a:pt x="14941" y="0"/>
                  </a:moveTo>
                  <a:cubicBezTo>
                    <a:pt x="14932" y="0"/>
                    <a:pt x="14924" y="1"/>
                    <a:pt x="14915" y="3"/>
                  </a:cubicBezTo>
                  <a:lnTo>
                    <a:pt x="85" y="5142"/>
                  </a:lnTo>
                  <a:lnTo>
                    <a:pt x="84" y="5142"/>
                  </a:lnTo>
                  <a:cubicBezTo>
                    <a:pt x="29" y="5161"/>
                    <a:pt x="0" y="5222"/>
                    <a:pt x="20" y="5277"/>
                  </a:cubicBezTo>
                  <a:cubicBezTo>
                    <a:pt x="35" y="5320"/>
                    <a:pt x="75" y="5347"/>
                    <a:pt x="119" y="5347"/>
                  </a:cubicBezTo>
                  <a:lnTo>
                    <a:pt x="149" y="5344"/>
                  </a:lnTo>
                  <a:lnTo>
                    <a:pt x="14985" y="204"/>
                  </a:lnTo>
                  <a:cubicBezTo>
                    <a:pt x="15033" y="184"/>
                    <a:pt x="15058" y="131"/>
                    <a:pt x="15044" y="81"/>
                  </a:cubicBezTo>
                  <a:cubicBezTo>
                    <a:pt x="15032" y="33"/>
                    <a:pt x="14988" y="0"/>
                    <a:pt x="149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34"/>
            <p:cNvSpPr/>
            <p:nvPr/>
          </p:nvSpPr>
          <p:spPr>
            <a:xfrm>
              <a:off x="5709375" y="1211625"/>
              <a:ext cx="377325" cy="133800"/>
            </a:xfrm>
            <a:custGeom>
              <a:rect b="b" l="l" r="r" t="t"/>
              <a:pathLst>
                <a:path extrusionOk="0" h="5352" w="15093">
                  <a:moveTo>
                    <a:pt x="14971" y="1"/>
                  </a:moveTo>
                  <a:cubicBezTo>
                    <a:pt x="14960" y="1"/>
                    <a:pt x="14949" y="3"/>
                    <a:pt x="14938" y="6"/>
                  </a:cubicBezTo>
                  <a:lnTo>
                    <a:pt x="101" y="5137"/>
                  </a:lnTo>
                  <a:cubicBezTo>
                    <a:pt x="41" y="5147"/>
                    <a:pt x="1" y="5203"/>
                    <a:pt x="11" y="5261"/>
                  </a:cubicBezTo>
                  <a:cubicBezTo>
                    <a:pt x="19" y="5314"/>
                    <a:pt x="64" y="5352"/>
                    <a:pt x="116" y="5352"/>
                  </a:cubicBezTo>
                  <a:cubicBezTo>
                    <a:pt x="122" y="5352"/>
                    <a:pt x="129" y="5351"/>
                    <a:pt x="135" y="5350"/>
                  </a:cubicBezTo>
                  <a:cubicBezTo>
                    <a:pt x="140" y="5351"/>
                    <a:pt x="145" y="5351"/>
                    <a:pt x="151" y="5351"/>
                  </a:cubicBezTo>
                  <a:cubicBezTo>
                    <a:pt x="160" y="5351"/>
                    <a:pt x="170" y="5350"/>
                    <a:pt x="180" y="5347"/>
                  </a:cubicBezTo>
                  <a:lnTo>
                    <a:pt x="15009" y="207"/>
                  </a:lnTo>
                  <a:cubicBezTo>
                    <a:pt x="15064" y="188"/>
                    <a:pt x="15093" y="128"/>
                    <a:pt x="15075" y="73"/>
                  </a:cubicBezTo>
                  <a:cubicBezTo>
                    <a:pt x="15059" y="29"/>
                    <a:pt x="15017" y="1"/>
                    <a:pt x="149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34"/>
            <p:cNvSpPr/>
            <p:nvPr/>
          </p:nvSpPr>
          <p:spPr>
            <a:xfrm>
              <a:off x="5702575" y="1225975"/>
              <a:ext cx="377125" cy="133975"/>
            </a:xfrm>
            <a:custGeom>
              <a:rect b="b" l="l" r="r" t="t"/>
              <a:pathLst>
                <a:path extrusionOk="0" h="5359" w="15085">
                  <a:moveTo>
                    <a:pt x="14964" y="1"/>
                  </a:moveTo>
                  <a:cubicBezTo>
                    <a:pt x="14952" y="1"/>
                    <a:pt x="14940" y="3"/>
                    <a:pt x="14928" y="7"/>
                  </a:cubicBezTo>
                  <a:lnTo>
                    <a:pt x="100" y="5144"/>
                  </a:lnTo>
                  <a:cubicBezTo>
                    <a:pt x="41" y="5154"/>
                    <a:pt x="0" y="5209"/>
                    <a:pt x="11" y="5269"/>
                  </a:cubicBezTo>
                  <a:cubicBezTo>
                    <a:pt x="20" y="5321"/>
                    <a:pt x="65" y="5358"/>
                    <a:pt x="117" y="5358"/>
                  </a:cubicBezTo>
                  <a:cubicBezTo>
                    <a:pt x="123" y="5358"/>
                    <a:pt x="130" y="5358"/>
                    <a:pt x="136" y="5357"/>
                  </a:cubicBezTo>
                  <a:cubicBezTo>
                    <a:pt x="148" y="5355"/>
                    <a:pt x="160" y="5352"/>
                    <a:pt x="170" y="5346"/>
                  </a:cubicBezTo>
                  <a:lnTo>
                    <a:pt x="15000" y="209"/>
                  </a:lnTo>
                  <a:cubicBezTo>
                    <a:pt x="15055" y="190"/>
                    <a:pt x="15085" y="129"/>
                    <a:pt x="15065" y="72"/>
                  </a:cubicBezTo>
                  <a:cubicBezTo>
                    <a:pt x="15050" y="29"/>
                    <a:pt x="15009" y="1"/>
                    <a:pt x="149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34"/>
            <p:cNvSpPr/>
            <p:nvPr/>
          </p:nvSpPr>
          <p:spPr>
            <a:xfrm>
              <a:off x="5695950" y="1240550"/>
              <a:ext cx="376900" cy="133800"/>
            </a:xfrm>
            <a:custGeom>
              <a:rect b="b" l="l" r="r" t="t"/>
              <a:pathLst>
                <a:path extrusionOk="0" h="5352" w="15076">
                  <a:moveTo>
                    <a:pt x="14950" y="0"/>
                  </a:moveTo>
                  <a:cubicBezTo>
                    <a:pt x="14939" y="0"/>
                    <a:pt x="14927" y="2"/>
                    <a:pt x="14915" y="6"/>
                  </a:cubicBezTo>
                  <a:lnTo>
                    <a:pt x="85" y="5144"/>
                  </a:lnTo>
                  <a:cubicBezTo>
                    <a:pt x="30" y="5164"/>
                    <a:pt x="0" y="5223"/>
                    <a:pt x="20" y="5280"/>
                  </a:cubicBezTo>
                  <a:cubicBezTo>
                    <a:pt x="35" y="5323"/>
                    <a:pt x="75" y="5351"/>
                    <a:pt x="121" y="5351"/>
                  </a:cubicBezTo>
                  <a:cubicBezTo>
                    <a:pt x="123" y="5352"/>
                    <a:pt x="126" y="5352"/>
                    <a:pt x="128" y="5352"/>
                  </a:cubicBezTo>
                  <a:cubicBezTo>
                    <a:pt x="140" y="5352"/>
                    <a:pt x="151" y="5349"/>
                    <a:pt x="161" y="5345"/>
                  </a:cubicBezTo>
                  <a:lnTo>
                    <a:pt x="14985" y="219"/>
                  </a:lnTo>
                  <a:cubicBezTo>
                    <a:pt x="15045" y="200"/>
                    <a:pt x="15076" y="136"/>
                    <a:pt x="15056" y="77"/>
                  </a:cubicBezTo>
                  <a:cubicBezTo>
                    <a:pt x="15041" y="30"/>
                    <a:pt x="14997" y="0"/>
                    <a:pt x="149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34"/>
            <p:cNvSpPr/>
            <p:nvPr/>
          </p:nvSpPr>
          <p:spPr>
            <a:xfrm>
              <a:off x="6040675" y="1173775"/>
              <a:ext cx="47600" cy="93300"/>
            </a:xfrm>
            <a:custGeom>
              <a:rect b="b" l="l" r="r" t="t"/>
              <a:pathLst>
                <a:path extrusionOk="0" h="3732" w="1904">
                  <a:moveTo>
                    <a:pt x="1781" y="1"/>
                  </a:moveTo>
                  <a:cubicBezTo>
                    <a:pt x="1741" y="1"/>
                    <a:pt x="1704" y="23"/>
                    <a:pt x="1687" y="62"/>
                  </a:cubicBezTo>
                  <a:lnTo>
                    <a:pt x="26" y="3587"/>
                  </a:lnTo>
                  <a:cubicBezTo>
                    <a:pt x="0" y="3640"/>
                    <a:pt x="24" y="3704"/>
                    <a:pt x="76" y="3730"/>
                  </a:cubicBezTo>
                  <a:cubicBezTo>
                    <a:pt x="85" y="3731"/>
                    <a:pt x="92" y="3732"/>
                    <a:pt x="100" y="3732"/>
                  </a:cubicBezTo>
                  <a:cubicBezTo>
                    <a:pt x="108" y="3732"/>
                    <a:pt x="116" y="3731"/>
                    <a:pt x="124" y="3730"/>
                  </a:cubicBezTo>
                  <a:cubicBezTo>
                    <a:pt x="125" y="3730"/>
                    <a:pt x="127" y="3730"/>
                    <a:pt x="128" y="3730"/>
                  </a:cubicBezTo>
                  <a:cubicBezTo>
                    <a:pt x="167" y="3730"/>
                    <a:pt x="203" y="3708"/>
                    <a:pt x="221" y="3672"/>
                  </a:cubicBezTo>
                  <a:lnTo>
                    <a:pt x="1878" y="153"/>
                  </a:lnTo>
                  <a:cubicBezTo>
                    <a:pt x="1879" y="153"/>
                    <a:pt x="1879" y="153"/>
                    <a:pt x="1879" y="152"/>
                  </a:cubicBezTo>
                  <a:cubicBezTo>
                    <a:pt x="1903" y="100"/>
                    <a:pt x="1881" y="36"/>
                    <a:pt x="1827" y="10"/>
                  </a:cubicBezTo>
                  <a:lnTo>
                    <a:pt x="1824" y="10"/>
                  </a:lnTo>
                  <a:cubicBezTo>
                    <a:pt x="1810" y="4"/>
                    <a:pt x="1795" y="1"/>
                    <a:pt x="17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34"/>
            <p:cNvSpPr/>
            <p:nvPr/>
          </p:nvSpPr>
          <p:spPr>
            <a:xfrm>
              <a:off x="6017075" y="1181925"/>
              <a:ext cx="47525" cy="93325"/>
            </a:xfrm>
            <a:custGeom>
              <a:rect b="b" l="l" r="r" t="t"/>
              <a:pathLst>
                <a:path extrusionOk="0" h="3733" w="1901">
                  <a:moveTo>
                    <a:pt x="1778" y="0"/>
                  </a:moveTo>
                  <a:cubicBezTo>
                    <a:pt x="1738" y="0"/>
                    <a:pt x="1700" y="24"/>
                    <a:pt x="1681" y="63"/>
                  </a:cubicBezTo>
                  <a:lnTo>
                    <a:pt x="24" y="3581"/>
                  </a:lnTo>
                  <a:cubicBezTo>
                    <a:pt x="24" y="3582"/>
                    <a:pt x="24" y="3582"/>
                    <a:pt x="24" y="3584"/>
                  </a:cubicBezTo>
                  <a:cubicBezTo>
                    <a:pt x="0" y="3636"/>
                    <a:pt x="23" y="3699"/>
                    <a:pt x="76" y="3721"/>
                  </a:cubicBezTo>
                  <a:cubicBezTo>
                    <a:pt x="90" y="3728"/>
                    <a:pt x="105" y="3731"/>
                    <a:pt x="121" y="3733"/>
                  </a:cubicBezTo>
                  <a:cubicBezTo>
                    <a:pt x="163" y="3733"/>
                    <a:pt x="200" y="3709"/>
                    <a:pt x="216" y="3670"/>
                  </a:cubicBezTo>
                  <a:lnTo>
                    <a:pt x="1876" y="152"/>
                  </a:lnTo>
                  <a:cubicBezTo>
                    <a:pt x="1876" y="150"/>
                    <a:pt x="1876" y="150"/>
                    <a:pt x="1876" y="149"/>
                  </a:cubicBezTo>
                  <a:cubicBezTo>
                    <a:pt x="1900" y="97"/>
                    <a:pt x="1878" y="34"/>
                    <a:pt x="1824" y="10"/>
                  </a:cubicBezTo>
                  <a:lnTo>
                    <a:pt x="1823" y="10"/>
                  </a:lnTo>
                  <a:cubicBezTo>
                    <a:pt x="1808" y="4"/>
                    <a:pt x="1793" y="0"/>
                    <a:pt x="17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34"/>
            <p:cNvSpPr/>
            <p:nvPr/>
          </p:nvSpPr>
          <p:spPr>
            <a:xfrm>
              <a:off x="5993425" y="1190075"/>
              <a:ext cx="47575" cy="93375"/>
            </a:xfrm>
            <a:custGeom>
              <a:rect b="b" l="l" r="r" t="t"/>
              <a:pathLst>
                <a:path extrusionOk="0" h="3735" w="1903">
                  <a:moveTo>
                    <a:pt x="1780" y="0"/>
                  </a:moveTo>
                  <a:cubicBezTo>
                    <a:pt x="1739" y="0"/>
                    <a:pt x="1701" y="24"/>
                    <a:pt x="1683" y="63"/>
                  </a:cubicBezTo>
                  <a:lnTo>
                    <a:pt x="26" y="3581"/>
                  </a:lnTo>
                  <a:cubicBezTo>
                    <a:pt x="26" y="3581"/>
                    <a:pt x="25" y="3582"/>
                    <a:pt x="25" y="3582"/>
                  </a:cubicBezTo>
                  <a:cubicBezTo>
                    <a:pt x="1" y="3636"/>
                    <a:pt x="23" y="3699"/>
                    <a:pt x="77" y="3724"/>
                  </a:cubicBezTo>
                  <a:cubicBezTo>
                    <a:pt x="92" y="3731"/>
                    <a:pt x="107" y="3734"/>
                    <a:pt x="122" y="3734"/>
                  </a:cubicBezTo>
                  <a:cubicBezTo>
                    <a:pt x="123" y="3734"/>
                    <a:pt x="124" y="3734"/>
                    <a:pt x="125" y="3734"/>
                  </a:cubicBezTo>
                  <a:cubicBezTo>
                    <a:pt x="165" y="3734"/>
                    <a:pt x="201" y="3711"/>
                    <a:pt x="218" y="3675"/>
                  </a:cubicBezTo>
                  <a:lnTo>
                    <a:pt x="1877" y="153"/>
                  </a:lnTo>
                  <a:cubicBezTo>
                    <a:pt x="1902" y="100"/>
                    <a:pt x="1878" y="37"/>
                    <a:pt x="1826" y="10"/>
                  </a:cubicBezTo>
                  <a:lnTo>
                    <a:pt x="1825" y="10"/>
                  </a:lnTo>
                  <a:cubicBezTo>
                    <a:pt x="1810" y="4"/>
                    <a:pt x="1795" y="0"/>
                    <a:pt x="17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34"/>
            <p:cNvSpPr/>
            <p:nvPr/>
          </p:nvSpPr>
          <p:spPr>
            <a:xfrm>
              <a:off x="5969800" y="1198025"/>
              <a:ext cx="47600" cy="93575"/>
            </a:xfrm>
            <a:custGeom>
              <a:rect b="b" l="l" r="r" t="t"/>
              <a:pathLst>
                <a:path extrusionOk="0" h="3743" w="1904">
                  <a:moveTo>
                    <a:pt x="1785" y="0"/>
                  </a:moveTo>
                  <a:cubicBezTo>
                    <a:pt x="1740" y="0"/>
                    <a:pt x="1697" y="28"/>
                    <a:pt x="1683" y="74"/>
                  </a:cubicBezTo>
                  <a:lnTo>
                    <a:pt x="24" y="3592"/>
                  </a:lnTo>
                  <a:cubicBezTo>
                    <a:pt x="0" y="3644"/>
                    <a:pt x="23" y="3707"/>
                    <a:pt x="75" y="3732"/>
                  </a:cubicBezTo>
                  <a:cubicBezTo>
                    <a:pt x="88" y="3738"/>
                    <a:pt x="102" y="3743"/>
                    <a:pt x="116" y="3743"/>
                  </a:cubicBezTo>
                  <a:cubicBezTo>
                    <a:pt x="118" y="3743"/>
                    <a:pt x="120" y="3743"/>
                    <a:pt x="123" y="3742"/>
                  </a:cubicBezTo>
                  <a:cubicBezTo>
                    <a:pt x="163" y="3742"/>
                    <a:pt x="200" y="3719"/>
                    <a:pt x="218" y="3681"/>
                  </a:cubicBezTo>
                  <a:lnTo>
                    <a:pt x="1875" y="163"/>
                  </a:lnTo>
                  <a:cubicBezTo>
                    <a:pt x="1880" y="156"/>
                    <a:pt x="1882" y="148"/>
                    <a:pt x="1885" y="141"/>
                  </a:cubicBezTo>
                  <a:cubicBezTo>
                    <a:pt x="1903" y="84"/>
                    <a:pt x="1874" y="23"/>
                    <a:pt x="1818" y="5"/>
                  </a:cubicBezTo>
                  <a:cubicBezTo>
                    <a:pt x="1807" y="2"/>
                    <a:pt x="1796" y="0"/>
                    <a:pt x="17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34"/>
            <p:cNvSpPr/>
            <p:nvPr/>
          </p:nvSpPr>
          <p:spPr>
            <a:xfrm>
              <a:off x="5946125" y="1206750"/>
              <a:ext cx="47550" cy="93125"/>
            </a:xfrm>
            <a:custGeom>
              <a:rect b="b" l="l" r="r" t="t"/>
              <a:pathLst>
                <a:path extrusionOk="0" h="3725" w="1902">
                  <a:moveTo>
                    <a:pt x="1779" y="1"/>
                  </a:moveTo>
                  <a:cubicBezTo>
                    <a:pt x="1739" y="1"/>
                    <a:pt x="1702" y="23"/>
                    <a:pt x="1683" y="61"/>
                  </a:cubicBezTo>
                  <a:lnTo>
                    <a:pt x="26" y="3580"/>
                  </a:lnTo>
                  <a:cubicBezTo>
                    <a:pt x="26" y="3580"/>
                    <a:pt x="26" y="3581"/>
                    <a:pt x="26" y="3581"/>
                  </a:cubicBezTo>
                  <a:cubicBezTo>
                    <a:pt x="1" y="3635"/>
                    <a:pt x="24" y="3697"/>
                    <a:pt x="78" y="3722"/>
                  </a:cubicBezTo>
                  <a:cubicBezTo>
                    <a:pt x="85" y="3724"/>
                    <a:pt x="93" y="3725"/>
                    <a:pt x="100" y="3725"/>
                  </a:cubicBezTo>
                  <a:cubicBezTo>
                    <a:pt x="108" y="3725"/>
                    <a:pt x="115" y="3724"/>
                    <a:pt x="123" y="3722"/>
                  </a:cubicBezTo>
                  <a:cubicBezTo>
                    <a:pt x="124" y="3723"/>
                    <a:pt x="125" y="3723"/>
                    <a:pt x="127" y="3723"/>
                  </a:cubicBezTo>
                  <a:cubicBezTo>
                    <a:pt x="164" y="3723"/>
                    <a:pt x="199" y="3703"/>
                    <a:pt x="218" y="3670"/>
                  </a:cubicBezTo>
                  <a:lnTo>
                    <a:pt x="1878" y="152"/>
                  </a:lnTo>
                  <a:cubicBezTo>
                    <a:pt x="1878" y="152"/>
                    <a:pt x="1878" y="151"/>
                    <a:pt x="1878" y="149"/>
                  </a:cubicBezTo>
                  <a:cubicBezTo>
                    <a:pt x="1902" y="97"/>
                    <a:pt x="1880" y="36"/>
                    <a:pt x="1826" y="12"/>
                  </a:cubicBezTo>
                  <a:cubicBezTo>
                    <a:pt x="1811" y="4"/>
                    <a:pt x="1794" y="1"/>
                    <a:pt x="17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34"/>
            <p:cNvSpPr/>
            <p:nvPr/>
          </p:nvSpPr>
          <p:spPr>
            <a:xfrm>
              <a:off x="5922525" y="1214850"/>
              <a:ext cx="47550" cy="93175"/>
            </a:xfrm>
            <a:custGeom>
              <a:rect b="b" l="l" r="r" t="t"/>
              <a:pathLst>
                <a:path extrusionOk="0" h="3727" w="1902">
                  <a:moveTo>
                    <a:pt x="1779" y="1"/>
                  </a:moveTo>
                  <a:cubicBezTo>
                    <a:pt x="1739" y="1"/>
                    <a:pt x="1700" y="24"/>
                    <a:pt x="1683" y="63"/>
                  </a:cubicBezTo>
                  <a:lnTo>
                    <a:pt x="26" y="3582"/>
                  </a:lnTo>
                  <a:cubicBezTo>
                    <a:pt x="26" y="3582"/>
                    <a:pt x="26" y="3583"/>
                    <a:pt x="26" y="3583"/>
                  </a:cubicBezTo>
                  <a:cubicBezTo>
                    <a:pt x="1" y="3637"/>
                    <a:pt x="23" y="3699"/>
                    <a:pt x="76" y="3725"/>
                  </a:cubicBezTo>
                  <a:cubicBezTo>
                    <a:pt x="84" y="3726"/>
                    <a:pt x="91" y="3727"/>
                    <a:pt x="99" y="3727"/>
                  </a:cubicBezTo>
                  <a:cubicBezTo>
                    <a:pt x="106" y="3727"/>
                    <a:pt x="114" y="3726"/>
                    <a:pt x="121" y="3725"/>
                  </a:cubicBezTo>
                  <a:cubicBezTo>
                    <a:pt x="126" y="3725"/>
                    <a:pt x="131" y="3725"/>
                    <a:pt x="135" y="3725"/>
                  </a:cubicBezTo>
                  <a:cubicBezTo>
                    <a:pt x="176" y="3725"/>
                    <a:pt x="212" y="3702"/>
                    <a:pt x="228" y="3665"/>
                  </a:cubicBezTo>
                  <a:lnTo>
                    <a:pt x="1877" y="154"/>
                  </a:lnTo>
                  <a:cubicBezTo>
                    <a:pt x="1902" y="100"/>
                    <a:pt x="1878" y="38"/>
                    <a:pt x="1826" y="11"/>
                  </a:cubicBezTo>
                  <a:lnTo>
                    <a:pt x="1824" y="11"/>
                  </a:lnTo>
                  <a:cubicBezTo>
                    <a:pt x="1810" y="4"/>
                    <a:pt x="1795" y="1"/>
                    <a:pt x="17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34"/>
            <p:cNvSpPr/>
            <p:nvPr/>
          </p:nvSpPr>
          <p:spPr>
            <a:xfrm>
              <a:off x="5898900" y="1223425"/>
              <a:ext cx="47275" cy="92825"/>
            </a:xfrm>
            <a:custGeom>
              <a:rect b="b" l="l" r="r" t="t"/>
              <a:pathLst>
                <a:path extrusionOk="0" h="3713" w="1891">
                  <a:moveTo>
                    <a:pt x="1773" y="0"/>
                  </a:moveTo>
                  <a:cubicBezTo>
                    <a:pt x="1737" y="0"/>
                    <a:pt x="1703" y="18"/>
                    <a:pt x="1683" y="51"/>
                  </a:cubicBezTo>
                  <a:lnTo>
                    <a:pt x="24" y="3569"/>
                  </a:lnTo>
                  <a:cubicBezTo>
                    <a:pt x="0" y="3623"/>
                    <a:pt x="22" y="3685"/>
                    <a:pt x="75" y="3711"/>
                  </a:cubicBezTo>
                  <a:cubicBezTo>
                    <a:pt x="83" y="3712"/>
                    <a:pt x="91" y="3713"/>
                    <a:pt x="99" y="3713"/>
                  </a:cubicBezTo>
                  <a:cubicBezTo>
                    <a:pt x="107" y="3713"/>
                    <a:pt x="115" y="3712"/>
                    <a:pt x="122" y="3711"/>
                  </a:cubicBezTo>
                  <a:cubicBezTo>
                    <a:pt x="123" y="3711"/>
                    <a:pt x="125" y="3711"/>
                    <a:pt x="126" y="3711"/>
                  </a:cubicBezTo>
                  <a:cubicBezTo>
                    <a:pt x="163" y="3711"/>
                    <a:pt x="199" y="3690"/>
                    <a:pt x="217" y="3658"/>
                  </a:cubicBezTo>
                  <a:lnTo>
                    <a:pt x="1875" y="140"/>
                  </a:lnTo>
                  <a:cubicBezTo>
                    <a:pt x="1891" y="94"/>
                    <a:pt x="1872" y="42"/>
                    <a:pt x="1830" y="17"/>
                  </a:cubicBezTo>
                  <a:cubicBezTo>
                    <a:pt x="1812" y="6"/>
                    <a:pt x="1792" y="0"/>
                    <a:pt x="17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34"/>
            <p:cNvSpPr/>
            <p:nvPr/>
          </p:nvSpPr>
          <p:spPr>
            <a:xfrm>
              <a:off x="5875225" y="1231225"/>
              <a:ext cx="47575" cy="93400"/>
            </a:xfrm>
            <a:custGeom>
              <a:rect b="b" l="l" r="r" t="t"/>
              <a:pathLst>
                <a:path extrusionOk="0" h="3736" w="1903">
                  <a:moveTo>
                    <a:pt x="1779" y="1"/>
                  </a:moveTo>
                  <a:cubicBezTo>
                    <a:pt x="1739" y="1"/>
                    <a:pt x="1701" y="23"/>
                    <a:pt x="1683" y="62"/>
                  </a:cubicBezTo>
                  <a:lnTo>
                    <a:pt x="25" y="3582"/>
                  </a:lnTo>
                  <a:cubicBezTo>
                    <a:pt x="25" y="3582"/>
                    <a:pt x="25" y="3582"/>
                    <a:pt x="25" y="3583"/>
                  </a:cubicBezTo>
                  <a:cubicBezTo>
                    <a:pt x="0" y="3637"/>
                    <a:pt x="24" y="3699"/>
                    <a:pt x="78" y="3725"/>
                  </a:cubicBezTo>
                  <a:cubicBezTo>
                    <a:pt x="91" y="3731"/>
                    <a:pt x="107" y="3735"/>
                    <a:pt x="122" y="3735"/>
                  </a:cubicBezTo>
                  <a:cubicBezTo>
                    <a:pt x="164" y="3735"/>
                    <a:pt x="201" y="3711"/>
                    <a:pt x="217" y="3673"/>
                  </a:cubicBezTo>
                  <a:lnTo>
                    <a:pt x="1878" y="154"/>
                  </a:lnTo>
                  <a:cubicBezTo>
                    <a:pt x="1903" y="101"/>
                    <a:pt x="1879" y="37"/>
                    <a:pt x="1826" y="11"/>
                  </a:cubicBezTo>
                  <a:cubicBezTo>
                    <a:pt x="1811" y="4"/>
                    <a:pt x="1795" y="1"/>
                    <a:pt x="17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4"/>
            <p:cNvSpPr/>
            <p:nvPr/>
          </p:nvSpPr>
          <p:spPr>
            <a:xfrm>
              <a:off x="5851625" y="1239225"/>
              <a:ext cx="47550" cy="93325"/>
            </a:xfrm>
            <a:custGeom>
              <a:rect b="b" l="l" r="r" t="t"/>
              <a:pathLst>
                <a:path extrusionOk="0" h="3733" w="1902">
                  <a:moveTo>
                    <a:pt x="1781" y="1"/>
                  </a:moveTo>
                  <a:cubicBezTo>
                    <a:pt x="1740" y="1"/>
                    <a:pt x="1700" y="24"/>
                    <a:pt x="1683" y="63"/>
                  </a:cubicBezTo>
                  <a:lnTo>
                    <a:pt x="25" y="3582"/>
                  </a:lnTo>
                  <a:cubicBezTo>
                    <a:pt x="25" y="3582"/>
                    <a:pt x="24" y="3583"/>
                    <a:pt x="24" y="3585"/>
                  </a:cubicBezTo>
                  <a:cubicBezTo>
                    <a:pt x="0" y="3637"/>
                    <a:pt x="24" y="3698"/>
                    <a:pt x="76" y="3722"/>
                  </a:cubicBezTo>
                  <a:cubicBezTo>
                    <a:pt x="89" y="3728"/>
                    <a:pt x="102" y="3733"/>
                    <a:pt x="115" y="3733"/>
                  </a:cubicBezTo>
                  <a:cubicBezTo>
                    <a:pt x="117" y="3733"/>
                    <a:pt x="119" y="3732"/>
                    <a:pt x="121" y="3732"/>
                  </a:cubicBezTo>
                  <a:cubicBezTo>
                    <a:pt x="122" y="3732"/>
                    <a:pt x="123" y="3732"/>
                    <a:pt x="124" y="3732"/>
                  </a:cubicBezTo>
                  <a:cubicBezTo>
                    <a:pt x="165" y="3732"/>
                    <a:pt x="202" y="3707"/>
                    <a:pt x="218" y="3671"/>
                  </a:cubicBezTo>
                  <a:lnTo>
                    <a:pt x="1876" y="153"/>
                  </a:lnTo>
                  <a:cubicBezTo>
                    <a:pt x="1901" y="99"/>
                    <a:pt x="1878" y="35"/>
                    <a:pt x="1824" y="10"/>
                  </a:cubicBezTo>
                  <a:cubicBezTo>
                    <a:pt x="1810" y="4"/>
                    <a:pt x="1795" y="1"/>
                    <a:pt x="17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34"/>
            <p:cNvSpPr/>
            <p:nvPr/>
          </p:nvSpPr>
          <p:spPr>
            <a:xfrm>
              <a:off x="5827975" y="1247425"/>
              <a:ext cx="47375" cy="93200"/>
            </a:xfrm>
            <a:custGeom>
              <a:rect b="b" l="l" r="r" t="t"/>
              <a:pathLst>
                <a:path extrusionOk="0" h="3728" w="1895">
                  <a:moveTo>
                    <a:pt x="1777" y="1"/>
                  </a:moveTo>
                  <a:cubicBezTo>
                    <a:pt x="1740" y="1"/>
                    <a:pt x="1703" y="20"/>
                    <a:pt x="1683" y="54"/>
                  </a:cubicBezTo>
                  <a:lnTo>
                    <a:pt x="24" y="3574"/>
                  </a:lnTo>
                  <a:cubicBezTo>
                    <a:pt x="1" y="3626"/>
                    <a:pt x="23" y="3690"/>
                    <a:pt x="77" y="3715"/>
                  </a:cubicBezTo>
                  <a:cubicBezTo>
                    <a:pt x="90" y="3723"/>
                    <a:pt x="106" y="3726"/>
                    <a:pt x="123" y="3727"/>
                  </a:cubicBezTo>
                  <a:cubicBezTo>
                    <a:pt x="163" y="3726"/>
                    <a:pt x="200" y="3702"/>
                    <a:pt x="218" y="3665"/>
                  </a:cubicBezTo>
                  <a:lnTo>
                    <a:pt x="1875" y="146"/>
                  </a:lnTo>
                  <a:cubicBezTo>
                    <a:pt x="1895" y="97"/>
                    <a:pt x="1875" y="41"/>
                    <a:pt x="1829" y="14"/>
                  </a:cubicBezTo>
                  <a:cubicBezTo>
                    <a:pt x="1813" y="5"/>
                    <a:pt x="1795" y="1"/>
                    <a:pt x="17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4"/>
            <p:cNvSpPr/>
            <p:nvPr/>
          </p:nvSpPr>
          <p:spPr>
            <a:xfrm>
              <a:off x="5804300" y="1255825"/>
              <a:ext cx="47600" cy="93150"/>
            </a:xfrm>
            <a:custGeom>
              <a:rect b="b" l="l" r="r" t="t"/>
              <a:pathLst>
                <a:path extrusionOk="0" h="3726" w="1904">
                  <a:moveTo>
                    <a:pt x="1780" y="0"/>
                  </a:moveTo>
                  <a:cubicBezTo>
                    <a:pt x="1741" y="0"/>
                    <a:pt x="1704" y="23"/>
                    <a:pt x="1686" y="62"/>
                  </a:cubicBezTo>
                  <a:lnTo>
                    <a:pt x="27" y="3580"/>
                  </a:lnTo>
                  <a:cubicBezTo>
                    <a:pt x="26" y="3580"/>
                    <a:pt x="26" y="3582"/>
                    <a:pt x="26" y="3582"/>
                  </a:cubicBezTo>
                  <a:cubicBezTo>
                    <a:pt x="1" y="3636"/>
                    <a:pt x="25" y="3698"/>
                    <a:pt x="78" y="3723"/>
                  </a:cubicBezTo>
                  <a:cubicBezTo>
                    <a:pt x="86" y="3725"/>
                    <a:pt x="93" y="3726"/>
                    <a:pt x="100" y="3726"/>
                  </a:cubicBezTo>
                  <a:cubicBezTo>
                    <a:pt x="108" y="3726"/>
                    <a:pt x="115" y="3725"/>
                    <a:pt x="123" y="3723"/>
                  </a:cubicBezTo>
                  <a:cubicBezTo>
                    <a:pt x="124" y="3723"/>
                    <a:pt x="126" y="3723"/>
                    <a:pt x="127" y="3723"/>
                  </a:cubicBezTo>
                  <a:cubicBezTo>
                    <a:pt x="164" y="3723"/>
                    <a:pt x="201" y="3704"/>
                    <a:pt x="221" y="3673"/>
                  </a:cubicBezTo>
                  <a:lnTo>
                    <a:pt x="1878" y="153"/>
                  </a:lnTo>
                  <a:cubicBezTo>
                    <a:pt x="1904" y="99"/>
                    <a:pt x="1880" y="35"/>
                    <a:pt x="1826" y="10"/>
                  </a:cubicBezTo>
                  <a:lnTo>
                    <a:pt x="1823" y="10"/>
                  </a:lnTo>
                  <a:cubicBezTo>
                    <a:pt x="1809" y="4"/>
                    <a:pt x="1794" y="0"/>
                    <a:pt x="17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34"/>
            <p:cNvSpPr/>
            <p:nvPr/>
          </p:nvSpPr>
          <p:spPr>
            <a:xfrm>
              <a:off x="5780700" y="1263800"/>
              <a:ext cx="47575" cy="93350"/>
            </a:xfrm>
            <a:custGeom>
              <a:rect b="b" l="l" r="r" t="t"/>
              <a:pathLst>
                <a:path extrusionOk="0" h="3734" w="1903">
                  <a:moveTo>
                    <a:pt x="1780" y="1"/>
                  </a:moveTo>
                  <a:cubicBezTo>
                    <a:pt x="1740" y="1"/>
                    <a:pt x="1702" y="24"/>
                    <a:pt x="1683" y="63"/>
                  </a:cubicBezTo>
                  <a:lnTo>
                    <a:pt x="26" y="3582"/>
                  </a:lnTo>
                  <a:cubicBezTo>
                    <a:pt x="26" y="3583"/>
                    <a:pt x="26" y="3583"/>
                    <a:pt x="25" y="3585"/>
                  </a:cubicBezTo>
                  <a:cubicBezTo>
                    <a:pt x="1" y="3637"/>
                    <a:pt x="25" y="3699"/>
                    <a:pt x="77" y="3722"/>
                  </a:cubicBezTo>
                  <a:cubicBezTo>
                    <a:pt x="92" y="3729"/>
                    <a:pt x="106" y="3732"/>
                    <a:pt x="121" y="3733"/>
                  </a:cubicBezTo>
                  <a:cubicBezTo>
                    <a:pt x="163" y="3733"/>
                    <a:pt x="202" y="3710"/>
                    <a:pt x="218" y="3671"/>
                  </a:cubicBezTo>
                  <a:lnTo>
                    <a:pt x="1877" y="153"/>
                  </a:lnTo>
                  <a:cubicBezTo>
                    <a:pt x="1902" y="99"/>
                    <a:pt x="1878" y="36"/>
                    <a:pt x="1826" y="11"/>
                  </a:cubicBezTo>
                  <a:lnTo>
                    <a:pt x="1825" y="11"/>
                  </a:lnTo>
                  <a:cubicBezTo>
                    <a:pt x="1810" y="4"/>
                    <a:pt x="1795" y="1"/>
                    <a:pt x="17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34"/>
            <p:cNvSpPr/>
            <p:nvPr/>
          </p:nvSpPr>
          <p:spPr>
            <a:xfrm>
              <a:off x="5757075" y="1271975"/>
              <a:ext cx="47525" cy="93350"/>
            </a:xfrm>
            <a:custGeom>
              <a:rect b="b" l="l" r="r" t="t"/>
              <a:pathLst>
                <a:path extrusionOk="0" h="3734" w="1901">
                  <a:moveTo>
                    <a:pt x="1780" y="1"/>
                  </a:moveTo>
                  <a:cubicBezTo>
                    <a:pt x="1740" y="1"/>
                    <a:pt x="1701" y="23"/>
                    <a:pt x="1683" y="62"/>
                  </a:cubicBezTo>
                  <a:lnTo>
                    <a:pt x="24" y="3581"/>
                  </a:lnTo>
                  <a:cubicBezTo>
                    <a:pt x="0" y="3634"/>
                    <a:pt x="23" y="3698"/>
                    <a:pt x="75" y="3724"/>
                  </a:cubicBezTo>
                  <a:cubicBezTo>
                    <a:pt x="90" y="3730"/>
                    <a:pt x="106" y="3734"/>
                    <a:pt x="122" y="3734"/>
                  </a:cubicBezTo>
                  <a:cubicBezTo>
                    <a:pt x="163" y="3734"/>
                    <a:pt x="200" y="3710"/>
                    <a:pt x="218" y="3673"/>
                  </a:cubicBezTo>
                  <a:lnTo>
                    <a:pt x="1875" y="153"/>
                  </a:lnTo>
                  <a:lnTo>
                    <a:pt x="1876" y="153"/>
                  </a:lnTo>
                  <a:cubicBezTo>
                    <a:pt x="1900" y="99"/>
                    <a:pt x="1878" y="35"/>
                    <a:pt x="1824" y="10"/>
                  </a:cubicBezTo>
                  <a:cubicBezTo>
                    <a:pt x="1810" y="4"/>
                    <a:pt x="1795" y="1"/>
                    <a:pt x="17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34"/>
            <p:cNvSpPr/>
            <p:nvPr/>
          </p:nvSpPr>
          <p:spPr>
            <a:xfrm>
              <a:off x="5733275" y="1280450"/>
              <a:ext cx="47300" cy="93050"/>
            </a:xfrm>
            <a:custGeom>
              <a:rect b="b" l="l" r="r" t="t"/>
              <a:pathLst>
                <a:path extrusionOk="0" h="3722" w="1892">
                  <a:moveTo>
                    <a:pt x="1775" y="1"/>
                  </a:moveTo>
                  <a:cubicBezTo>
                    <a:pt x="1740" y="1"/>
                    <a:pt x="1704" y="19"/>
                    <a:pt x="1685" y="51"/>
                  </a:cubicBezTo>
                  <a:lnTo>
                    <a:pt x="25" y="3571"/>
                  </a:lnTo>
                  <a:cubicBezTo>
                    <a:pt x="25" y="3571"/>
                    <a:pt x="25" y="3572"/>
                    <a:pt x="25" y="3572"/>
                  </a:cubicBezTo>
                  <a:cubicBezTo>
                    <a:pt x="1" y="3626"/>
                    <a:pt x="23" y="3687"/>
                    <a:pt x="77" y="3711"/>
                  </a:cubicBezTo>
                  <a:cubicBezTo>
                    <a:pt x="88" y="3717"/>
                    <a:pt x="101" y="3721"/>
                    <a:pt x="115" y="3721"/>
                  </a:cubicBezTo>
                  <a:cubicBezTo>
                    <a:pt x="117" y="3721"/>
                    <a:pt x="119" y="3721"/>
                    <a:pt x="121" y="3721"/>
                  </a:cubicBezTo>
                  <a:cubicBezTo>
                    <a:pt x="123" y="3721"/>
                    <a:pt x="124" y="3721"/>
                    <a:pt x="125" y="3721"/>
                  </a:cubicBezTo>
                  <a:cubicBezTo>
                    <a:pt x="165" y="3721"/>
                    <a:pt x="202" y="3696"/>
                    <a:pt x="220" y="3660"/>
                  </a:cubicBezTo>
                  <a:lnTo>
                    <a:pt x="1877" y="140"/>
                  </a:lnTo>
                  <a:cubicBezTo>
                    <a:pt x="1892" y="94"/>
                    <a:pt x="1872" y="42"/>
                    <a:pt x="1831" y="17"/>
                  </a:cubicBezTo>
                  <a:cubicBezTo>
                    <a:pt x="1814" y="6"/>
                    <a:pt x="1794" y="1"/>
                    <a:pt x="17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34"/>
            <p:cNvSpPr/>
            <p:nvPr/>
          </p:nvSpPr>
          <p:spPr>
            <a:xfrm>
              <a:off x="5709800" y="1288600"/>
              <a:ext cx="47550" cy="93175"/>
            </a:xfrm>
            <a:custGeom>
              <a:rect b="b" l="l" r="r" t="t"/>
              <a:pathLst>
                <a:path extrusionOk="0" h="3727" w="1902">
                  <a:moveTo>
                    <a:pt x="1781" y="1"/>
                  </a:moveTo>
                  <a:cubicBezTo>
                    <a:pt x="1740" y="1"/>
                    <a:pt x="1701" y="24"/>
                    <a:pt x="1683" y="63"/>
                  </a:cubicBezTo>
                  <a:lnTo>
                    <a:pt x="26" y="3581"/>
                  </a:lnTo>
                  <a:cubicBezTo>
                    <a:pt x="26" y="3581"/>
                    <a:pt x="26" y="3583"/>
                    <a:pt x="26" y="3583"/>
                  </a:cubicBezTo>
                  <a:cubicBezTo>
                    <a:pt x="0" y="3636"/>
                    <a:pt x="24" y="3699"/>
                    <a:pt x="78" y="3724"/>
                  </a:cubicBezTo>
                  <a:cubicBezTo>
                    <a:pt x="84" y="3726"/>
                    <a:pt x="92" y="3726"/>
                    <a:pt x="100" y="3726"/>
                  </a:cubicBezTo>
                  <a:cubicBezTo>
                    <a:pt x="107" y="3726"/>
                    <a:pt x="115" y="3726"/>
                    <a:pt x="122" y="3724"/>
                  </a:cubicBezTo>
                  <a:cubicBezTo>
                    <a:pt x="124" y="3724"/>
                    <a:pt x="125" y="3724"/>
                    <a:pt x="127" y="3724"/>
                  </a:cubicBezTo>
                  <a:cubicBezTo>
                    <a:pt x="164" y="3724"/>
                    <a:pt x="199" y="3705"/>
                    <a:pt x="218" y="3672"/>
                  </a:cubicBezTo>
                  <a:lnTo>
                    <a:pt x="1876" y="154"/>
                  </a:lnTo>
                  <a:cubicBezTo>
                    <a:pt x="1902" y="100"/>
                    <a:pt x="1879" y="36"/>
                    <a:pt x="1826" y="11"/>
                  </a:cubicBezTo>
                  <a:cubicBezTo>
                    <a:pt x="1811" y="4"/>
                    <a:pt x="1796" y="1"/>
                    <a:pt x="17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34"/>
            <p:cNvSpPr/>
            <p:nvPr/>
          </p:nvSpPr>
          <p:spPr>
            <a:xfrm>
              <a:off x="4664375" y="656725"/>
              <a:ext cx="218350" cy="174750"/>
            </a:xfrm>
            <a:custGeom>
              <a:rect b="b" l="l" r="r" t="t"/>
              <a:pathLst>
                <a:path extrusionOk="0" h="6990" w="8734">
                  <a:moveTo>
                    <a:pt x="700" y="209"/>
                  </a:moveTo>
                  <a:lnTo>
                    <a:pt x="8047" y="214"/>
                  </a:lnTo>
                  <a:cubicBezTo>
                    <a:pt x="8313" y="214"/>
                    <a:pt x="8531" y="431"/>
                    <a:pt x="8531" y="697"/>
                  </a:cubicBezTo>
                  <a:lnTo>
                    <a:pt x="8531" y="6296"/>
                  </a:lnTo>
                  <a:cubicBezTo>
                    <a:pt x="8531" y="6564"/>
                    <a:pt x="8313" y="6780"/>
                    <a:pt x="8047" y="6780"/>
                  </a:cubicBezTo>
                  <a:lnTo>
                    <a:pt x="711" y="6780"/>
                  </a:lnTo>
                  <a:cubicBezTo>
                    <a:pt x="443" y="6780"/>
                    <a:pt x="227" y="6564"/>
                    <a:pt x="227" y="6296"/>
                  </a:cubicBezTo>
                  <a:lnTo>
                    <a:pt x="227" y="697"/>
                  </a:lnTo>
                  <a:cubicBezTo>
                    <a:pt x="224" y="434"/>
                    <a:pt x="435" y="215"/>
                    <a:pt x="700" y="209"/>
                  </a:cubicBezTo>
                  <a:close/>
                  <a:moveTo>
                    <a:pt x="696" y="1"/>
                  </a:moveTo>
                  <a:cubicBezTo>
                    <a:pt x="312" y="2"/>
                    <a:pt x="1" y="313"/>
                    <a:pt x="2" y="697"/>
                  </a:cubicBezTo>
                  <a:lnTo>
                    <a:pt x="2" y="6291"/>
                  </a:lnTo>
                  <a:cubicBezTo>
                    <a:pt x="2" y="6677"/>
                    <a:pt x="315" y="6990"/>
                    <a:pt x="700" y="6990"/>
                  </a:cubicBezTo>
                  <a:lnTo>
                    <a:pt x="8036" y="6990"/>
                  </a:lnTo>
                  <a:lnTo>
                    <a:pt x="8036" y="6988"/>
                  </a:lnTo>
                  <a:cubicBezTo>
                    <a:pt x="8419" y="6988"/>
                    <a:pt x="8730" y="6678"/>
                    <a:pt x="8733" y="6296"/>
                  </a:cubicBezTo>
                  <a:lnTo>
                    <a:pt x="8733" y="697"/>
                  </a:lnTo>
                  <a:cubicBezTo>
                    <a:pt x="8733" y="313"/>
                    <a:pt x="8421" y="1"/>
                    <a:pt x="80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34"/>
            <p:cNvSpPr/>
            <p:nvPr/>
          </p:nvSpPr>
          <p:spPr>
            <a:xfrm>
              <a:off x="4433975" y="743450"/>
              <a:ext cx="296550" cy="272700"/>
            </a:xfrm>
            <a:custGeom>
              <a:rect b="b" l="l" r="r" t="t"/>
              <a:pathLst>
                <a:path extrusionOk="0" h="10908" w="11862">
                  <a:moveTo>
                    <a:pt x="699" y="215"/>
                  </a:moveTo>
                  <a:lnTo>
                    <a:pt x="11164" y="217"/>
                  </a:lnTo>
                  <a:cubicBezTo>
                    <a:pt x="11431" y="217"/>
                    <a:pt x="11648" y="434"/>
                    <a:pt x="11648" y="701"/>
                  </a:cubicBezTo>
                  <a:lnTo>
                    <a:pt x="11648" y="10207"/>
                  </a:lnTo>
                  <a:cubicBezTo>
                    <a:pt x="11648" y="10475"/>
                    <a:pt x="11431" y="10691"/>
                    <a:pt x="11164" y="10691"/>
                  </a:cubicBezTo>
                  <a:lnTo>
                    <a:pt x="699" y="10691"/>
                  </a:lnTo>
                  <a:cubicBezTo>
                    <a:pt x="432" y="10691"/>
                    <a:pt x="215" y="10475"/>
                    <a:pt x="215" y="10207"/>
                  </a:cubicBezTo>
                  <a:lnTo>
                    <a:pt x="215" y="699"/>
                  </a:lnTo>
                  <a:cubicBezTo>
                    <a:pt x="215" y="431"/>
                    <a:pt x="432" y="215"/>
                    <a:pt x="699" y="215"/>
                  </a:cubicBezTo>
                  <a:close/>
                  <a:moveTo>
                    <a:pt x="697" y="1"/>
                  </a:moveTo>
                  <a:cubicBezTo>
                    <a:pt x="311" y="2"/>
                    <a:pt x="0" y="315"/>
                    <a:pt x="2" y="701"/>
                  </a:cubicBezTo>
                  <a:lnTo>
                    <a:pt x="2" y="10210"/>
                  </a:lnTo>
                  <a:cubicBezTo>
                    <a:pt x="2" y="10595"/>
                    <a:pt x="314" y="10907"/>
                    <a:pt x="699" y="10907"/>
                  </a:cubicBezTo>
                  <a:lnTo>
                    <a:pt x="11167" y="10907"/>
                  </a:lnTo>
                  <a:cubicBezTo>
                    <a:pt x="11551" y="10904"/>
                    <a:pt x="11861" y="10592"/>
                    <a:pt x="11861" y="10207"/>
                  </a:cubicBezTo>
                  <a:lnTo>
                    <a:pt x="11861" y="699"/>
                  </a:lnTo>
                  <a:cubicBezTo>
                    <a:pt x="11860" y="313"/>
                    <a:pt x="11548" y="2"/>
                    <a:pt x="1116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34"/>
            <p:cNvSpPr/>
            <p:nvPr/>
          </p:nvSpPr>
          <p:spPr>
            <a:xfrm>
              <a:off x="4371875" y="1254050"/>
              <a:ext cx="292750" cy="157625"/>
            </a:xfrm>
            <a:custGeom>
              <a:rect b="b" l="l" r="r" t="t"/>
              <a:pathLst>
                <a:path extrusionOk="0" h="6305" w="11710">
                  <a:moveTo>
                    <a:pt x="1" y="1"/>
                  </a:moveTo>
                  <a:lnTo>
                    <a:pt x="1" y="6305"/>
                  </a:lnTo>
                  <a:lnTo>
                    <a:pt x="11710" y="6305"/>
                  </a:lnTo>
                  <a:lnTo>
                    <a:pt x="117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34"/>
            <p:cNvSpPr/>
            <p:nvPr/>
          </p:nvSpPr>
          <p:spPr>
            <a:xfrm>
              <a:off x="4369225" y="1251375"/>
              <a:ext cx="298150" cy="162950"/>
            </a:xfrm>
            <a:custGeom>
              <a:rect b="b" l="l" r="r" t="t"/>
              <a:pathLst>
                <a:path extrusionOk="0" h="6518" w="11926">
                  <a:moveTo>
                    <a:pt x="11713" y="215"/>
                  </a:moveTo>
                  <a:lnTo>
                    <a:pt x="11713" y="6305"/>
                  </a:lnTo>
                  <a:lnTo>
                    <a:pt x="218" y="6305"/>
                  </a:lnTo>
                  <a:lnTo>
                    <a:pt x="214" y="215"/>
                  </a:lnTo>
                  <a:close/>
                  <a:moveTo>
                    <a:pt x="108" y="0"/>
                  </a:moveTo>
                  <a:cubicBezTo>
                    <a:pt x="49" y="0"/>
                    <a:pt x="1" y="49"/>
                    <a:pt x="1" y="108"/>
                  </a:cubicBezTo>
                  <a:lnTo>
                    <a:pt x="1" y="6412"/>
                  </a:lnTo>
                  <a:cubicBezTo>
                    <a:pt x="1" y="6470"/>
                    <a:pt x="49" y="6517"/>
                    <a:pt x="108" y="6517"/>
                  </a:cubicBezTo>
                  <a:lnTo>
                    <a:pt x="11820" y="6517"/>
                  </a:lnTo>
                  <a:cubicBezTo>
                    <a:pt x="11878" y="6517"/>
                    <a:pt x="11926" y="6470"/>
                    <a:pt x="11926" y="6412"/>
                  </a:cubicBezTo>
                  <a:lnTo>
                    <a:pt x="11926" y="108"/>
                  </a:lnTo>
                  <a:cubicBezTo>
                    <a:pt x="11926" y="49"/>
                    <a:pt x="11878" y="0"/>
                    <a:pt x="118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34"/>
            <p:cNvSpPr/>
            <p:nvPr/>
          </p:nvSpPr>
          <p:spPr>
            <a:xfrm>
              <a:off x="4371875" y="1383300"/>
              <a:ext cx="292750" cy="28375"/>
            </a:xfrm>
            <a:custGeom>
              <a:rect b="b" l="l" r="r" t="t"/>
              <a:pathLst>
                <a:path extrusionOk="0" h="1135" w="11710">
                  <a:moveTo>
                    <a:pt x="1" y="0"/>
                  </a:moveTo>
                  <a:lnTo>
                    <a:pt x="1" y="1135"/>
                  </a:lnTo>
                  <a:lnTo>
                    <a:pt x="11710" y="1135"/>
                  </a:lnTo>
                  <a:lnTo>
                    <a:pt x="117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34"/>
            <p:cNvSpPr/>
            <p:nvPr/>
          </p:nvSpPr>
          <p:spPr>
            <a:xfrm>
              <a:off x="4369225" y="1380575"/>
              <a:ext cx="298200" cy="33750"/>
            </a:xfrm>
            <a:custGeom>
              <a:rect b="b" l="l" r="r" t="t"/>
              <a:pathLst>
                <a:path extrusionOk="0" h="1350" w="11928">
                  <a:moveTo>
                    <a:pt x="11713" y="215"/>
                  </a:moveTo>
                  <a:lnTo>
                    <a:pt x="11713" y="1137"/>
                  </a:lnTo>
                  <a:lnTo>
                    <a:pt x="218" y="1137"/>
                  </a:lnTo>
                  <a:lnTo>
                    <a:pt x="214" y="215"/>
                  </a:lnTo>
                  <a:close/>
                  <a:moveTo>
                    <a:pt x="108" y="0"/>
                  </a:moveTo>
                  <a:cubicBezTo>
                    <a:pt x="49" y="0"/>
                    <a:pt x="1" y="48"/>
                    <a:pt x="1" y="106"/>
                  </a:cubicBezTo>
                  <a:lnTo>
                    <a:pt x="1" y="1244"/>
                  </a:lnTo>
                  <a:cubicBezTo>
                    <a:pt x="1" y="1302"/>
                    <a:pt x="49" y="1349"/>
                    <a:pt x="108" y="1349"/>
                  </a:cubicBezTo>
                  <a:lnTo>
                    <a:pt x="11822" y="1349"/>
                  </a:lnTo>
                  <a:cubicBezTo>
                    <a:pt x="11881" y="1349"/>
                    <a:pt x="11927" y="1300"/>
                    <a:pt x="11926" y="1241"/>
                  </a:cubicBezTo>
                  <a:lnTo>
                    <a:pt x="11926" y="106"/>
                  </a:lnTo>
                  <a:cubicBezTo>
                    <a:pt x="11926" y="48"/>
                    <a:pt x="11878" y="0"/>
                    <a:pt x="118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4"/>
            <p:cNvSpPr/>
            <p:nvPr/>
          </p:nvSpPr>
          <p:spPr>
            <a:xfrm>
              <a:off x="4466350" y="1273375"/>
              <a:ext cx="103850" cy="94600"/>
            </a:xfrm>
            <a:custGeom>
              <a:rect b="b" l="l" r="r" t="t"/>
              <a:pathLst>
                <a:path extrusionOk="0" h="3784" w="4154">
                  <a:moveTo>
                    <a:pt x="2077" y="0"/>
                  </a:moveTo>
                  <a:cubicBezTo>
                    <a:pt x="1593" y="0"/>
                    <a:pt x="1108" y="185"/>
                    <a:pt x="739" y="554"/>
                  </a:cubicBezTo>
                  <a:cubicBezTo>
                    <a:pt x="1" y="1293"/>
                    <a:pt x="1" y="2490"/>
                    <a:pt x="739" y="3228"/>
                  </a:cubicBezTo>
                  <a:cubicBezTo>
                    <a:pt x="1108" y="3598"/>
                    <a:pt x="1593" y="3783"/>
                    <a:pt x="2077" y="3783"/>
                  </a:cubicBezTo>
                  <a:cubicBezTo>
                    <a:pt x="2561" y="3783"/>
                    <a:pt x="3045" y="3598"/>
                    <a:pt x="3415" y="3228"/>
                  </a:cubicBezTo>
                  <a:cubicBezTo>
                    <a:pt x="4153" y="2490"/>
                    <a:pt x="4153" y="1293"/>
                    <a:pt x="3415" y="554"/>
                  </a:cubicBezTo>
                  <a:cubicBezTo>
                    <a:pt x="3045" y="185"/>
                    <a:pt x="2561" y="0"/>
                    <a:pt x="20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4"/>
            <p:cNvSpPr/>
            <p:nvPr/>
          </p:nvSpPr>
          <p:spPr>
            <a:xfrm>
              <a:off x="4494825" y="1282925"/>
              <a:ext cx="62750" cy="72400"/>
            </a:xfrm>
            <a:custGeom>
              <a:rect b="b" l="l" r="r" t="t"/>
              <a:pathLst>
                <a:path extrusionOk="0" h="2896" w="2510">
                  <a:moveTo>
                    <a:pt x="1" y="1"/>
                  </a:moveTo>
                  <a:lnTo>
                    <a:pt x="1" y="2895"/>
                  </a:lnTo>
                  <a:lnTo>
                    <a:pt x="2509" y="144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4"/>
            <p:cNvSpPr/>
            <p:nvPr/>
          </p:nvSpPr>
          <p:spPr>
            <a:xfrm>
              <a:off x="5636975" y="715100"/>
              <a:ext cx="469450" cy="355425"/>
            </a:xfrm>
            <a:custGeom>
              <a:rect b="b" l="l" r="r" t="t"/>
              <a:pathLst>
                <a:path extrusionOk="0" h="14217" w="18778">
                  <a:moveTo>
                    <a:pt x="18178" y="222"/>
                  </a:moveTo>
                  <a:cubicBezTo>
                    <a:pt x="18392" y="224"/>
                    <a:pt x="18565" y="398"/>
                    <a:pt x="18563" y="612"/>
                  </a:cubicBezTo>
                  <a:lnTo>
                    <a:pt x="18563" y="13621"/>
                  </a:lnTo>
                  <a:lnTo>
                    <a:pt x="18563" y="13624"/>
                  </a:lnTo>
                  <a:cubicBezTo>
                    <a:pt x="18563" y="13838"/>
                    <a:pt x="18391" y="14011"/>
                    <a:pt x="18176" y="14011"/>
                  </a:cubicBezTo>
                  <a:lnTo>
                    <a:pt x="601" y="14011"/>
                  </a:lnTo>
                  <a:cubicBezTo>
                    <a:pt x="387" y="14011"/>
                    <a:pt x="214" y="13835"/>
                    <a:pt x="214" y="13621"/>
                  </a:cubicBezTo>
                  <a:lnTo>
                    <a:pt x="214" y="612"/>
                  </a:lnTo>
                  <a:cubicBezTo>
                    <a:pt x="214" y="398"/>
                    <a:pt x="387" y="224"/>
                    <a:pt x="601" y="222"/>
                  </a:cubicBezTo>
                  <a:close/>
                  <a:moveTo>
                    <a:pt x="601" y="0"/>
                  </a:moveTo>
                  <a:cubicBezTo>
                    <a:pt x="269" y="2"/>
                    <a:pt x="1" y="271"/>
                    <a:pt x="1" y="605"/>
                  </a:cubicBezTo>
                  <a:lnTo>
                    <a:pt x="1" y="13612"/>
                  </a:lnTo>
                  <a:cubicBezTo>
                    <a:pt x="1" y="13946"/>
                    <a:pt x="269" y="14215"/>
                    <a:pt x="601" y="14217"/>
                  </a:cubicBezTo>
                  <a:lnTo>
                    <a:pt x="18176" y="14217"/>
                  </a:lnTo>
                  <a:cubicBezTo>
                    <a:pt x="18508" y="14215"/>
                    <a:pt x="18778" y="13946"/>
                    <a:pt x="18778" y="13612"/>
                  </a:cubicBezTo>
                  <a:lnTo>
                    <a:pt x="18778" y="605"/>
                  </a:lnTo>
                  <a:cubicBezTo>
                    <a:pt x="18778" y="271"/>
                    <a:pt x="18508" y="2"/>
                    <a:pt x="1817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34"/>
            <p:cNvSpPr/>
            <p:nvPr/>
          </p:nvSpPr>
          <p:spPr>
            <a:xfrm>
              <a:off x="5661175" y="1033725"/>
              <a:ext cx="435775" cy="2675"/>
            </a:xfrm>
            <a:custGeom>
              <a:rect b="b" l="l" r="r" t="t"/>
              <a:pathLst>
                <a:path extrusionOk="0" h="107" w="17431">
                  <a:moveTo>
                    <a:pt x="1" y="1"/>
                  </a:moveTo>
                  <a:lnTo>
                    <a:pt x="1" y="106"/>
                  </a:lnTo>
                  <a:lnTo>
                    <a:pt x="17430" y="106"/>
                  </a:lnTo>
                  <a:lnTo>
                    <a:pt x="1743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4"/>
            <p:cNvSpPr/>
            <p:nvPr/>
          </p:nvSpPr>
          <p:spPr>
            <a:xfrm>
              <a:off x="5659850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0" y="1"/>
                  </a:moveTo>
                  <a:lnTo>
                    <a:pt x="0" y="260"/>
                  </a:lnTo>
                  <a:lnTo>
                    <a:pt x="107" y="260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34"/>
            <p:cNvSpPr/>
            <p:nvPr/>
          </p:nvSpPr>
          <p:spPr>
            <a:xfrm>
              <a:off x="5688875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1" y="1"/>
                  </a:moveTo>
                  <a:lnTo>
                    <a:pt x="1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4"/>
            <p:cNvSpPr/>
            <p:nvPr/>
          </p:nvSpPr>
          <p:spPr>
            <a:xfrm>
              <a:off x="5717900" y="1035025"/>
              <a:ext cx="2675" cy="6500"/>
            </a:xfrm>
            <a:custGeom>
              <a:rect b="b" l="l" r="r" t="t"/>
              <a:pathLst>
                <a:path extrusionOk="0" h="260" w="107">
                  <a:moveTo>
                    <a:pt x="1" y="1"/>
                  </a:moveTo>
                  <a:lnTo>
                    <a:pt x="1" y="260"/>
                  </a:lnTo>
                  <a:lnTo>
                    <a:pt x="107" y="260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4"/>
            <p:cNvSpPr/>
            <p:nvPr/>
          </p:nvSpPr>
          <p:spPr>
            <a:xfrm>
              <a:off x="5746950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0" y="1"/>
                  </a:moveTo>
                  <a:lnTo>
                    <a:pt x="0" y="260"/>
                  </a:lnTo>
                  <a:lnTo>
                    <a:pt x="107" y="260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4"/>
            <p:cNvSpPr/>
            <p:nvPr/>
          </p:nvSpPr>
          <p:spPr>
            <a:xfrm>
              <a:off x="5776025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0" y="1"/>
                  </a:moveTo>
                  <a:lnTo>
                    <a:pt x="0" y="260"/>
                  </a:lnTo>
                  <a:lnTo>
                    <a:pt x="107" y="260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34"/>
            <p:cNvSpPr/>
            <p:nvPr/>
          </p:nvSpPr>
          <p:spPr>
            <a:xfrm>
              <a:off x="5805050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0" y="1"/>
                  </a:moveTo>
                  <a:lnTo>
                    <a:pt x="0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4"/>
            <p:cNvSpPr/>
            <p:nvPr/>
          </p:nvSpPr>
          <p:spPr>
            <a:xfrm>
              <a:off x="5834125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0" y="1"/>
                  </a:moveTo>
                  <a:lnTo>
                    <a:pt x="0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4"/>
            <p:cNvSpPr/>
            <p:nvPr/>
          </p:nvSpPr>
          <p:spPr>
            <a:xfrm>
              <a:off x="5863200" y="1035025"/>
              <a:ext cx="2650" cy="6500"/>
            </a:xfrm>
            <a:custGeom>
              <a:rect b="b" l="l" r="r" t="t"/>
              <a:pathLst>
                <a:path extrusionOk="0" h="260" w="106">
                  <a:moveTo>
                    <a:pt x="0" y="1"/>
                  </a:moveTo>
                  <a:lnTo>
                    <a:pt x="0" y="260"/>
                  </a:lnTo>
                  <a:lnTo>
                    <a:pt x="106" y="260"/>
                  </a:lnTo>
                  <a:lnTo>
                    <a:pt x="10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4"/>
            <p:cNvSpPr/>
            <p:nvPr/>
          </p:nvSpPr>
          <p:spPr>
            <a:xfrm>
              <a:off x="5892225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1" y="1"/>
                  </a:moveTo>
                  <a:lnTo>
                    <a:pt x="1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4"/>
            <p:cNvSpPr/>
            <p:nvPr/>
          </p:nvSpPr>
          <p:spPr>
            <a:xfrm>
              <a:off x="5921300" y="1035025"/>
              <a:ext cx="2675" cy="6500"/>
            </a:xfrm>
            <a:custGeom>
              <a:rect b="b" l="l" r="r" t="t"/>
              <a:pathLst>
                <a:path extrusionOk="0" h="260" w="107">
                  <a:moveTo>
                    <a:pt x="0" y="1"/>
                  </a:moveTo>
                  <a:lnTo>
                    <a:pt x="0" y="260"/>
                  </a:lnTo>
                  <a:lnTo>
                    <a:pt x="106" y="260"/>
                  </a:lnTo>
                  <a:lnTo>
                    <a:pt x="10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4"/>
            <p:cNvSpPr/>
            <p:nvPr/>
          </p:nvSpPr>
          <p:spPr>
            <a:xfrm>
              <a:off x="5950325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1" y="1"/>
                  </a:moveTo>
                  <a:lnTo>
                    <a:pt x="1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4"/>
            <p:cNvSpPr/>
            <p:nvPr/>
          </p:nvSpPr>
          <p:spPr>
            <a:xfrm>
              <a:off x="5979400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1" y="1"/>
                  </a:moveTo>
                  <a:lnTo>
                    <a:pt x="1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4"/>
            <p:cNvSpPr/>
            <p:nvPr/>
          </p:nvSpPr>
          <p:spPr>
            <a:xfrm>
              <a:off x="6008400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1" y="1"/>
                  </a:moveTo>
                  <a:lnTo>
                    <a:pt x="1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4"/>
            <p:cNvSpPr/>
            <p:nvPr/>
          </p:nvSpPr>
          <p:spPr>
            <a:xfrm>
              <a:off x="6037475" y="1035025"/>
              <a:ext cx="2675" cy="6500"/>
            </a:xfrm>
            <a:custGeom>
              <a:rect b="b" l="l" r="r" t="t"/>
              <a:pathLst>
                <a:path extrusionOk="0" h="260" w="107">
                  <a:moveTo>
                    <a:pt x="0" y="1"/>
                  </a:moveTo>
                  <a:lnTo>
                    <a:pt x="0" y="260"/>
                  </a:lnTo>
                  <a:lnTo>
                    <a:pt x="106" y="260"/>
                  </a:lnTo>
                  <a:lnTo>
                    <a:pt x="10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4"/>
            <p:cNvSpPr/>
            <p:nvPr/>
          </p:nvSpPr>
          <p:spPr>
            <a:xfrm>
              <a:off x="6066500" y="1035025"/>
              <a:ext cx="2700" cy="6500"/>
            </a:xfrm>
            <a:custGeom>
              <a:rect b="b" l="l" r="r" t="t"/>
              <a:pathLst>
                <a:path extrusionOk="0" h="260" w="108">
                  <a:moveTo>
                    <a:pt x="1" y="1"/>
                  </a:moveTo>
                  <a:lnTo>
                    <a:pt x="1" y="260"/>
                  </a:lnTo>
                  <a:lnTo>
                    <a:pt x="108" y="260"/>
                  </a:lnTo>
                  <a:lnTo>
                    <a:pt x="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4"/>
            <p:cNvSpPr/>
            <p:nvPr/>
          </p:nvSpPr>
          <p:spPr>
            <a:xfrm>
              <a:off x="6095575" y="1035025"/>
              <a:ext cx="2675" cy="6500"/>
            </a:xfrm>
            <a:custGeom>
              <a:rect b="b" l="l" r="r" t="t"/>
              <a:pathLst>
                <a:path extrusionOk="0" h="260" w="107">
                  <a:moveTo>
                    <a:pt x="1" y="1"/>
                  </a:moveTo>
                  <a:lnTo>
                    <a:pt x="1" y="260"/>
                  </a:lnTo>
                  <a:lnTo>
                    <a:pt x="106" y="260"/>
                  </a:lnTo>
                  <a:lnTo>
                    <a:pt x="10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4"/>
            <p:cNvSpPr/>
            <p:nvPr/>
          </p:nvSpPr>
          <p:spPr>
            <a:xfrm>
              <a:off x="5675650" y="748625"/>
              <a:ext cx="406775" cy="281225"/>
            </a:xfrm>
            <a:custGeom>
              <a:rect b="b" l="l" r="r" t="t"/>
              <a:pathLst>
                <a:path extrusionOk="0" h="11249" w="16271">
                  <a:moveTo>
                    <a:pt x="13957" y="1"/>
                  </a:moveTo>
                  <a:cubicBezTo>
                    <a:pt x="13888" y="1"/>
                    <a:pt x="13833" y="56"/>
                    <a:pt x="13833" y="124"/>
                  </a:cubicBezTo>
                  <a:lnTo>
                    <a:pt x="12792" y="8181"/>
                  </a:lnTo>
                  <a:cubicBezTo>
                    <a:pt x="12786" y="8221"/>
                    <a:pt x="12767" y="8257"/>
                    <a:pt x="12737" y="8282"/>
                  </a:cubicBezTo>
                  <a:lnTo>
                    <a:pt x="11735" y="9058"/>
                  </a:lnTo>
                  <a:cubicBezTo>
                    <a:pt x="11714" y="9074"/>
                    <a:pt x="11689" y="9081"/>
                    <a:pt x="11664" y="9081"/>
                  </a:cubicBezTo>
                  <a:cubicBezTo>
                    <a:pt x="11629" y="9081"/>
                    <a:pt x="11594" y="9066"/>
                    <a:pt x="11570" y="9036"/>
                  </a:cubicBezTo>
                  <a:cubicBezTo>
                    <a:pt x="11564" y="9027"/>
                    <a:pt x="11560" y="9019"/>
                    <a:pt x="11555" y="9009"/>
                  </a:cubicBezTo>
                  <a:lnTo>
                    <a:pt x="10544" y="6924"/>
                  </a:lnTo>
                  <a:cubicBezTo>
                    <a:pt x="10528" y="6878"/>
                    <a:pt x="10483" y="6849"/>
                    <a:pt x="10436" y="6849"/>
                  </a:cubicBezTo>
                  <a:cubicBezTo>
                    <a:pt x="10423" y="6849"/>
                    <a:pt x="10410" y="6851"/>
                    <a:pt x="10397" y="6856"/>
                  </a:cubicBezTo>
                  <a:cubicBezTo>
                    <a:pt x="10374" y="6863"/>
                    <a:pt x="10355" y="6878"/>
                    <a:pt x="10342" y="6898"/>
                  </a:cubicBezTo>
                  <a:lnTo>
                    <a:pt x="9298" y="8247"/>
                  </a:lnTo>
                  <a:lnTo>
                    <a:pt x="8135" y="9738"/>
                  </a:lnTo>
                  <a:lnTo>
                    <a:pt x="6975" y="8247"/>
                  </a:lnTo>
                  <a:lnTo>
                    <a:pt x="5949" y="6926"/>
                  </a:lnTo>
                  <a:cubicBezTo>
                    <a:pt x="5927" y="6892"/>
                    <a:pt x="5889" y="6874"/>
                    <a:pt x="5851" y="6874"/>
                  </a:cubicBezTo>
                  <a:cubicBezTo>
                    <a:pt x="5829" y="6874"/>
                    <a:pt x="5807" y="6880"/>
                    <a:pt x="5787" y="6893"/>
                  </a:cubicBezTo>
                  <a:cubicBezTo>
                    <a:pt x="5760" y="6912"/>
                    <a:pt x="5741" y="6941"/>
                    <a:pt x="5736" y="6973"/>
                  </a:cubicBezTo>
                  <a:lnTo>
                    <a:pt x="4646" y="10344"/>
                  </a:lnTo>
                  <a:lnTo>
                    <a:pt x="3492" y="4337"/>
                  </a:lnTo>
                  <a:lnTo>
                    <a:pt x="2331" y="10947"/>
                  </a:lnTo>
                  <a:lnTo>
                    <a:pt x="1168" y="10048"/>
                  </a:lnTo>
                  <a:lnTo>
                    <a:pt x="250" y="7435"/>
                  </a:lnTo>
                  <a:cubicBezTo>
                    <a:pt x="230" y="7385"/>
                    <a:pt x="182" y="7354"/>
                    <a:pt x="131" y="7354"/>
                  </a:cubicBezTo>
                  <a:cubicBezTo>
                    <a:pt x="117" y="7354"/>
                    <a:pt x="102" y="7357"/>
                    <a:pt x="87" y="7362"/>
                  </a:cubicBezTo>
                  <a:cubicBezTo>
                    <a:pt x="34" y="7381"/>
                    <a:pt x="1" y="7435"/>
                    <a:pt x="5" y="7492"/>
                  </a:cubicBezTo>
                  <a:lnTo>
                    <a:pt x="2" y="11248"/>
                  </a:lnTo>
                  <a:lnTo>
                    <a:pt x="16271" y="11248"/>
                  </a:lnTo>
                  <a:lnTo>
                    <a:pt x="16271" y="9000"/>
                  </a:lnTo>
                  <a:lnTo>
                    <a:pt x="15120" y="6774"/>
                  </a:lnTo>
                  <a:cubicBezTo>
                    <a:pt x="15112" y="6759"/>
                    <a:pt x="15106" y="6743"/>
                    <a:pt x="15105" y="6725"/>
                  </a:cubicBezTo>
                  <a:lnTo>
                    <a:pt x="14080" y="124"/>
                  </a:lnTo>
                  <a:cubicBezTo>
                    <a:pt x="14080" y="56"/>
                    <a:pt x="14025" y="1"/>
                    <a:pt x="1395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34"/>
            <p:cNvSpPr/>
            <p:nvPr/>
          </p:nvSpPr>
          <p:spPr>
            <a:xfrm>
              <a:off x="5672875" y="746175"/>
              <a:ext cx="412225" cy="286350"/>
            </a:xfrm>
            <a:custGeom>
              <a:rect b="b" l="l" r="r" t="t"/>
              <a:pathLst>
                <a:path extrusionOk="0" h="11454" w="16489">
                  <a:moveTo>
                    <a:pt x="239" y="7551"/>
                  </a:moveTo>
                  <a:cubicBezTo>
                    <a:pt x="253" y="7551"/>
                    <a:pt x="253" y="7570"/>
                    <a:pt x="253" y="7570"/>
                  </a:cubicBezTo>
                  <a:lnTo>
                    <a:pt x="1185" y="10212"/>
                  </a:lnTo>
                  <a:lnTo>
                    <a:pt x="2510" y="11239"/>
                  </a:lnTo>
                  <a:lnTo>
                    <a:pt x="219" y="11239"/>
                  </a:lnTo>
                  <a:lnTo>
                    <a:pt x="219" y="7590"/>
                  </a:lnTo>
                  <a:cubicBezTo>
                    <a:pt x="219" y="7563"/>
                    <a:pt x="224" y="7551"/>
                    <a:pt x="239" y="7551"/>
                  </a:cubicBezTo>
                  <a:close/>
                  <a:moveTo>
                    <a:pt x="14068" y="209"/>
                  </a:moveTo>
                  <a:cubicBezTo>
                    <a:pt x="14087" y="209"/>
                    <a:pt x="14087" y="222"/>
                    <a:pt x="14087" y="237"/>
                  </a:cubicBezTo>
                  <a:lnTo>
                    <a:pt x="15110" y="6850"/>
                  </a:lnTo>
                  <a:cubicBezTo>
                    <a:pt x="15114" y="6876"/>
                    <a:pt x="15123" y="6905"/>
                    <a:pt x="15137" y="6930"/>
                  </a:cubicBezTo>
                  <a:lnTo>
                    <a:pt x="16274" y="9125"/>
                  </a:lnTo>
                  <a:lnTo>
                    <a:pt x="16274" y="11239"/>
                  </a:lnTo>
                  <a:lnTo>
                    <a:pt x="2512" y="11239"/>
                  </a:lnTo>
                  <a:lnTo>
                    <a:pt x="3603" y="5024"/>
                  </a:lnTo>
                  <a:lnTo>
                    <a:pt x="4735" y="10876"/>
                  </a:lnTo>
                  <a:lnTo>
                    <a:pt x="5952" y="7107"/>
                  </a:lnTo>
                  <a:cubicBezTo>
                    <a:pt x="5957" y="7094"/>
                    <a:pt x="5963" y="7094"/>
                    <a:pt x="5977" y="7094"/>
                  </a:cubicBezTo>
                  <a:lnTo>
                    <a:pt x="8246" y="10023"/>
                  </a:lnTo>
                  <a:lnTo>
                    <a:pt x="10539" y="7064"/>
                  </a:lnTo>
                  <a:lnTo>
                    <a:pt x="10453" y="6999"/>
                  </a:lnTo>
                  <a:lnTo>
                    <a:pt x="10560" y="7071"/>
                  </a:lnTo>
                  <a:lnTo>
                    <a:pt x="11571" y="9157"/>
                  </a:lnTo>
                  <a:cubicBezTo>
                    <a:pt x="11601" y="9220"/>
                    <a:pt x="11657" y="9268"/>
                    <a:pt x="11726" y="9284"/>
                  </a:cubicBezTo>
                  <a:cubicBezTo>
                    <a:pt x="11743" y="9288"/>
                    <a:pt x="11761" y="9291"/>
                    <a:pt x="11778" y="9291"/>
                  </a:cubicBezTo>
                  <a:cubicBezTo>
                    <a:pt x="11827" y="9291"/>
                    <a:pt x="11874" y="9274"/>
                    <a:pt x="11912" y="9244"/>
                  </a:cubicBezTo>
                  <a:lnTo>
                    <a:pt x="12914" y="8468"/>
                  </a:lnTo>
                  <a:cubicBezTo>
                    <a:pt x="12966" y="8425"/>
                    <a:pt x="13000" y="8364"/>
                    <a:pt x="13009" y="8297"/>
                  </a:cubicBezTo>
                  <a:lnTo>
                    <a:pt x="14050" y="240"/>
                  </a:lnTo>
                  <a:cubicBezTo>
                    <a:pt x="14053" y="209"/>
                    <a:pt x="14048" y="209"/>
                    <a:pt x="14068" y="209"/>
                  </a:cubicBezTo>
                  <a:close/>
                  <a:moveTo>
                    <a:pt x="14068" y="1"/>
                  </a:moveTo>
                  <a:cubicBezTo>
                    <a:pt x="13949" y="5"/>
                    <a:pt x="13852" y="96"/>
                    <a:pt x="13840" y="215"/>
                  </a:cubicBezTo>
                  <a:lnTo>
                    <a:pt x="12813" y="8264"/>
                  </a:lnTo>
                  <a:cubicBezTo>
                    <a:pt x="12811" y="8275"/>
                    <a:pt x="12807" y="8285"/>
                    <a:pt x="12799" y="8292"/>
                  </a:cubicBezTo>
                  <a:lnTo>
                    <a:pt x="11794" y="9071"/>
                  </a:lnTo>
                  <a:lnTo>
                    <a:pt x="11861" y="9154"/>
                  </a:lnTo>
                  <a:lnTo>
                    <a:pt x="11861" y="9154"/>
                  </a:lnTo>
                  <a:lnTo>
                    <a:pt x="11778" y="9058"/>
                  </a:lnTo>
                  <a:lnTo>
                    <a:pt x="10767" y="6972"/>
                  </a:lnTo>
                  <a:cubicBezTo>
                    <a:pt x="10732" y="6900"/>
                    <a:pt x="10664" y="6850"/>
                    <a:pt x="10585" y="6841"/>
                  </a:cubicBezTo>
                  <a:cubicBezTo>
                    <a:pt x="10578" y="6840"/>
                    <a:pt x="10571" y="6840"/>
                    <a:pt x="10563" y="6840"/>
                  </a:cubicBezTo>
                  <a:cubicBezTo>
                    <a:pt x="10494" y="6840"/>
                    <a:pt x="10427" y="6872"/>
                    <a:pt x="10386" y="6927"/>
                  </a:cubicBezTo>
                  <a:lnTo>
                    <a:pt x="8252" y="9668"/>
                  </a:lnTo>
                  <a:lnTo>
                    <a:pt x="6153" y="6955"/>
                  </a:lnTo>
                  <a:cubicBezTo>
                    <a:pt x="6112" y="6899"/>
                    <a:pt x="6047" y="6866"/>
                    <a:pt x="5979" y="6866"/>
                  </a:cubicBezTo>
                  <a:cubicBezTo>
                    <a:pt x="5965" y="6866"/>
                    <a:pt x="5952" y="6868"/>
                    <a:pt x="5938" y="6870"/>
                  </a:cubicBezTo>
                  <a:cubicBezTo>
                    <a:pt x="5853" y="6887"/>
                    <a:pt x="5783" y="6951"/>
                    <a:pt x="5758" y="7034"/>
                  </a:cubicBezTo>
                  <a:lnTo>
                    <a:pt x="4796" y="10020"/>
                  </a:lnTo>
                  <a:lnTo>
                    <a:pt x="3603" y="3848"/>
                  </a:lnTo>
                  <a:lnTo>
                    <a:pt x="2362" y="10853"/>
                  </a:lnTo>
                  <a:lnTo>
                    <a:pt x="1364" y="10082"/>
                  </a:lnTo>
                  <a:lnTo>
                    <a:pt x="456" y="7499"/>
                  </a:lnTo>
                  <a:cubicBezTo>
                    <a:pt x="427" y="7402"/>
                    <a:pt x="337" y="7338"/>
                    <a:pt x="239" y="7338"/>
                  </a:cubicBezTo>
                  <a:cubicBezTo>
                    <a:pt x="227" y="7338"/>
                    <a:pt x="215" y="7339"/>
                    <a:pt x="203" y="7341"/>
                  </a:cubicBezTo>
                  <a:cubicBezTo>
                    <a:pt x="84" y="7365"/>
                    <a:pt x="0" y="7470"/>
                    <a:pt x="6" y="7591"/>
                  </a:cubicBezTo>
                  <a:lnTo>
                    <a:pt x="6" y="11453"/>
                  </a:lnTo>
                  <a:lnTo>
                    <a:pt x="16489" y="11453"/>
                  </a:lnTo>
                  <a:lnTo>
                    <a:pt x="16489" y="9082"/>
                  </a:lnTo>
                  <a:lnTo>
                    <a:pt x="15320" y="6815"/>
                  </a:lnTo>
                  <a:lnTo>
                    <a:pt x="14298" y="215"/>
                  </a:lnTo>
                  <a:cubicBezTo>
                    <a:pt x="14288" y="94"/>
                    <a:pt x="14188" y="2"/>
                    <a:pt x="1406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34"/>
            <p:cNvSpPr/>
            <p:nvPr/>
          </p:nvSpPr>
          <p:spPr>
            <a:xfrm>
              <a:off x="5675650" y="788050"/>
              <a:ext cx="406850" cy="241900"/>
            </a:xfrm>
            <a:custGeom>
              <a:rect b="b" l="l" r="r" t="t"/>
              <a:pathLst>
                <a:path extrusionOk="0" h="9676" w="16274">
                  <a:moveTo>
                    <a:pt x="2316" y="0"/>
                  </a:moveTo>
                  <a:cubicBezTo>
                    <a:pt x="2256" y="0"/>
                    <a:pt x="2203" y="42"/>
                    <a:pt x="2191" y="103"/>
                  </a:cubicBezTo>
                  <a:lnTo>
                    <a:pt x="1168" y="5779"/>
                  </a:lnTo>
                  <a:cubicBezTo>
                    <a:pt x="1165" y="5794"/>
                    <a:pt x="1159" y="5809"/>
                    <a:pt x="1150" y="5822"/>
                  </a:cubicBezTo>
                  <a:lnTo>
                    <a:pt x="1" y="7742"/>
                  </a:lnTo>
                  <a:lnTo>
                    <a:pt x="1" y="9676"/>
                  </a:lnTo>
                  <a:lnTo>
                    <a:pt x="16271" y="9676"/>
                  </a:lnTo>
                  <a:lnTo>
                    <a:pt x="16273" y="6434"/>
                  </a:lnTo>
                  <a:cubicBezTo>
                    <a:pt x="16273" y="6382"/>
                    <a:pt x="16242" y="6334"/>
                    <a:pt x="16193" y="6315"/>
                  </a:cubicBezTo>
                  <a:cubicBezTo>
                    <a:pt x="16178" y="6309"/>
                    <a:pt x="16163" y="6307"/>
                    <a:pt x="16147" y="6307"/>
                  </a:cubicBezTo>
                  <a:cubicBezTo>
                    <a:pt x="16097" y="6307"/>
                    <a:pt x="16049" y="6337"/>
                    <a:pt x="16029" y="6387"/>
                  </a:cubicBezTo>
                  <a:lnTo>
                    <a:pt x="15111" y="8633"/>
                  </a:lnTo>
                  <a:lnTo>
                    <a:pt x="13949" y="9406"/>
                  </a:lnTo>
                  <a:lnTo>
                    <a:pt x="12786" y="8891"/>
                  </a:lnTo>
                  <a:lnTo>
                    <a:pt x="11624" y="8891"/>
                  </a:lnTo>
                  <a:lnTo>
                    <a:pt x="10534" y="5991"/>
                  </a:lnTo>
                  <a:cubicBezTo>
                    <a:pt x="10528" y="5970"/>
                    <a:pt x="10514" y="5952"/>
                    <a:pt x="10498" y="5938"/>
                  </a:cubicBezTo>
                  <a:cubicBezTo>
                    <a:pt x="10474" y="5917"/>
                    <a:pt x="10445" y="5907"/>
                    <a:pt x="10416" y="5907"/>
                  </a:cubicBezTo>
                  <a:cubicBezTo>
                    <a:pt x="10381" y="5907"/>
                    <a:pt x="10346" y="5922"/>
                    <a:pt x="10321" y="5950"/>
                  </a:cubicBezTo>
                  <a:lnTo>
                    <a:pt x="9298" y="7086"/>
                  </a:lnTo>
                  <a:lnTo>
                    <a:pt x="8135" y="8365"/>
                  </a:lnTo>
                  <a:lnTo>
                    <a:pt x="6975" y="7086"/>
                  </a:lnTo>
                  <a:lnTo>
                    <a:pt x="5928" y="5927"/>
                  </a:lnTo>
                  <a:cubicBezTo>
                    <a:pt x="5919" y="5916"/>
                    <a:pt x="5909" y="5909"/>
                    <a:pt x="5897" y="5901"/>
                  </a:cubicBezTo>
                  <a:cubicBezTo>
                    <a:pt x="5878" y="5890"/>
                    <a:pt x="5857" y="5885"/>
                    <a:pt x="5836" y="5885"/>
                  </a:cubicBezTo>
                  <a:cubicBezTo>
                    <a:pt x="5791" y="5885"/>
                    <a:pt x="5748" y="5909"/>
                    <a:pt x="5726" y="5950"/>
                  </a:cubicBezTo>
                  <a:lnTo>
                    <a:pt x="4716" y="7742"/>
                  </a:lnTo>
                  <a:cubicBezTo>
                    <a:pt x="4715" y="7745"/>
                    <a:pt x="4713" y="7746"/>
                    <a:pt x="4712" y="7749"/>
                  </a:cubicBezTo>
                  <a:cubicBezTo>
                    <a:pt x="4687" y="7786"/>
                    <a:pt x="4648" y="7805"/>
                    <a:pt x="4607" y="7805"/>
                  </a:cubicBezTo>
                  <a:cubicBezTo>
                    <a:pt x="4583" y="7805"/>
                    <a:pt x="4559" y="7798"/>
                    <a:pt x="4538" y="7785"/>
                  </a:cubicBezTo>
                  <a:lnTo>
                    <a:pt x="3536" y="7116"/>
                  </a:lnTo>
                  <a:cubicBezTo>
                    <a:pt x="3504" y="7098"/>
                    <a:pt x="3485" y="7067"/>
                    <a:pt x="3481" y="7031"/>
                  </a:cubicBezTo>
                  <a:lnTo>
                    <a:pt x="2440" y="103"/>
                  </a:lnTo>
                  <a:cubicBezTo>
                    <a:pt x="2429" y="51"/>
                    <a:pt x="2389" y="11"/>
                    <a:pt x="2339" y="2"/>
                  </a:cubicBezTo>
                  <a:cubicBezTo>
                    <a:pt x="2331" y="1"/>
                    <a:pt x="2324" y="0"/>
                    <a:pt x="231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4"/>
            <p:cNvSpPr/>
            <p:nvPr/>
          </p:nvSpPr>
          <p:spPr>
            <a:xfrm>
              <a:off x="5893225" y="762025"/>
              <a:ext cx="95425" cy="5350"/>
            </a:xfrm>
            <a:custGeom>
              <a:rect b="b" l="l" r="r" t="t"/>
              <a:pathLst>
                <a:path extrusionOk="0" h="214" w="3817">
                  <a:moveTo>
                    <a:pt x="108" y="1"/>
                  </a:moveTo>
                  <a:cubicBezTo>
                    <a:pt x="48" y="1"/>
                    <a:pt x="1" y="48"/>
                    <a:pt x="1" y="107"/>
                  </a:cubicBezTo>
                  <a:cubicBezTo>
                    <a:pt x="2" y="166"/>
                    <a:pt x="50" y="212"/>
                    <a:pt x="108" y="214"/>
                  </a:cubicBezTo>
                  <a:lnTo>
                    <a:pt x="3710" y="214"/>
                  </a:lnTo>
                  <a:cubicBezTo>
                    <a:pt x="3768" y="212"/>
                    <a:pt x="3815" y="166"/>
                    <a:pt x="3817" y="107"/>
                  </a:cubicBezTo>
                  <a:cubicBezTo>
                    <a:pt x="3817" y="48"/>
                    <a:pt x="3769" y="1"/>
                    <a:pt x="371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34"/>
            <p:cNvSpPr/>
            <p:nvPr/>
          </p:nvSpPr>
          <p:spPr>
            <a:xfrm>
              <a:off x="5893225" y="783100"/>
              <a:ext cx="95425" cy="5350"/>
            </a:xfrm>
            <a:custGeom>
              <a:rect b="b" l="l" r="r" t="t"/>
              <a:pathLst>
                <a:path extrusionOk="0" h="214" w="3817">
                  <a:moveTo>
                    <a:pt x="108" y="1"/>
                  </a:moveTo>
                  <a:cubicBezTo>
                    <a:pt x="48" y="1"/>
                    <a:pt x="1" y="48"/>
                    <a:pt x="1" y="106"/>
                  </a:cubicBezTo>
                  <a:cubicBezTo>
                    <a:pt x="2" y="164"/>
                    <a:pt x="50" y="212"/>
                    <a:pt x="108" y="213"/>
                  </a:cubicBezTo>
                  <a:lnTo>
                    <a:pt x="3710" y="213"/>
                  </a:lnTo>
                  <a:cubicBezTo>
                    <a:pt x="3768" y="212"/>
                    <a:pt x="3815" y="164"/>
                    <a:pt x="3817" y="106"/>
                  </a:cubicBezTo>
                  <a:cubicBezTo>
                    <a:pt x="3817" y="48"/>
                    <a:pt x="3769" y="1"/>
                    <a:pt x="371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34"/>
            <p:cNvSpPr/>
            <p:nvPr/>
          </p:nvSpPr>
          <p:spPr>
            <a:xfrm>
              <a:off x="5893225" y="804125"/>
              <a:ext cx="95425" cy="5400"/>
            </a:xfrm>
            <a:custGeom>
              <a:rect b="b" l="l" r="r" t="t"/>
              <a:pathLst>
                <a:path extrusionOk="0" h="216" w="3817">
                  <a:moveTo>
                    <a:pt x="108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1" y="166"/>
                    <a:pt x="50" y="215"/>
                    <a:pt x="108" y="215"/>
                  </a:cubicBezTo>
                  <a:lnTo>
                    <a:pt x="3710" y="215"/>
                  </a:lnTo>
                  <a:cubicBezTo>
                    <a:pt x="3769" y="215"/>
                    <a:pt x="3817" y="166"/>
                    <a:pt x="3817" y="108"/>
                  </a:cubicBezTo>
                  <a:cubicBezTo>
                    <a:pt x="3817" y="48"/>
                    <a:pt x="3769" y="1"/>
                    <a:pt x="371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34"/>
            <p:cNvSpPr/>
            <p:nvPr/>
          </p:nvSpPr>
          <p:spPr>
            <a:xfrm>
              <a:off x="5893225" y="825200"/>
              <a:ext cx="95425" cy="5350"/>
            </a:xfrm>
            <a:custGeom>
              <a:rect b="b" l="l" r="r" t="t"/>
              <a:pathLst>
                <a:path extrusionOk="0" h="214" w="3817">
                  <a:moveTo>
                    <a:pt x="108" y="1"/>
                  </a:moveTo>
                  <a:cubicBezTo>
                    <a:pt x="50" y="2"/>
                    <a:pt x="2" y="48"/>
                    <a:pt x="1" y="108"/>
                  </a:cubicBezTo>
                  <a:cubicBezTo>
                    <a:pt x="1" y="166"/>
                    <a:pt x="50" y="213"/>
                    <a:pt x="108" y="213"/>
                  </a:cubicBezTo>
                  <a:lnTo>
                    <a:pt x="3710" y="213"/>
                  </a:lnTo>
                  <a:cubicBezTo>
                    <a:pt x="3769" y="213"/>
                    <a:pt x="3817" y="166"/>
                    <a:pt x="3817" y="108"/>
                  </a:cubicBezTo>
                  <a:cubicBezTo>
                    <a:pt x="3815" y="48"/>
                    <a:pt x="3768" y="2"/>
                    <a:pt x="371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4"/>
            <p:cNvSpPr/>
            <p:nvPr/>
          </p:nvSpPr>
          <p:spPr>
            <a:xfrm>
              <a:off x="5893225" y="846300"/>
              <a:ext cx="95425" cy="5350"/>
            </a:xfrm>
            <a:custGeom>
              <a:rect b="b" l="l" r="r" t="t"/>
              <a:pathLst>
                <a:path extrusionOk="0" h="214" w="3817">
                  <a:moveTo>
                    <a:pt x="108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2" y="166"/>
                    <a:pt x="50" y="214"/>
                    <a:pt x="108" y="214"/>
                  </a:cubicBezTo>
                  <a:lnTo>
                    <a:pt x="3710" y="214"/>
                  </a:lnTo>
                  <a:cubicBezTo>
                    <a:pt x="3768" y="214"/>
                    <a:pt x="3815" y="166"/>
                    <a:pt x="3817" y="108"/>
                  </a:cubicBezTo>
                  <a:cubicBezTo>
                    <a:pt x="3817" y="48"/>
                    <a:pt x="3769" y="1"/>
                    <a:pt x="371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34"/>
            <p:cNvSpPr/>
            <p:nvPr/>
          </p:nvSpPr>
          <p:spPr>
            <a:xfrm>
              <a:off x="5893225" y="867375"/>
              <a:ext cx="95425" cy="5350"/>
            </a:xfrm>
            <a:custGeom>
              <a:rect b="b" l="l" r="r" t="t"/>
              <a:pathLst>
                <a:path extrusionOk="0" h="214" w="3817">
                  <a:moveTo>
                    <a:pt x="108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1" y="166"/>
                    <a:pt x="50" y="213"/>
                    <a:pt x="108" y="213"/>
                  </a:cubicBezTo>
                  <a:lnTo>
                    <a:pt x="3710" y="213"/>
                  </a:lnTo>
                  <a:cubicBezTo>
                    <a:pt x="3769" y="213"/>
                    <a:pt x="3817" y="166"/>
                    <a:pt x="3817" y="108"/>
                  </a:cubicBezTo>
                  <a:cubicBezTo>
                    <a:pt x="3817" y="48"/>
                    <a:pt x="3769" y="0"/>
                    <a:pt x="371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34"/>
            <p:cNvSpPr/>
            <p:nvPr/>
          </p:nvSpPr>
          <p:spPr>
            <a:xfrm>
              <a:off x="5872825" y="762025"/>
              <a:ext cx="16600" cy="5350"/>
            </a:xfrm>
            <a:custGeom>
              <a:rect b="b" l="l" r="r" t="t"/>
              <a:pathLst>
                <a:path extrusionOk="0" h="214" w="664">
                  <a:moveTo>
                    <a:pt x="107" y="1"/>
                  </a:moveTo>
                  <a:cubicBezTo>
                    <a:pt x="48" y="1"/>
                    <a:pt x="1" y="48"/>
                    <a:pt x="1" y="107"/>
                  </a:cubicBezTo>
                  <a:cubicBezTo>
                    <a:pt x="1" y="166"/>
                    <a:pt x="48" y="214"/>
                    <a:pt x="107" y="214"/>
                  </a:cubicBezTo>
                  <a:lnTo>
                    <a:pt x="558" y="214"/>
                  </a:lnTo>
                  <a:cubicBezTo>
                    <a:pt x="616" y="212"/>
                    <a:pt x="663" y="166"/>
                    <a:pt x="663" y="107"/>
                  </a:cubicBezTo>
                  <a:cubicBezTo>
                    <a:pt x="663" y="48"/>
                    <a:pt x="616" y="1"/>
                    <a:pt x="55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34"/>
            <p:cNvSpPr/>
            <p:nvPr/>
          </p:nvSpPr>
          <p:spPr>
            <a:xfrm>
              <a:off x="5872825" y="783100"/>
              <a:ext cx="16600" cy="5350"/>
            </a:xfrm>
            <a:custGeom>
              <a:rect b="b" l="l" r="r" t="t"/>
              <a:pathLst>
                <a:path extrusionOk="0" h="214" w="664">
                  <a:moveTo>
                    <a:pt x="107" y="1"/>
                  </a:moveTo>
                  <a:cubicBezTo>
                    <a:pt x="48" y="1"/>
                    <a:pt x="1" y="48"/>
                    <a:pt x="1" y="106"/>
                  </a:cubicBezTo>
                  <a:cubicBezTo>
                    <a:pt x="1" y="166"/>
                    <a:pt x="48" y="213"/>
                    <a:pt x="107" y="213"/>
                  </a:cubicBezTo>
                  <a:lnTo>
                    <a:pt x="558" y="213"/>
                  </a:lnTo>
                  <a:cubicBezTo>
                    <a:pt x="616" y="212"/>
                    <a:pt x="663" y="164"/>
                    <a:pt x="663" y="106"/>
                  </a:cubicBezTo>
                  <a:cubicBezTo>
                    <a:pt x="663" y="48"/>
                    <a:pt x="616" y="1"/>
                    <a:pt x="55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4"/>
            <p:cNvSpPr/>
            <p:nvPr/>
          </p:nvSpPr>
          <p:spPr>
            <a:xfrm>
              <a:off x="5872825" y="804125"/>
              <a:ext cx="16600" cy="5400"/>
            </a:xfrm>
            <a:custGeom>
              <a:rect b="b" l="l" r="r" t="t"/>
              <a:pathLst>
                <a:path extrusionOk="0" h="216" w="664">
                  <a:moveTo>
                    <a:pt x="107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1" y="166"/>
                    <a:pt x="48" y="215"/>
                    <a:pt x="107" y="215"/>
                  </a:cubicBezTo>
                  <a:lnTo>
                    <a:pt x="558" y="215"/>
                  </a:lnTo>
                  <a:cubicBezTo>
                    <a:pt x="616" y="215"/>
                    <a:pt x="663" y="166"/>
                    <a:pt x="663" y="108"/>
                  </a:cubicBezTo>
                  <a:cubicBezTo>
                    <a:pt x="663" y="48"/>
                    <a:pt x="616" y="1"/>
                    <a:pt x="55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34"/>
            <p:cNvSpPr/>
            <p:nvPr/>
          </p:nvSpPr>
          <p:spPr>
            <a:xfrm>
              <a:off x="5872825" y="825200"/>
              <a:ext cx="16600" cy="5350"/>
            </a:xfrm>
            <a:custGeom>
              <a:rect b="b" l="l" r="r" t="t"/>
              <a:pathLst>
                <a:path extrusionOk="0" h="214" w="664">
                  <a:moveTo>
                    <a:pt x="107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1" y="166"/>
                    <a:pt x="48" y="213"/>
                    <a:pt x="107" y="213"/>
                  </a:cubicBezTo>
                  <a:lnTo>
                    <a:pt x="558" y="213"/>
                  </a:lnTo>
                  <a:cubicBezTo>
                    <a:pt x="616" y="213"/>
                    <a:pt x="663" y="166"/>
                    <a:pt x="663" y="108"/>
                  </a:cubicBezTo>
                  <a:cubicBezTo>
                    <a:pt x="663" y="48"/>
                    <a:pt x="616" y="2"/>
                    <a:pt x="55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34"/>
            <p:cNvSpPr/>
            <p:nvPr/>
          </p:nvSpPr>
          <p:spPr>
            <a:xfrm>
              <a:off x="5872825" y="846300"/>
              <a:ext cx="16600" cy="5350"/>
            </a:xfrm>
            <a:custGeom>
              <a:rect b="b" l="l" r="r" t="t"/>
              <a:pathLst>
                <a:path extrusionOk="0" h="214" w="664">
                  <a:moveTo>
                    <a:pt x="107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1" y="166"/>
                    <a:pt x="48" y="214"/>
                    <a:pt x="107" y="214"/>
                  </a:cubicBezTo>
                  <a:lnTo>
                    <a:pt x="558" y="214"/>
                  </a:lnTo>
                  <a:cubicBezTo>
                    <a:pt x="616" y="214"/>
                    <a:pt x="663" y="166"/>
                    <a:pt x="663" y="108"/>
                  </a:cubicBezTo>
                  <a:cubicBezTo>
                    <a:pt x="663" y="48"/>
                    <a:pt x="616" y="1"/>
                    <a:pt x="55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34"/>
            <p:cNvSpPr/>
            <p:nvPr/>
          </p:nvSpPr>
          <p:spPr>
            <a:xfrm>
              <a:off x="5872825" y="867375"/>
              <a:ext cx="16600" cy="5350"/>
            </a:xfrm>
            <a:custGeom>
              <a:rect b="b" l="l" r="r" t="t"/>
              <a:pathLst>
                <a:path extrusionOk="0" h="214" w="664">
                  <a:moveTo>
                    <a:pt x="107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1" y="166"/>
                    <a:pt x="48" y="213"/>
                    <a:pt x="107" y="213"/>
                  </a:cubicBezTo>
                  <a:lnTo>
                    <a:pt x="558" y="213"/>
                  </a:lnTo>
                  <a:cubicBezTo>
                    <a:pt x="616" y="213"/>
                    <a:pt x="663" y="166"/>
                    <a:pt x="663" y="108"/>
                  </a:cubicBezTo>
                  <a:cubicBezTo>
                    <a:pt x="663" y="48"/>
                    <a:pt x="616" y="0"/>
                    <a:pt x="55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4"/>
            <p:cNvSpPr/>
            <p:nvPr/>
          </p:nvSpPr>
          <p:spPr>
            <a:xfrm>
              <a:off x="4447300" y="1644425"/>
              <a:ext cx="157625" cy="211150"/>
            </a:xfrm>
            <a:custGeom>
              <a:rect b="b" l="l" r="r" t="t"/>
              <a:pathLst>
                <a:path extrusionOk="0" h="8446" w="6305">
                  <a:moveTo>
                    <a:pt x="0" y="0"/>
                  </a:moveTo>
                  <a:lnTo>
                    <a:pt x="0" y="8445"/>
                  </a:lnTo>
                  <a:lnTo>
                    <a:pt x="6304" y="8445"/>
                  </a:lnTo>
                  <a:lnTo>
                    <a:pt x="6304" y="1721"/>
                  </a:lnTo>
                  <a:lnTo>
                    <a:pt x="442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34"/>
            <p:cNvSpPr/>
            <p:nvPr/>
          </p:nvSpPr>
          <p:spPr>
            <a:xfrm>
              <a:off x="4456525" y="1637275"/>
              <a:ext cx="157600" cy="211150"/>
            </a:xfrm>
            <a:custGeom>
              <a:rect b="b" l="l" r="r" t="t"/>
              <a:pathLst>
                <a:path extrusionOk="0" h="8446" w="6304">
                  <a:moveTo>
                    <a:pt x="0" y="0"/>
                  </a:moveTo>
                  <a:lnTo>
                    <a:pt x="0" y="8445"/>
                  </a:lnTo>
                  <a:lnTo>
                    <a:pt x="6303" y="8445"/>
                  </a:lnTo>
                  <a:lnTo>
                    <a:pt x="6303" y="1721"/>
                  </a:lnTo>
                  <a:lnTo>
                    <a:pt x="44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34"/>
            <p:cNvSpPr/>
            <p:nvPr/>
          </p:nvSpPr>
          <p:spPr>
            <a:xfrm>
              <a:off x="4454100" y="1634625"/>
              <a:ext cx="162950" cy="216475"/>
            </a:xfrm>
            <a:custGeom>
              <a:rect b="b" l="l" r="r" t="t"/>
              <a:pathLst>
                <a:path extrusionOk="0" h="8659" w="6518">
                  <a:moveTo>
                    <a:pt x="4481" y="213"/>
                  </a:moveTo>
                  <a:lnTo>
                    <a:pt x="6291" y="1875"/>
                  </a:lnTo>
                  <a:lnTo>
                    <a:pt x="6291" y="8444"/>
                  </a:lnTo>
                  <a:lnTo>
                    <a:pt x="203" y="8444"/>
                  </a:lnTo>
                  <a:lnTo>
                    <a:pt x="203" y="213"/>
                  </a:lnTo>
                  <a:close/>
                  <a:moveTo>
                    <a:pt x="108" y="0"/>
                  </a:moveTo>
                  <a:cubicBezTo>
                    <a:pt x="48" y="0"/>
                    <a:pt x="1" y="48"/>
                    <a:pt x="1" y="106"/>
                  </a:cubicBezTo>
                  <a:lnTo>
                    <a:pt x="1" y="8551"/>
                  </a:lnTo>
                  <a:cubicBezTo>
                    <a:pt x="1" y="8611"/>
                    <a:pt x="48" y="8659"/>
                    <a:pt x="108" y="8659"/>
                  </a:cubicBezTo>
                  <a:lnTo>
                    <a:pt x="6400" y="8659"/>
                  </a:lnTo>
                  <a:lnTo>
                    <a:pt x="6400" y="8657"/>
                  </a:lnTo>
                  <a:cubicBezTo>
                    <a:pt x="6405" y="8659"/>
                    <a:pt x="6408" y="8659"/>
                    <a:pt x="6412" y="8659"/>
                  </a:cubicBezTo>
                  <a:cubicBezTo>
                    <a:pt x="6470" y="8657"/>
                    <a:pt x="6518" y="8609"/>
                    <a:pt x="6518" y="8551"/>
                  </a:cubicBezTo>
                  <a:lnTo>
                    <a:pt x="6518" y="1827"/>
                  </a:lnTo>
                  <a:cubicBezTo>
                    <a:pt x="6518" y="1798"/>
                    <a:pt x="6506" y="1769"/>
                    <a:pt x="6484" y="1748"/>
                  </a:cubicBezTo>
                  <a:lnTo>
                    <a:pt x="4607" y="30"/>
                  </a:lnTo>
                  <a:cubicBezTo>
                    <a:pt x="4588" y="11"/>
                    <a:pt x="4561" y="0"/>
                    <a:pt x="453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34"/>
            <p:cNvSpPr/>
            <p:nvPr/>
          </p:nvSpPr>
          <p:spPr>
            <a:xfrm>
              <a:off x="4555700" y="1637275"/>
              <a:ext cx="58425" cy="50575"/>
            </a:xfrm>
            <a:custGeom>
              <a:rect b="b" l="l" r="r" t="t"/>
              <a:pathLst>
                <a:path extrusionOk="0" h="2023" w="2337">
                  <a:moveTo>
                    <a:pt x="460" y="0"/>
                  </a:moveTo>
                  <a:lnTo>
                    <a:pt x="0" y="2022"/>
                  </a:lnTo>
                  <a:lnTo>
                    <a:pt x="0" y="2022"/>
                  </a:lnTo>
                  <a:lnTo>
                    <a:pt x="2336" y="1721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4"/>
            <p:cNvSpPr/>
            <p:nvPr/>
          </p:nvSpPr>
          <p:spPr>
            <a:xfrm>
              <a:off x="4552900" y="1634625"/>
              <a:ext cx="64225" cy="55900"/>
            </a:xfrm>
            <a:custGeom>
              <a:rect b="b" l="l" r="r" t="t"/>
              <a:pathLst>
                <a:path extrusionOk="0" h="2236" w="2569">
                  <a:moveTo>
                    <a:pt x="636" y="316"/>
                  </a:moveTo>
                  <a:lnTo>
                    <a:pt x="2207" y="1757"/>
                  </a:lnTo>
                  <a:lnTo>
                    <a:pt x="250" y="2009"/>
                  </a:lnTo>
                  <a:lnTo>
                    <a:pt x="250" y="2009"/>
                  </a:lnTo>
                  <a:lnTo>
                    <a:pt x="636" y="316"/>
                  </a:lnTo>
                  <a:close/>
                  <a:moveTo>
                    <a:pt x="571" y="1"/>
                  </a:moveTo>
                  <a:cubicBezTo>
                    <a:pt x="523" y="1"/>
                    <a:pt x="479" y="34"/>
                    <a:pt x="468" y="82"/>
                  </a:cubicBezTo>
                  <a:lnTo>
                    <a:pt x="6" y="2103"/>
                  </a:lnTo>
                  <a:cubicBezTo>
                    <a:pt x="0" y="2137"/>
                    <a:pt x="9" y="2173"/>
                    <a:pt x="33" y="2198"/>
                  </a:cubicBezTo>
                  <a:cubicBezTo>
                    <a:pt x="52" y="2220"/>
                    <a:pt x="81" y="2234"/>
                    <a:pt x="112" y="2235"/>
                  </a:cubicBezTo>
                  <a:lnTo>
                    <a:pt x="112" y="2234"/>
                  </a:lnTo>
                  <a:lnTo>
                    <a:pt x="115" y="2232"/>
                  </a:lnTo>
                  <a:lnTo>
                    <a:pt x="2462" y="1933"/>
                  </a:lnTo>
                  <a:cubicBezTo>
                    <a:pt x="2488" y="1932"/>
                    <a:pt x="2512" y="1918"/>
                    <a:pt x="2530" y="1899"/>
                  </a:cubicBezTo>
                  <a:cubicBezTo>
                    <a:pt x="2569" y="1854"/>
                    <a:pt x="2566" y="1787"/>
                    <a:pt x="2521" y="1748"/>
                  </a:cubicBezTo>
                  <a:lnTo>
                    <a:pt x="645" y="29"/>
                  </a:lnTo>
                  <a:cubicBezTo>
                    <a:pt x="630" y="17"/>
                    <a:pt x="614" y="8"/>
                    <a:pt x="596" y="3"/>
                  </a:cubicBezTo>
                  <a:cubicBezTo>
                    <a:pt x="588" y="2"/>
                    <a:pt x="579" y="1"/>
                    <a:pt x="57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34"/>
            <p:cNvSpPr/>
            <p:nvPr/>
          </p:nvSpPr>
          <p:spPr>
            <a:xfrm>
              <a:off x="4567200" y="1637275"/>
              <a:ext cx="46925" cy="43050"/>
            </a:xfrm>
            <a:custGeom>
              <a:rect b="b" l="l" r="r" t="t"/>
              <a:pathLst>
                <a:path extrusionOk="0" h="1722" w="1877">
                  <a:moveTo>
                    <a:pt x="0" y="0"/>
                  </a:moveTo>
                  <a:lnTo>
                    <a:pt x="0" y="1721"/>
                  </a:lnTo>
                  <a:lnTo>
                    <a:pt x="1876" y="17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34"/>
            <p:cNvSpPr/>
            <p:nvPr/>
          </p:nvSpPr>
          <p:spPr>
            <a:xfrm>
              <a:off x="4564500" y="1634650"/>
              <a:ext cx="52600" cy="48350"/>
            </a:xfrm>
            <a:custGeom>
              <a:rect b="b" l="l" r="r" t="t"/>
              <a:pathLst>
                <a:path extrusionOk="0" h="1934" w="2104">
                  <a:moveTo>
                    <a:pt x="214" y="348"/>
                  </a:moveTo>
                  <a:lnTo>
                    <a:pt x="1707" y="1719"/>
                  </a:lnTo>
                  <a:lnTo>
                    <a:pt x="214" y="1719"/>
                  </a:lnTo>
                  <a:lnTo>
                    <a:pt x="214" y="348"/>
                  </a:lnTo>
                  <a:close/>
                  <a:moveTo>
                    <a:pt x="109" y="0"/>
                  </a:moveTo>
                  <a:cubicBezTo>
                    <a:pt x="94" y="0"/>
                    <a:pt x="79" y="3"/>
                    <a:pt x="65" y="10"/>
                  </a:cubicBezTo>
                  <a:cubicBezTo>
                    <a:pt x="28" y="26"/>
                    <a:pt x="2" y="63"/>
                    <a:pt x="1" y="105"/>
                  </a:cubicBezTo>
                  <a:lnTo>
                    <a:pt x="1" y="1826"/>
                  </a:lnTo>
                  <a:cubicBezTo>
                    <a:pt x="1" y="1886"/>
                    <a:pt x="49" y="1934"/>
                    <a:pt x="108" y="1934"/>
                  </a:cubicBezTo>
                  <a:lnTo>
                    <a:pt x="1984" y="1934"/>
                  </a:lnTo>
                  <a:lnTo>
                    <a:pt x="1984" y="1932"/>
                  </a:lnTo>
                  <a:cubicBezTo>
                    <a:pt x="1986" y="1932"/>
                    <a:pt x="1987" y="1932"/>
                    <a:pt x="1989" y="1932"/>
                  </a:cubicBezTo>
                  <a:cubicBezTo>
                    <a:pt x="2018" y="1932"/>
                    <a:pt x="2045" y="1919"/>
                    <a:pt x="2065" y="1898"/>
                  </a:cubicBezTo>
                  <a:cubicBezTo>
                    <a:pt x="2103" y="1855"/>
                    <a:pt x="2100" y="1786"/>
                    <a:pt x="2057" y="1747"/>
                  </a:cubicBezTo>
                  <a:lnTo>
                    <a:pt x="181" y="28"/>
                  </a:lnTo>
                  <a:cubicBezTo>
                    <a:pt x="161" y="10"/>
                    <a:pt x="135" y="0"/>
                    <a:pt x="10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34"/>
            <p:cNvSpPr/>
            <p:nvPr/>
          </p:nvSpPr>
          <p:spPr>
            <a:xfrm>
              <a:off x="4484025" y="1708450"/>
              <a:ext cx="95175" cy="5325"/>
            </a:xfrm>
            <a:custGeom>
              <a:rect b="b" l="l" r="r" t="t"/>
              <a:pathLst>
                <a:path extrusionOk="0" h="213" w="3807">
                  <a:moveTo>
                    <a:pt x="107" y="0"/>
                  </a:moveTo>
                  <a:cubicBezTo>
                    <a:pt x="48" y="0"/>
                    <a:pt x="1" y="48"/>
                    <a:pt x="1" y="107"/>
                  </a:cubicBezTo>
                  <a:cubicBezTo>
                    <a:pt x="1" y="165"/>
                    <a:pt x="48" y="213"/>
                    <a:pt x="107" y="213"/>
                  </a:cubicBezTo>
                  <a:lnTo>
                    <a:pt x="3701" y="213"/>
                  </a:lnTo>
                  <a:cubicBezTo>
                    <a:pt x="3759" y="213"/>
                    <a:pt x="3807" y="165"/>
                    <a:pt x="3807" y="107"/>
                  </a:cubicBezTo>
                  <a:cubicBezTo>
                    <a:pt x="3805" y="49"/>
                    <a:pt x="3759" y="1"/>
                    <a:pt x="370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34"/>
            <p:cNvSpPr/>
            <p:nvPr/>
          </p:nvSpPr>
          <p:spPr>
            <a:xfrm>
              <a:off x="4484025" y="1730650"/>
              <a:ext cx="95175" cy="5400"/>
            </a:xfrm>
            <a:custGeom>
              <a:rect b="b" l="l" r="r" t="t"/>
              <a:pathLst>
                <a:path extrusionOk="0" h="216" w="3807">
                  <a:moveTo>
                    <a:pt x="107" y="1"/>
                  </a:moveTo>
                  <a:cubicBezTo>
                    <a:pt x="48" y="1"/>
                    <a:pt x="1" y="49"/>
                    <a:pt x="1" y="108"/>
                  </a:cubicBezTo>
                  <a:cubicBezTo>
                    <a:pt x="1" y="168"/>
                    <a:pt x="48" y="215"/>
                    <a:pt x="107" y="215"/>
                  </a:cubicBezTo>
                  <a:lnTo>
                    <a:pt x="3701" y="215"/>
                  </a:lnTo>
                  <a:cubicBezTo>
                    <a:pt x="3759" y="215"/>
                    <a:pt x="3807" y="168"/>
                    <a:pt x="3807" y="108"/>
                  </a:cubicBezTo>
                  <a:cubicBezTo>
                    <a:pt x="3805" y="50"/>
                    <a:pt x="3759" y="2"/>
                    <a:pt x="370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34"/>
            <p:cNvSpPr/>
            <p:nvPr/>
          </p:nvSpPr>
          <p:spPr>
            <a:xfrm>
              <a:off x="4484025" y="1752700"/>
              <a:ext cx="95175" cy="5350"/>
            </a:xfrm>
            <a:custGeom>
              <a:rect b="b" l="l" r="r" t="t"/>
              <a:pathLst>
                <a:path extrusionOk="0" h="214" w="3807">
                  <a:moveTo>
                    <a:pt x="107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1" y="166"/>
                    <a:pt x="48" y="213"/>
                    <a:pt x="107" y="213"/>
                  </a:cubicBezTo>
                  <a:lnTo>
                    <a:pt x="3701" y="213"/>
                  </a:lnTo>
                  <a:cubicBezTo>
                    <a:pt x="3759" y="213"/>
                    <a:pt x="3807" y="166"/>
                    <a:pt x="3807" y="108"/>
                  </a:cubicBezTo>
                  <a:cubicBezTo>
                    <a:pt x="3807" y="48"/>
                    <a:pt x="3759" y="0"/>
                    <a:pt x="370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34"/>
            <p:cNvSpPr/>
            <p:nvPr/>
          </p:nvSpPr>
          <p:spPr>
            <a:xfrm>
              <a:off x="4484025" y="1774700"/>
              <a:ext cx="95175" cy="5375"/>
            </a:xfrm>
            <a:custGeom>
              <a:rect b="b" l="l" r="r" t="t"/>
              <a:pathLst>
                <a:path extrusionOk="0" h="215" w="3807">
                  <a:moveTo>
                    <a:pt x="107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1" y="167"/>
                    <a:pt x="48" y="215"/>
                    <a:pt x="107" y="215"/>
                  </a:cubicBezTo>
                  <a:lnTo>
                    <a:pt x="3701" y="215"/>
                  </a:lnTo>
                  <a:cubicBezTo>
                    <a:pt x="3759" y="215"/>
                    <a:pt x="3807" y="167"/>
                    <a:pt x="3807" y="108"/>
                  </a:cubicBezTo>
                  <a:cubicBezTo>
                    <a:pt x="3807" y="48"/>
                    <a:pt x="3759" y="0"/>
                    <a:pt x="370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34"/>
            <p:cNvSpPr/>
            <p:nvPr/>
          </p:nvSpPr>
          <p:spPr>
            <a:xfrm>
              <a:off x="4484025" y="1796725"/>
              <a:ext cx="95175" cy="5350"/>
            </a:xfrm>
            <a:custGeom>
              <a:rect b="b" l="l" r="r" t="t"/>
              <a:pathLst>
                <a:path extrusionOk="0" h="214" w="3807">
                  <a:moveTo>
                    <a:pt x="107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1" y="166"/>
                    <a:pt x="48" y="214"/>
                    <a:pt x="107" y="214"/>
                  </a:cubicBezTo>
                  <a:lnTo>
                    <a:pt x="3701" y="214"/>
                  </a:lnTo>
                  <a:cubicBezTo>
                    <a:pt x="3759" y="214"/>
                    <a:pt x="3805" y="166"/>
                    <a:pt x="3807" y="108"/>
                  </a:cubicBezTo>
                  <a:cubicBezTo>
                    <a:pt x="3807" y="48"/>
                    <a:pt x="3759" y="1"/>
                    <a:pt x="370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34"/>
            <p:cNvSpPr/>
            <p:nvPr/>
          </p:nvSpPr>
          <p:spPr>
            <a:xfrm>
              <a:off x="4556100" y="1715700"/>
              <a:ext cx="157650" cy="211150"/>
            </a:xfrm>
            <a:custGeom>
              <a:rect b="b" l="l" r="r" t="t"/>
              <a:pathLst>
                <a:path extrusionOk="0" h="8446" w="6306">
                  <a:moveTo>
                    <a:pt x="0" y="0"/>
                  </a:moveTo>
                  <a:lnTo>
                    <a:pt x="0" y="8446"/>
                  </a:lnTo>
                  <a:lnTo>
                    <a:pt x="6306" y="8446"/>
                  </a:lnTo>
                  <a:lnTo>
                    <a:pt x="6306" y="1722"/>
                  </a:lnTo>
                  <a:lnTo>
                    <a:pt x="443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34"/>
            <p:cNvSpPr/>
            <p:nvPr/>
          </p:nvSpPr>
          <p:spPr>
            <a:xfrm>
              <a:off x="4565325" y="1708625"/>
              <a:ext cx="157625" cy="211125"/>
            </a:xfrm>
            <a:custGeom>
              <a:rect b="b" l="l" r="r" t="t"/>
              <a:pathLst>
                <a:path extrusionOk="0" h="8445" w="6305">
                  <a:moveTo>
                    <a:pt x="1" y="0"/>
                  </a:moveTo>
                  <a:lnTo>
                    <a:pt x="1" y="8444"/>
                  </a:lnTo>
                  <a:lnTo>
                    <a:pt x="6305" y="8444"/>
                  </a:lnTo>
                  <a:lnTo>
                    <a:pt x="6305" y="1719"/>
                  </a:lnTo>
                  <a:lnTo>
                    <a:pt x="44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34"/>
            <p:cNvSpPr/>
            <p:nvPr/>
          </p:nvSpPr>
          <p:spPr>
            <a:xfrm>
              <a:off x="4562650" y="1705800"/>
              <a:ext cx="163025" cy="216625"/>
            </a:xfrm>
            <a:custGeom>
              <a:rect b="b" l="l" r="r" t="t"/>
              <a:pathLst>
                <a:path extrusionOk="0" h="8665" w="6521">
                  <a:moveTo>
                    <a:pt x="4494" y="219"/>
                  </a:moveTo>
                  <a:lnTo>
                    <a:pt x="6305" y="1878"/>
                  </a:lnTo>
                  <a:lnTo>
                    <a:pt x="6305" y="8452"/>
                  </a:lnTo>
                  <a:lnTo>
                    <a:pt x="213" y="8452"/>
                  </a:lnTo>
                  <a:lnTo>
                    <a:pt x="213" y="219"/>
                  </a:lnTo>
                  <a:close/>
                  <a:moveTo>
                    <a:pt x="4539" y="0"/>
                  </a:moveTo>
                  <a:cubicBezTo>
                    <a:pt x="4538" y="0"/>
                    <a:pt x="4536" y="0"/>
                    <a:pt x="4534" y="0"/>
                  </a:cubicBezTo>
                  <a:lnTo>
                    <a:pt x="108" y="0"/>
                  </a:lnTo>
                  <a:cubicBezTo>
                    <a:pt x="48" y="0"/>
                    <a:pt x="0" y="48"/>
                    <a:pt x="0" y="106"/>
                  </a:cubicBezTo>
                  <a:lnTo>
                    <a:pt x="0" y="8557"/>
                  </a:lnTo>
                  <a:cubicBezTo>
                    <a:pt x="0" y="8617"/>
                    <a:pt x="48" y="8664"/>
                    <a:pt x="108" y="8664"/>
                  </a:cubicBezTo>
                  <a:lnTo>
                    <a:pt x="6418" y="8664"/>
                  </a:lnTo>
                  <a:cubicBezTo>
                    <a:pt x="6476" y="8660"/>
                    <a:pt x="6520" y="8609"/>
                    <a:pt x="6517" y="8551"/>
                  </a:cubicBezTo>
                  <a:lnTo>
                    <a:pt x="6517" y="1826"/>
                  </a:lnTo>
                  <a:cubicBezTo>
                    <a:pt x="6517" y="1796"/>
                    <a:pt x="6506" y="1768"/>
                    <a:pt x="6483" y="1747"/>
                  </a:cubicBezTo>
                  <a:lnTo>
                    <a:pt x="4607" y="27"/>
                  </a:lnTo>
                  <a:cubicBezTo>
                    <a:pt x="4589" y="10"/>
                    <a:pt x="4564" y="0"/>
                    <a:pt x="453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4664500" y="1708625"/>
              <a:ext cx="58450" cy="50500"/>
            </a:xfrm>
            <a:custGeom>
              <a:rect b="b" l="l" r="r" t="t"/>
              <a:pathLst>
                <a:path extrusionOk="0" h="2020" w="2338">
                  <a:moveTo>
                    <a:pt x="460" y="0"/>
                  </a:moveTo>
                  <a:lnTo>
                    <a:pt x="0" y="2019"/>
                  </a:lnTo>
                  <a:lnTo>
                    <a:pt x="0" y="2019"/>
                  </a:lnTo>
                  <a:lnTo>
                    <a:pt x="2338" y="1719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34"/>
            <p:cNvSpPr/>
            <p:nvPr/>
          </p:nvSpPr>
          <p:spPr>
            <a:xfrm>
              <a:off x="4661925" y="1705925"/>
              <a:ext cx="64225" cy="55850"/>
            </a:xfrm>
            <a:custGeom>
              <a:rect b="b" l="l" r="r" t="t"/>
              <a:pathLst>
                <a:path extrusionOk="0" h="2234" w="2569">
                  <a:moveTo>
                    <a:pt x="636" y="314"/>
                  </a:moveTo>
                  <a:lnTo>
                    <a:pt x="2208" y="1754"/>
                  </a:lnTo>
                  <a:lnTo>
                    <a:pt x="251" y="2005"/>
                  </a:lnTo>
                  <a:lnTo>
                    <a:pt x="636" y="314"/>
                  </a:lnTo>
                  <a:close/>
                  <a:moveTo>
                    <a:pt x="573" y="1"/>
                  </a:moveTo>
                  <a:cubicBezTo>
                    <a:pt x="562" y="1"/>
                    <a:pt x="551" y="2"/>
                    <a:pt x="541" y="6"/>
                  </a:cubicBezTo>
                  <a:cubicBezTo>
                    <a:pt x="504" y="16"/>
                    <a:pt x="475" y="46"/>
                    <a:pt x="468" y="85"/>
                  </a:cubicBezTo>
                  <a:lnTo>
                    <a:pt x="6" y="2104"/>
                  </a:lnTo>
                  <a:cubicBezTo>
                    <a:pt x="0" y="2138"/>
                    <a:pt x="9" y="2172"/>
                    <a:pt x="33" y="2197"/>
                  </a:cubicBezTo>
                  <a:cubicBezTo>
                    <a:pt x="53" y="2220"/>
                    <a:pt x="81" y="2233"/>
                    <a:pt x="112" y="2233"/>
                  </a:cubicBezTo>
                  <a:lnTo>
                    <a:pt x="2463" y="1932"/>
                  </a:lnTo>
                  <a:cubicBezTo>
                    <a:pt x="2490" y="1929"/>
                    <a:pt x="2512" y="1918"/>
                    <a:pt x="2530" y="1898"/>
                  </a:cubicBezTo>
                  <a:cubicBezTo>
                    <a:pt x="2569" y="1853"/>
                    <a:pt x="2566" y="1786"/>
                    <a:pt x="2521" y="1748"/>
                  </a:cubicBezTo>
                  <a:lnTo>
                    <a:pt x="645" y="28"/>
                  </a:lnTo>
                  <a:cubicBezTo>
                    <a:pt x="625" y="10"/>
                    <a:pt x="599" y="1"/>
                    <a:pt x="57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4"/>
            <p:cNvSpPr/>
            <p:nvPr/>
          </p:nvSpPr>
          <p:spPr>
            <a:xfrm>
              <a:off x="4676000" y="1708625"/>
              <a:ext cx="46950" cy="42975"/>
            </a:xfrm>
            <a:custGeom>
              <a:rect b="b" l="l" r="r" t="t"/>
              <a:pathLst>
                <a:path extrusionOk="0" h="1719" w="1878">
                  <a:moveTo>
                    <a:pt x="0" y="0"/>
                  </a:moveTo>
                  <a:lnTo>
                    <a:pt x="0" y="1719"/>
                  </a:lnTo>
                  <a:lnTo>
                    <a:pt x="1878" y="17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34"/>
            <p:cNvSpPr/>
            <p:nvPr/>
          </p:nvSpPr>
          <p:spPr>
            <a:xfrm>
              <a:off x="4673350" y="1705750"/>
              <a:ext cx="52475" cy="48525"/>
            </a:xfrm>
            <a:custGeom>
              <a:rect b="b" l="l" r="r" t="t"/>
              <a:pathLst>
                <a:path extrusionOk="0" h="1941" w="2099">
                  <a:moveTo>
                    <a:pt x="213" y="355"/>
                  </a:moveTo>
                  <a:lnTo>
                    <a:pt x="1705" y="1726"/>
                  </a:lnTo>
                  <a:lnTo>
                    <a:pt x="213" y="1726"/>
                  </a:lnTo>
                  <a:lnTo>
                    <a:pt x="213" y="355"/>
                  </a:lnTo>
                  <a:close/>
                  <a:moveTo>
                    <a:pt x="107" y="1"/>
                  </a:moveTo>
                  <a:cubicBezTo>
                    <a:pt x="92" y="1"/>
                    <a:pt x="78" y="3"/>
                    <a:pt x="65" y="10"/>
                  </a:cubicBezTo>
                  <a:cubicBezTo>
                    <a:pt x="26" y="28"/>
                    <a:pt x="1" y="66"/>
                    <a:pt x="1" y="108"/>
                  </a:cubicBezTo>
                  <a:lnTo>
                    <a:pt x="1" y="1834"/>
                  </a:lnTo>
                  <a:cubicBezTo>
                    <a:pt x="1" y="1893"/>
                    <a:pt x="48" y="1941"/>
                    <a:pt x="106" y="1941"/>
                  </a:cubicBezTo>
                  <a:lnTo>
                    <a:pt x="1984" y="1941"/>
                  </a:lnTo>
                  <a:lnTo>
                    <a:pt x="1982" y="1939"/>
                  </a:lnTo>
                  <a:cubicBezTo>
                    <a:pt x="2030" y="1939"/>
                    <a:pt x="2070" y="1910"/>
                    <a:pt x="2084" y="1865"/>
                  </a:cubicBezTo>
                  <a:cubicBezTo>
                    <a:pt x="2098" y="1825"/>
                    <a:pt x="2088" y="1779"/>
                    <a:pt x="2055" y="1749"/>
                  </a:cubicBezTo>
                  <a:lnTo>
                    <a:pt x="179" y="29"/>
                  </a:lnTo>
                  <a:cubicBezTo>
                    <a:pt x="159" y="11"/>
                    <a:pt x="133" y="1"/>
                    <a:pt x="1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4"/>
            <p:cNvSpPr/>
            <p:nvPr/>
          </p:nvSpPr>
          <p:spPr>
            <a:xfrm>
              <a:off x="4592725" y="1779975"/>
              <a:ext cx="95200" cy="5400"/>
            </a:xfrm>
            <a:custGeom>
              <a:rect b="b" l="l" r="r" t="t"/>
              <a:pathLst>
                <a:path extrusionOk="0" h="216" w="3808">
                  <a:moveTo>
                    <a:pt x="108" y="1"/>
                  </a:moveTo>
                  <a:cubicBezTo>
                    <a:pt x="48" y="1"/>
                    <a:pt x="0" y="48"/>
                    <a:pt x="0" y="108"/>
                  </a:cubicBezTo>
                  <a:cubicBezTo>
                    <a:pt x="0" y="168"/>
                    <a:pt x="48" y="215"/>
                    <a:pt x="108" y="215"/>
                  </a:cubicBezTo>
                  <a:lnTo>
                    <a:pt x="3705" y="215"/>
                  </a:lnTo>
                  <a:cubicBezTo>
                    <a:pt x="3762" y="212"/>
                    <a:pt x="3808" y="165"/>
                    <a:pt x="3808" y="108"/>
                  </a:cubicBezTo>
                  <a:cubicBezTo>
                    <a:pt x="3808" y="48"/>
                    <a:pt x="3759" y="1"/>
                    <a:pt x="37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4"/>
            <p:cNvSpPr/>
            <p:nvPr/>
          </p:nvSpPr>
          <p:spPr>
            <a:xfrm>
              <a:off x="4592725" y="1801950"/>
              <a:ext cx="95200" cy="5375"/>
            </a:xfrm>
            <a:custGeom>
              <a:rect b="b" l="l" r="r" t="t"/>
              <a:pathLst>
                <a:path extrusionOk="0" h="215" w="3808">
                  <a:moveTo>
                    <a:pt x="108" y="0"/>
                  </a:moveTo>
                  <a:cubicBezTo>
                    <a:pt x="48" y="0"/>
                    <a:pt x="0" y="48"/>
                    <a:pt x="0" y="107"/>
                  </a:cubicBezTo>
                  <a:cubicBezTo>
                    <a:pt x="0" y="167"/>
                    <a:pt x="48" y="215"/>
                    <a:pt x="108" y="215"/>
                  </a:cubicBezTo>
                  <a:lnTo>
                    <a:pt x="3705" y="215"/>
                  </a:lnTo>
                  <a:cubicBezTo>
                    <a:pt x="3762" y="212"/>
                    <a:pt x="3808" y="165"/>
                    <a:pt x="3808" y="107"/>
                  </a:cubicBezTo>
                  <a:cubicBezTo>
                    <a:pt x="3808" y="48"/>
                    <a:pt x="3759" y="0"/>
                    <a:pt x="37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34"/>
            <p:cNvSpPr/>
            <p:nvPr/>
          </p:nvSpPr>
          <p:spPr>
            <a:xfrm>
              <a:off x="4592725" y="1823975"/>
              <a:ext cx="95200" cy="5350"/>
            </a:xfrm>
            <a:custGeom>
              <a:rect b="b" l="l" r="r" t="t"/>
              <a:pathLst>
                <a:path extrusionOk="0" h="214" w="3808">
                  <a:moveTo>
                    <a:pt x="108" y="1"/>
                  </a:moveTo>
                  <a:cubicBezTo>
                    <a:pt x="48" y="1"/>
                    <a:pt x="0" y="48"/>
                    <a:pt x="0" y="108"/>
                  </a:cubicBezTo>
                  <a:cubicBezTo>
                    <a:pt x="0" y="166"/>
                    <a:pt x="48" y="214"/>
                    <a:pt x="108" y="214"/>
                  </a:cubicBezTo>
                  <a:lnTo>
                    <a:pt x="3705" y="214"/>
                  </a:lnTo>
                  <a:cubicBezTo>
                    <a:pt x="3762" y="212"/>
                    <a:pt x="3808" y="164"/>
                    <a:pt x="3808" y="108"/>
                  </a:cubicBezTo>
                  <a:cubicBezTo>
                    <a:pt x="3808" y="48"/>
                    <a:pt x="3759" y="1"/>
                    <a:pt x="37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34"/>
            <p:cNvSpPr/>
            <p:nvPr/>
          </p:nvSpPr>
          <p:spPr>
            <a:xfrm>
              <a:off x="4592725" y="1845975"/>
              <a:ext cx="95200" cy="5400"/>
            </a:xfrm>
            <a:custGeom>
              <a:rect b="b" l="l" r="r" t="t"/>
              <a:pathLst>
                <a:path extrusionOk="0" h="216" w="3808">
                  <a:moveTo>
                    <a:pt x="108" y="1"/>
                  </a:moveTo>
                  <a:cubicBezTo>
                    <a:pt x="48" y="1"/>
                    <a:pt x="0" y="48"/>
                    <a:pt x="0" y="108"/>
                  </a:cubicBezTo>
                  <a:cubicBezTo>
                    <a:pt x="0" y="167"/>
                    <a:pt x="48" y="215"/>
                    <a:pt x="108" y="215"/>
                  </a:cubicBezTo>
                  <a:lnTo>
                    <a:pt x="3705" y="215"/>
                  </a:lnTo>
                  <a:cubicBezTo>
                    <a:pt x="3762" y="212"/>
                    <a:pt x="3808" y="166"/>
                    <a:pt x="3808" y="108"/>
                  </a:cubicBezTo>
                  <a:cubicBezTo>
                    <a:pt x="3808" y="48"/>
                    <a:pt x="3759" y="1"/>
                    <a:pt x="37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34"/>
            <p:cNvSpPr/>
            <p:nvPr/>
          </p:nvSpPr>
          <p:spPr>
            <a:xfrm>
              <a:off x="4592725" y="1868025"/>
              <a:ext cx="95200" cy="5325"/>
            </a:xfrm>
            <a:custGeom>
              <a:rect b="b" l="l" r="r" t="t"/>
              <a:pathLst>
                <a:path extrusionOk="0" h="213" w="3808">
                  <a:moveTo>
                    <a:pt x="108" y="0"/>
                  </a:moveTo>
                  <a:cubicBezTo>
                    <a:pt x="48" y="0"/>
                    <a:pt x="0" y="48"/>
                    <a:pt x="0" y="107"/>
                  </a:cubicBezTo>
                  <a:cubicBezTo>
                    <a:pt x="0" y="165"/>
                    <a:pt x="48" y="213"/>
                    <a:pt x="108" y="213"/>
                  </a:cubicBezTo>
                  <a:lnTo>
                    <a:pt x="3705" y="213"/>
                  </a:lnTo>
                  <a:cubicBezTo>
                    <a:pt x="3762" y="212"/>
                    <a:pt x="3808" y="164"/>
                    <a:pt x="3808" y="107"/>
                  </a:cubicBezTo>
                  <a:cubicBezTo>
                    <a:pt x="3808" y="48"/>
                    <a:pt x="3759" y="0"/>
                    <a:pt x="37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34"/>
            <p:cNvSpPr/>
            <p:nvPr/>
          </p:nvSpPr>
          <p:spPr>
            <a:xfrm>
              <a:off x="5802925" y="1484825"/>
              <a:ext cx="87550" cy="582625"/>
            </a:xfrm>
            <a:custGeom>
              <a:rect b="b" l="l" r="r" t="t"/>
              <a:pathLst>
                <a:path extrusionOk="0" h="23305" w="3502">
                  <a:moveTo>
                    <a:pt x="3394" y="1"/>
                  </a:moveTo>
                  <a:cubicBezTo>
                    <a:pt x="3334" y="1"/>
                    <a:pt x="3287" y="49"/>
                    <a:pt x="3287" y="108"/>
                  </a:cubicBezTo>
                  <a:lnTo>
                    <a:pt x="3287" y="5202"/>
                  </a:lnTo>
                  <a:lnTo>
                    <a:pt x="33" y="8458"/>
                  </a:lnTo>
                  <a:cubicBezTo>
                    <a:pt x="13" y="8477"/>
                    <a:pt x="1" y="8506"/>
                    <a:pt x="1" y="8534"/>
                  </a:cubicBezTo>
                  <a:lnTo>
                    <a:pt x="1" y="23197"/>
                  </a:lnTo>
                  <a:cubicBezTo>
                    <a:pt x="1" y="23257"/>
                    <a:pt x="48" y="23304"/>
                    <a:pt x="108" y="23304"/>
                  </a:cubicBezTo>
                  <a:cubicBezTo>
                    <a:pt x="166" y="23304"/>
                    <a:pt x="214" y="23255"/>
                    <a:pt x="214" y="23197"/>
                  </a:cubicBezTo>
                  <a:lnTo>
                    <a:pt x="214" y="8579"/>
                  </a:lnTo>
                  <a:lnTo>
                    <a:pt x="3468" y="5322"/>
                  </a:lnTo>
                  <a:cubicBezTo>
                    <a:pt x="3489" y="5303"/>
                    <a:pt x="3501" y="5276"/>
                    <a:pt x="3501" y="5248"/>
                  </a:cubicBezTo>
                  <a:lnTo>
                    <a:pt x="3501" y="108"/>
                  </a:lnTo>
                  <a:cubicBezTo>
                    <a:pt x="3501" y="49"/>
                    <a:pt x="3453" y="1"/>
                    <a:pt x="339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34"/>
            <p:cNvSpPr/>
            <p:nvPr/>
          </p:nvSpPr>
          <p:spPr>
            <a:xfrm>
              <a:off x="5857450" y="1699700"/>
              <a:ext cx="66475" cy="350875"/>
            </a:xfrm>
            <a:custGeom>
              <a:rect b="b" l="l" r="r" t="t"/>
              <a:pathLst>
                <a:path extrusionOk="0" h="14035" w="2659">
                  <a:moveTo>
                    <a:pt x="2551" y="0"/>
                  </a:moveTo>
                  <a:cubicBezTo>
                    <a:pt x="2493" y="2"/>
                    <a:pt x="2447" y="49"/>
                    <a:pt x="2446" y="107"/>
                  </a:cubicBezTo>
                  <a:lnTo>
                    <a:pt x="2446" y="2509"/>
                  </a:lnTo>
                  <a:lnTo>
                    <a:pt x="34" y="4921"/>
                  </a:lnTo>
                  <a:cubicBezTo>
                    <a:pt x="14" y="4940"/>
                    <a:pt x="2" y="4967"/>
                    <a:pt x="1" y="4995"/>
                  </a:cubicBezTo>
                  <a:lnTo>
                    <a:pt x="1" y="13928"/>
                  </a:lnTo>
                  <a:cubicBezTo>
                    <a:pt x="1" y="13987"/>
                    <a:pt x="50" y="14035"/>
                    <a:pt x="108" y="14035"/>
                  </a:cubicBezTo>
                  <a:cubicBezTo>
                    <a:pt x="166" y="14035"/>
                    <a:pt x="214" y="13989"/>
                    <a:pt x="215" y="13931"/>
                  </a:cubicBezTo>
                  <a:lnTo>
                    <a:pt x="215" y="5042"/>
                  </a:lnTo>
                  <a:lnTo>
                    <a:pt x="2629" y="2628"/>
                  </a:lnTo>
                  <a:cubicBezTo>
                    <a:pt x="2648" y="2607"/>
                    <a:pt x="2659" y="2579"/>
                    <a:pt x="2659" y="2551"/>
                  </a:cubicBezTo>
                  <a:lnTo>
                    <a:pt x="2659" y="107"/>
                  </a:lnTo>
                  <a:cubicBezTo>
                    <a:pt x="2659" y="48"/>
                    <a:pt x="2611" y="0"/>
                    <a:pt x="2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34"/>
            <p:cNvSpPr/>
            <p:nvPr/>
          </p:nvSpPr>
          <p:spPr>
            <a:xfrm>
              <a:off x="5735300" y="1505900"/>
              <a:ext cx="5350" cy="578375"/>
            </a:xfrm>
            <a:custGeom>
              <a:rect b="b" l="l" r="r" t="t"/>
              <a:pathLst>
                <a:path extrusionOk="0" h="23135" w="214">
                  <a:moveTo>
                    <a:pt x="106" y="1"/>
                  </a:moveTo>
                  <a:cubicBezTo>
                    <a:pt x="48" y="1"/>
                    <a:pt x="0" y="48"/>
                    <a:pt x="0" y="108"/>
                  </a:cubicBezTo>
                  <a:lnTo>
                    <a:pt x="0" y="23029"/>
                  </a:lnTo>
                  <a:cubicBezTo>
                    <a:pt x="0" y="23087"/>
                    <a:pt x="48" y="23134"/>
                    <a:pt x="106" y="23134"/>
                  </a:cubicBezTo>
                  <a:cubicBezTo>
                    <a:pt x="164" y="23134"/>
                    <a:pt x="212" y="23088"/>
                    <a:pt x="213" y="23030"/>
                  </a:cubicBezTo>
                  <a:lnTo>
                    <a:pt x="213" y="108"/>
                  </a:lnTo>
                  <a:cubicBezTo>
                    <a:pt x="213" y="48"/>
                    <a:pt x="165" y="1"/>
                    <a:pt x="1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34"/>
            <p:cNvSpPr/>
            <p:nvPr/>
          </p:nvSpPr>
          <p:spPr>
            <a:xfrm>
              <a:off x="5725100" y="1498650"/>
              <a:ext cx="26675" cy="26675"/>
            </a:xfrm>
            <a:custGeom>
              <a:rect b="b" l="l" r="r" t="t"/>
              <a:pathLst>
                <a:path extrusionOk="0" h="1067" w="1067">
                  <a:moveTo>
                    <a:pt x="533" y="0"/>
                  </a:moveTo>
                  <a:cubicBezTo>
                    <a:pt x="238" y="0"/>
                    <a:pt x="0" y="239"/>
                    <a:pt x="0" y="533"/>
                  </a:cubicBezTo>
                  <a:cubicBezTo>
                    <a:pt x="0" y="828"/>
                    <a:pt x="238" y="1066"/>
                    <a:pt x="533" y="1066"/>
                  </a:cubicBezTo>
                  <a:cubicBezTo>
                    <a:pt x="534" y="1066"/>
                    <a:pt x="535" y="1066"/>
                    <a:pt x="536" y="1066"/>
                  </a:cubicBezTo>
                  <a:cubicBezTo>
                    <a:pt x="828" y="1066"/>
                    <a:pt x="1065" y="830"/>
                    <a:pt x="1066" y="538"/>
                  </a:cubicBezTo>
                  <a:lnTo>
                    <a:pt x="1066" y="533"/>
                  </a:lnTo>
                  <a:cubicBezTo>
                    <a:pt x="1066" y="240"/>
                    <a:pt x="828" y="0"/>
                    <a:pt x="5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34"/>
            <p:cNvSpPr/>
            <p:nvPr/>
          </p:nvSpPr>
          <p:spPr>
            <a:xfrm>
              <a:off x="5873700" y="1474675"/>
              <a:ext cx="26750" cy="26675"/>
            </a:xfrm>
            <a:custGeom>
              <a:rect b="b" l="l" r="r" t="t"/>
              <a:pathLst>
                <a:path extrusionOk="0" h="1067" w="1070">
                  <a:moveTo>
                    <a:pt x="535" y="0"/>
                  </a:moveTo>
                  <a:cubicBezTo>
                    <a:pt x="241" y="0"/>
                    <a:pt x="3" y="238"/>
                    <a:pt x="2" y="531"/>
                  </a:cubicBezTo>
                  <a:cubicBezTo>
                    <a:pt x="0" y="825"/>
                    <a:pt x="238" y="1065"/>
                    <a:pt x="533" y="1067"/>
                  </a:cubicBezTo>
                  <a:lnTo>
                    <a:pt x="535" y="1067"/>
                  </a:lnTo>
                  <a:cubicBezTo>
                    <a:pt x="828" y="1067"/>
                    <a:pt x="1066" y="830"/>
                    <a:pt x="1068" y="535"/>
                  </a:cubicBezTo>
                  <a:cubicBezTo>
                    <a:pt x="1069" y="242"/>
                    <a:pt x="831" y="2"/>
                    <a:pt x="538" y="0"/>
                  </a:cubicBezTo>
                  <a:cubicBezTo>
                    <a:pt x="537" y="0"/>
                    <a:pt x="536" y="0"/>
                    <a:pt x="5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34"/>
            <p:cNvSpPr/>
            <p:nvPr/>
          </p:nvSpPr>
          <p:spPr>
            <a:xfrm>
              <a:off x="5907975" y="1683350"/>
              <a:ext cx="26675" cy="26675"/>
            </a:xfrm>
            <a:custGeom>
              <a:rect b="b" l="l" r="r" t="t"/>
              <a:pathLst>
                <a:path extrusionOk="0" h="1067" w="1067">
                  <a:moveTo>
                    <a:pt x="533" y="0"/>
                  </a:moveTo>
                  <a:cubicBezTo>
                    <a:pt x="239" y="0"/>
                    <a:pt x="0" y="239"/>
                    <a:pt x="0" y="534"/>
                  </a:cubicBezTo>
                  <a:cubicBezTo>
                    <a:pt x="0" y="828"/>
                    <a:pt x="239" y="1067"/>
                    <a:pt x="533" y="1067"/>
                  </a:cubicBezTo>
                  <a:cubicBezTo>
                    <a:pt x="828" y="1067"/>
                    <a:pt x="1066" y="828"/>
                    <a:pt x="1066" y="534"/>
                  </a:cubicBezTo>
                  <a:cubicBezTo>
                    <a:pt x="1066" y="239"/>
                    <a:pt x="828" y="0"/>
                    <a:pt x="5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34"/>
            <p:cNvSpPr/>
            <p:nvPr/>
          </p:nvSpPr>
          <p:spPr>
            <a:xfrm>
              <a:off x="4235525" y="2329325"/>
              <a:ext cx="1972600" cy="5375"/>
            </a:xfrm>
            <a:custGeom>
              <a:rect b="b" l="l" r="r" t="t"/>
              <a:pathLst>
                <a:path extrusionOk="0" h="215" w="78904">
                  <a:moveTo>
                    <a:pt x="106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1" y="167"/>
                    <a:pt x="48" y="215"/>
                    <a:pt x="106" y="215"/>
                  </a:cubicBezTo>
                  <a:lnTo>
                    <a:pt x="78798" y="215"/>
                  </a:lnTo>
                  <a:cubicBezTo>
                    <a:pt x="78856" y="215"/>
                    <a:pt x="78904" y="167"/>
                    <a:pt x="78904" y="108"/>
                  </a:cubicBezTo>
                  <a:cubicBezTo>
                    <a:pt x="78904" y="48"/>
                    <a:pt x="78856" y="0"/>
                    <a:pt x="7879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35"/>
          <p:cNvSpPr txBox="1"/>
          <p:nvPr>
            <p:ph type="title"/>
          </p:nvPr>
        </p:nvSpPr>
        <p:spPr>
          <a:xfrm>
            <a:off x="3440050" y="318400"/>
            <a:ext cx="214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47" name="Google Shape;647;p35"/>
          <p:cNvSpPr txBox="1"/>
          <p:nvPr>
            <p:ph idx="2" type="subTitle"/>
          </p:nvPr>
        </p:nvSpPr>
        <p:spPr>
          <a:xfrm>
            <a:off x="2502250" y="1350150"/>
            <a:ext cx="4024500" cy="219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Introdução &amp; Motivação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Desafios da Energia em IoT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Transferência de Energia Sem Fio (WET)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Técnicas de Clusterização Utilizadas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Metodologia &amp; Dados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Resultados &amp; Discussão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Conclusões &amp; Trabalhos Futuros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48" name="Google Shape;648;p35"/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649" name="Google Shape;649;p3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3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3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3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3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4" name="Google Shape;654;p35"/>
          <p:cNvGrpSpPr/>
          <p:nvPr/>
        </p:nvGrpSpPr>
        <p:grpSpPr>
          <a:xfrm>
            <a:off x="720000" y="4473500"/>
            <a:ext cx="1009703" cy="130500"/>
            <a:chOff x="5461400" y="616025"/>
            <a:chExt cx="1009703" cy="130500"/>
          </a:xfrm>
        </p:grpSpPr>
        <p:sp>
          <p:nvSpPr>
            <p:cNvPr id="655" name="Google Shape;655;p3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3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3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3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3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36"/>
          <p:cNvSpPr txBox="1"/>
          <p:nvPr>
            <p:ph idx="2" type="subTitle"/>
          </p:nvPr>
        </p:nvSpPr>
        <p:spPr>
          <a:xfrm>
            <a:off x="273850" y="1048250"/>
            <a:ext cx="4938600" cy="178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000000"/>
                </a:solidFill>
              </a:rPr>
              <a:t>Explosão de dispositivos IoT previstos até 2030 (&gt;70 bilhões)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000000"/>
                </a:solidFill>
              </a:rPr>
              <a:t>Necessidade crítica de soluções sustentáveis de energia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000000"/>
                </a:solidFill>
              </a:rPr>
              <a:t>Problemas com baterias: custo, manutenção e impacto ambiental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000000"/>
                </a:solidFill>
              </a:rPr>
              <a:t>WET como alternativa para alimentação contínua e sem fio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>
                <a:solidFill>
                  <a:srgbClr val="000000"/>
                </a:solidFill>
              </a:rPr>
              <a:t>Objetivo: otimizar posicionamento de Power Beacons (PBs) via clusterização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65" name="Google Shape;665;p36"/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666" name="Google Shape;666;p3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3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3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3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3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1" name="Google Shape;671;p36"/>
          <p:cNvGrpSpPr/>
          <p:nvPr/>
        </p:nvGrpSpPr>
        <p:grpSpPr>
          <a:xfrm>
            <a:off x="720000" y="4473500"/>
            <a:ext cx="1009703" cy="130500"/>
            <a:chOff x="5461400" y="616025"/>
            <a:chExt cx="1009703" cy="130500"/>
          </a:xfrm>
        </p:grpSpPr>
        <p:sp>
          <p:nvSpPr>
            <p:cNvPr id="672" name="Google Shape;672;p3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3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3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3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3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7" name="Google Shape;677;p36"/>
          <p:cNvSpPr txBox="1"/>
          <p:nvPr>
            <p:ph type="title"/>
          </p:nvPr>
        </p:nvSpPr>
        <p:spPr>
          <a:xfrm>
            <a:off x="1814800" y="62075"/>
            <a:ext cx="5588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</a:t>
            </a:r>
            <a:r>
              <a:rPr lang="en"/>
              <a:t>ção e motivação</a:t>
            </a:r>
            <a:endParaRPr/>
          </a:p>
        </p:txBody>
      </p:sp>
      <p:grpSp>
        <p:nvGrpSpPr>
          <p:cNvPr id="678" name="Google Shape;678;p36"/>
          <p:cNvGrpSpPr/>
          <p:nvPr/>
        </p:nvGrpSpPr>
        <p:grpSpPr>
          <a:xfrm>
            <a:off x="5096051" y="1048245"/>
            <a:ext cx="3434987" cy="3389793"/>
            <a:chOff x="1754781" y="217630"/>
            <a:chExt cx="4608247" cy="4547616"/>
          </a:xfrm>
        </p:grpSpPr>
        <p:sp>
          <p:nvSpPr>
            <p:cNvPr id="679" name="Google Shape;679;p36"/>
            <p:cNvSpPr/>
            <p:nvPr/>
          </p:nvSpPr>
          <p:spPr>
            <a:xfrm>
              <a:off x="1754781" y="443767"/>
              <a:ext cx="4608247" cy="4321479"/>
            </a:xfrm>
            <a:custGeom>
              <a:rect b="b" l="l" r="r" t="t"/>
              <a:pathLst>
                <a:path extrusionOk="0" h="94155" w="100403">
                  <a:moveTo>
                    <a:pt x="61527" y="0"/>
                  </a:moveTo>
                  <a:cubicBezTo>
                    <a:pt x="58172" y="0"/>
                    <a:pt x="54825" y="352"/>
                    <a:pt x="51542" y="1051"/>
                  </a:cubicBezTo>
                  <a:cubicBezTo>
                    <a:pt x="27909" y="5989"/>
                    <a:pt x="23088" y="26735"/>
                    <a:pt x="16509" y="33404"/>
                  </a:cubicBezTo>
                  <a:cubicBezTo>
                    <a:pt x="9931" y="40073"/>
                    <a:pt x="1" y="51121"/>
                    <a:pt x="4974" y="68009"/>
                  </a:cubicBezTo>
                  <a:cubicBezTo>
                    <a:pt x="8762" y="80849"/>
                    <a:pt x="19049" y="91486"/>
                    <a:pt x="34352" y="93723"/>
                  </a:cubicBezTo>
                  <a:cubicBezTo>
                    <a:pt x="36088" y="93976"/>
                    <a:pt x="37839" y="94119"/>
                    <a:pt x="39593" y="94150"/>
                  </a:cubicBezTo>
                  <a:cubicBezTo>
                    <a:pt x="39827" y="94153"/>
                    <a:pt x="40060" y="94155"/>
                    <a:pt x="40294" y="94155"/>
                  </a:cubicBezTo>
                  <a:cubicBezTo>
                    <a:pt x="43645" y="94155"/>
                    <a:pt x="46987" y="93816"/>
                    <a:pt x="50269" y="93140"/>
                  </a:cubicBezTo>
                  <a:cubicBezTo>
                    <a:pt x="74348" y="88306"/>
                    <a:pt x="73316" y="77194"/>
                    <a:pt x="85650" y="69967"/>
                  </a:cubicBezTo>
                  <a:cubicBezTo>
                    <a:pt x="93816" y="65186"/>
                    <a:pt x="97892" y="54778"/>
                    <a:pt x="98960" y="45822"/>
                  </a:cubicBezTo>
                  <a:cubicBezTo>
                    <a:pt x="100403" y="33616"/>
                    <a:pt x="96658" y="19137"/>
                    <a:pt x="87833" y="10085"/>
                  </a:cubicBezTo>
                  <a:cubicBezTo>
                    <a:pt x="87383" y="9614"/>
                    <a:pt x="86919" y="9166"/>
                    <a:pt x="86441" y="8739"/>
                  </a:cubicBezTo>
                  <a:cubicBezTo>
                    <a:pt x="80095" y="2976"/>
                    <a:pt x="70925" y="223"/>
                    <a:pt x="62517" y="10"/>
                  </a:cubicBezTo>
                  <a:cubicBezTo>
                    <a:pt x="62187" y="4"/>
                    <a:pt x="61857" y="0"/>
                    <a:pt x="6152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36"/>
            <p:cNvSpPr/>
            <p:nvPr/>
          </p:nvSpPr>
          <p:spPr>
            <a:xfrm>
              <a:off x="5281453" y="3347105"/>
              <a:ext cx="689931" cy="650964"/>
            </a:xfrm>
            <a:custGeom>
              <a:rect b="b" l="l" r="r" t="t"/>
              <a:pathLst>
                <a:path extrusionOk="0" h="14183" w="15032">
                  <a:moveTo>
                    <a:pt x="7100" y="799"/>
                  </a:moveTo>
                  <a:cubicBezTo>
                    <a:pt x="7471" y="800"/>
                    <a:pt x="7841" y="834"/>
                    <a:pt x="8206" y="900"/>
                  </a:cubicBezTo>
                  <a:cubicBezTo>
                    <a:pt x="9640" y="1157"/>
                    <a:pt x="10940" y="1902"/>
                    <a:pt x="11885" y="3010"/>
                  </a:cubicBezTo>
                  <a:cubicBezTo>
                    <a:pt x="12859" y="4150"/>
                    <a:pt x="13394" y="5600"/>
                    <a:pt x="13392" y="7100"/>
                  </a:cubicBezTo>
                  <a:cubicBezTo>
                    <a:pt x="13392" y="10576"/>
                    <a:pt x="10572" y="13394"/>
                    <a:pt x="7095" y="13394"/>
                  </a:cubicBezTo>
                  <a:cubicBezTo>
                    <a:pt x="3619" y="13392"/>
                    <a:pt x="802" y="10572"/>
                    <a:pt x="802" y="7095"/>
                  </a:cubicBezTo>
                  <a:cubicBezTo>
                    <a:pt x="803" y="3620"/>
                    <a:pt x="3622" y="803"/>
                    <a:pt x="7097" y="803"/>
                  </a:cubicBezTo>
                  <a:cubicBezTo>
                    <a:pt x="7098" y="803"/>
                    <a:pt x="7099" y="803"/>
                    <a:pt x="7100" y="803"/>
                  </a:cubicBezTo>
                  <a:lnTo>
                    <a:pt x="7100" y="799"/>
                  </a:lnTo>
                  <a:close/>
                  <a:moveTo>
                    <a:pt x="7100" y="589"/>
                  </a:moveTo>
                  <a:cubicBezTo>
                    <a:pt x="3637" y="678"/>
                    <a:pt x="851" y="3464"/>
                    <a:pt x="762" y="6927"/>
                  </a:cubicBezTo>
                  <a:cubicBezTo>
                    <a:pt x="669" y="10518"/>
                    <a:pt x="3507" y="13505"/>
                    <a:pt x="7100" y="13597"/>
                  </a:cubicBezTo>
                  <a:lnTo>
                    <a:pt x="7100" y="13593"/>
                  </a:lnTo>
                  <a:cubicBezTo>
                    <a:pt x="10691" y="13590"/>
                    <a:pt x="13602" y="10679"/>
                    <a:pt x="13607" y="7086"/>
                  </a:cubicBezTo>
                  <a:cubicBezTo>
                    <a:pt x="13601" y="3939"/>
                    <a:pt x="11342" y="1244"/>
                    <a:pt x="8242" y="690"/>
                  </a:cubicBezTo>
                  <a:cubicBezTo>
                    <a:pt x="7865" y="623"/>
                    <a:pt x="7483" y="589"/>
                    <a:pt x="7100" y="589"/>
                  </a:cubicBezTo>
                  <a:close/>
                  <a:moveTo>
                    <a:pt x="7100" y="218"/>
                  </a:moveTo>
                  <a:cubicBezTo>
                    <a:pt x="8522" y="218"/>
                    <a:pt x="9908" y="659"/>
                    <a:pt x="11069" y="1479"/>
                  </a:cubicBezTo>
                  <a:cubicBezTo>
                    <a:pt x="11534" y="1810"/>
                    <a:pt x="11955" y="2195"/>
                    <a:pt x="12326" y="2628"/>
                  </a:cubicBezTo>
                  <a:cubicBezTo>
                    <a:pt x="13391" y="3873"/>
                    <a:pt x="13976" y="5459"/>
                    <a:pt x="13974" y="7097"/>
                  </a:cubicBezTo>
                  <a:cubicBezTo>
                    <a:pt x="13974" y="10894"/>
                    <a:pt x="10895" y="13973"/>
                    <a:pt x="7098" y="13973"/>
                  </a:cubicBezTo>
                  <a:cubicBezTo>
                    <a:pt x="7097" y="13973"/>
                    <a:pt x="7096" y="13973"/>
                    <a:pt x="7095" y="13973"/>
                  </a:cubicBezTo>
                  <a:cubicBezTo>
                    <a:pt x="3297" y="13971"/>
                    <a:pt x="220" y="10892"/>
                    <a:pt x="220" y="7094"/>
                  </a:cubicBezTo>
                  <a:cubicBezTo>
                    <a:pt x="221" y="3296"/>
                    <a:pt x="3302" y="218"/>
                    <a:pt x="7100" y="218"/>
                  </a:cubicBezTo>
                  <a:close/>
                  <a:moveTo>
                    <a:pt x="7093" y="1"/>
                  </a:moveTo>
                  <a:cubicBezTo>
                    <a:pt x="7091" y="1"/>
                    <a:pt x="7090" y="1"/>
                    <a:pt x="7088" y="1"/>
                  </a:cubicBezTo>
                  <a:cubicBezTo>
                    <a:pt x="3172" y="3"/>
                    <a:pt x="1" y="3181"/>
                    <a:pt x="4" y="7097"/>
                  </a:cubicBezTo>
                  <a:cubicBezTo>
                    <a:pt x="7" y="11011"/>
                    <a:pt x="3181" y="14181"/>
                    <a:pt x="7094" y="14181"/>
                  </a:cubicBezTo>
                  <a:cubicBezTo>
                    <a:pt x="7096" y="14181"/>
                    <a:pt x="7098" y="14181"/>
                    <a:pt x="7100" y="14181"/>
                  </a:cubicBezTo>
                  <a:lnTo>
                    <a:pt x="7100" y="14183"/>
                  </a:lnTo>
                  <a:cubicBezTo>
                    <a:pt x="8787" y="14181"/>
                    <a:pt x="10420" y="13580"/>
                    <a:pt x="11702" y="12484"/>
                  </a:cubicBezTo>
                  <a:cubicBezTo>
                    <a:pt x="14680" y="9941"/>
                    <a:pt x="15031" y="5466"/>
                    <a:pt x="12488" y="2489"/>
                  </a:cubicBezTo>
                  <a:cubicBezTo>
                    <a:pt x="11141" y="910"/>
                    <a:pt x="9170" y="1"/>
                    <a:pt x="70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36"/>
            <p:cNvSpPr/>
            <p:nvPr/>
          </p:nvSpPr>
          <p:spPr>
            <a:xfrm>
              <a:off x="5281453" y="3347105"/>
              <a:ext cx="689931" cy="650964"/>
            </a:xfrm>
            <a:custGeom>
              <a:rect b="b" l="l" r="r" t="t"/>
              <a:pathLst>
                <a:path extrusionOk="0" h="14183" w="15032">
                  <a:moveTo>
                    <a:pt x="7100" y="799"/>
                  </a:moveTo>
                  <a:cubicBezTo>
                    <a:pt x="7471" y="800"/>
                    <a:pt x="7841" y="834"/>
                    <a:pt x="8206" y="900"/>
                  </a:cubicBezTo>
                  <a:cubicBezTo>
                    <a:pt x="9640" y="1157"/>
                    <a:pt x="10940" y="1902"/>
                    <a:pt x="11885" y="3010"/>
                  </a:cubicBezTo>
                  <a:cubicBezTo>
                    <a:pt x="12859" y="4150"/>
                    <a:pt x="13394" y="5600"/>
                    <a:pt x="13392" y="7100"/>
                  </a:cubicBezTo>
                  <a:cubicBezTo>
                    <a:pt x="13392" y="10576"/>
                    <a:pt x="10572" y="13394"/>
                    <a:pt x="7095" y="13394"/>
                  </a:cubicBezTo>
                  <a:cubicBezTo>
                    <a:pt x="3619" y="13392"/>
                    <a:pt x="802" y="10572"/>
                    <a:pt x="802" y="7095"/>
                  </a:cubicBezTo>
                  <a:cubicBezTo>
                    <a:pt x="803" y="3620"/>
                    <a:pt x="3622" y="803"/>
                    <a:pt x="7097" y="803"/>
                  </a:cubicBezTo>
                  <a:cubicBezTo>
                    <a:pt x="7098" y="803"/>
                    <a:pt x="7099" y="803"/>
                    <a:pt x="7100" y="803"/>
                  </a:cubicBezTo>
                  <a:lnTo>
                    <a:pt x="7100" y="799"/>
                  </a:lnTo>
                  <a:close/>
                  <a:moveTo>
                    <a:pt x="7100" y="589"/>
                  </a:moveTo>
                  <a:cubicBezTo>
                    <a:pt x="3637" y="678"/>
                    <a:pt x="851" y="3464"/>
                    <a:pt x="762" y="6927"/>
                  </a:cubicBezTo>
                  <a:cubicBezTo>
                    <a:pt x="669" y="10518"/>
                    <a:pt x="3507" y="13505"/>
                    <a:pt x="7100" y="13597"/>
                  </a:cubicBezTo>
                  <a:lnTo>
                    <a:pt x="7100" y="13593"/>
                  </a:lnTo>
                  <a:cubicBezTo>
                    <a:pt x="10691" y="13590"/>
                    <a:pt x="13602" y="10679"/>
                    <a:pt x="13607" y="7086"/>
                  </a:cubicBezTo>
                  <a:cubicBezTo>
                    <a:pt x="13601" y="3939"/>
                    <a:pt x="11342" y="1244"/>
                    <a:pt x="8242" y="690"/>
                  </a:cubicBezTo>
                  <a:cubicBezTo>
                    <a:pt x="7865" y="623"/>
                    <a:pt x="7483" y="589"/>
                    <a:pt x="7100" y="589"/>
                  </a:cubicBezTo>
                  <a:close/>
                  <a:moveTo>
                    <a:pt x="7100" y="218"/>
                  </a:moveTo>
                  <a:cubicBezTo>
                    <a:pt x="8522" y="218"/>
                    <a:pt x="9908" y="659"/>
                    <a:pt x="11069" y="1479"/>
                  </a:cubicBezTo>
                  <a:cubicBezTo>
                    <a:pt x="11534" y="1810"/>
                    <a:pt x="11955" y="2195"/>
                    <a:pt x="12326" y="2628"/>
                  </a:cubicBezTo>
                  <a:cubicBezTo>
                    <a:pt x="13391" y="3873"/>
                    <a:pt x="13976" y="5459"/>
                    <a:pt x="13974" y="7097"/>
                  </a:cubicBezTo>
                  <a:cubicBezTo>
                    <a:pt x="13974" y="10894"/>
                    <a:pt x="10895" y="13973"/>
                    <a:pt x="7098" y="13973"/>
                  </a:cubicBezTo>
                  <a:cubicBezTo>
                    <a:pt x="7097" y="13973"/>
                    <a:pt x="7096" y="13973"/>
                    <a:pt x="7095" y="13973"/>
                  </a:cubicBezTo>
                  <a:cubicBezTo>
                    <a:pt x="3297" y="13971"/>
                    <a:pt x="220" y="10892"/>
                    <a:pt x="220" y="7094"/>
                  </a:cubicBezTo>
                  <a:cubicBezTo>
                    <a:pt x="221" y="3296"/>
                    <a:pt x="3302" y="218"/>
                    <a:pt x="7100" y="218"/>
                  </a:cubicBezTo>
                  <a:close/>
                  <a:moveTo>
                    <a:pt x="7093" y="1"/>
                  </a:moveTo>
                  <a:cubicBezTo>
                    <a:pt x="7091" y="1"/>
                    <a:pt x="7090" y="1"/>
                    <a:pt x="7088" y="1"/>
                  </a:cubicBezTo>
                  <a:cubicBezTo>
                    <a:pt x="3172" y="3"/>
                    <a:pt x="1" y="3181"/>
                    <a:pt x="4" y="7097"/>
                  </a:cubicBezTo>
                  <a:cubicBezTo>
                    <a:pt x="7" y="11011"/>
                    <a:pt x="3181" y="14181"/>
                    <a:pt x="7094" y="14181"/>
                  </a:cubicBezTo>
                  <a:cubicBezTo>
                    <a:pt x="7096" y="14181"/>
                    <a:pt x="7098" y="14181"/>
                    <a:pt x="7100" y="14181"/>
                  </a:cubicBezTo>
                  <a:lnTo>
                    <a:pt x="7100" y="14183"/>
                  </a:lnTo>
                  <a:cubicBezTo>
                    <a:pt x="8787" y="14181"/>
                    <a:pt x="10420" y="13580"/>
                    <a:pt x="11702" y="12484"/>
                  </a:cubicBezTo>
                  <a:cubicBezTo>
                    <a:pt x="14680" y="9941"/>
                    <a:pt x="15031" y="5466"/>
                    <a:pt x="12488" y="2489"/>
                  </a:cubicBezTo>
                  <a:cubicBezTo>
                    <a:pt x="11141" y="910"/>
                    <a:pt x="9170" y="1"/>
                    <a:pt x="70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36"/>
            <p:cNvSpPr/>
            <p:nvPr/>
          </p:nvSpPr>
          <p:spPr>
            <a:xfrm>
              <a:off x="5218803" y="3284179"/>
              <a:ext cx="776999" cy="776953"/>
            </a:xfrm>
            <a:custGeom>
              <a:rect b="b" l="l" r="r" t="t"/>
              <a:pathLst>
                <a:path extrusionOk="0" h="16928" w="16929">
                  <a:moveTo>
                    <a:pt x="8465" y="1593"/>
                  </a:moveTo>
                  <a:lnTo>
                    <a:pt x="8465" y="1595"/>
                  </a:lnTo>
                  <a:cubicBezTo>
                    <a:pt x="9859" y="1595"/>
                    <a:pt x="11251" y="2013"/>
                    <a:pt x="12436" y="2852"/>
                  </a:cubicBezTo>
                  <a:cubicBezTo>
                    <a:pt x="12900" y="3181"/>
                    <a:pt x="13325" y="3568"/>
                    <a:pt x="13696" y="4001"/>
                  </a:cubicBezTo>
                  <a:cubicBezTo>
                    <a:pt x="14888" y="5396"/>
                    <a:pt x="15467" y="7172"/>
                    <a:pt x="15324" y="9002"/>
                  </a:cubicBezTo>
                  <a:cubicBezTo>
                    <a:pt x="15180" y="10832"/>
                    <a:pt x="14333" y="12498"/>
                    <a:pt x="12938" y="13691"/>
                  </a:cubicBezTo>
                  <a:cubicBezTo>
                    <a:pt x="11694" y="14754"/>
                    <a:pt x="10107" y="15341"/>
                    <a:pt x="8471" y="15341"/>
                  </a:cubicBezTo>
                  <a:lnTo>
                    <a:pt x="8456" y="15341"/>
                  </a:lnTo>
                  <a:cubicBezTo>
                    <a:pt x="7039" y="15341"/>
                    <a:pt x="5676" y="14909"/>
                    <a:pt x="4516" y="14093"/>
                  </a:cubicBezTo>
                  <a:cubicBezTo>
                    <a:pt x="3848" y="13621"/>
                    <a:pt x="3273" y="13042"/>
                    <a:pt x="2807" y="12370"/>
                  </a:cubicBezTo>
                  <a:cubicBezTo>
                    <a:pt x="653" y="9251"/>
                    <a:pt x="1439" y="4960"/>
                    <a:pt x="4558" y="2807"/>
                  </a:cubicBezTo>
                  <a:cubicBezTo>
                    <a:pt x="5730" y="1998"/>
                    <a:pt x="7098" y="1593"/>
                    <a:pt x="8465" y="1593"/>
                  </a:cubicBezTo>
                  <a:close/>
                  <a:moveTo>
                    <a:pt x="8464" y="1381"/>
                  </a:moveTo>
                  <a:cubicBezTo>
                    <a:pt x="7055" y="1381"/>
                    <a:pt x="5645" y="1797"/>
                    <a:pt x="4437" y="2631"/>
                  </a:cubicBezTo>
                  <a:cubicBezTo>
                    <a:pt x="1221" y="4851"/>
                    <a:pt x="411" y="9275"/>
                    <a:pt x="2631" y="12491"/>
                  </a:cubicBezTo>
                  <a:cubicBezTo>
                    <a:pt x="3111" y="13185"/>
                    <a:pt x="3705" y="13782"/>
                    <a:pt x="4394" y="14267"/>
                  </a:cubicBezTo>
                  <a:cubicBezTo>
                    <a:pt x="5590" y="15108"/>
                    <a:pt x="6994" y="15554"/>
                    <a:pt x="8456" y="15554"/>
                  </a:cubicBezTo>
                  <a:lnTo>
                    <a:pt x="8463" y="15554"/>
                  </a:lnTo>
                  <a:lnTo>
                    <a:pt x="8463" y="15446"/>
                  </a:lnTo>
                  <a:lnTo>
                    <a:pt x="8468" y="15554"/>
                  </a:lnTo>
                  <a:lnTo>
                    <a:pt x="8471" y="15554"/>
                  </a:lnTo>
                  <a:cubicBezTo>
                    <a:pt x="10158" y="15554"/>
                    <a:pt x="11794" y="14949"/>
                    <a:pt x="13076" y="13853"/>
                  </a:cubicBezTo>
                  <a:cubicBezTo>
                    <a:pt x="14514" y="12622"/>
                    <a:pt x="15388" y="10905"/>
                    <a:pt x="15536" y="9019"/>
                  </a:cubicBezTo>
                  <a:cubicBezTo>
                    <a:pt x="15683" y="7132"/>
                    <a:pt x="15088" y="5299"/>
                    <a:pt x="13858" y="3861"/>
                  </a:cubicBezTo>
                  <a:cubicBezTo>
                    <a:pt x="13475" y="3414"/>
                    <a:pt x="13037" y="3017"/>
                    <a:pt x="12558" y="2677"/>
                  </a:cubicBezTo>
                  <a:cubicBezTo>
                    <a:pt x="11337" y="1814"/>
                    <a:pt x="9901" y="1381"/>
                    <a:pt x="8464" y="1381"/>
                  </a:cubicBezTo>
                  <a:close/>
                  <a:moveTo>
                    <a:pt x="8465" y="213"/>
                  </a:moveTo>
                  <a:cubicBezTo>
                    <a:pt x="8950" y="213"/>
                    <a:pt x="9439" y="256"/>
                    <a:pt x="9915" y="340"/>
                  </a:cubicBezTo>
                  <a:cubicBezTo>
                    <a:pt x="11100" y="551"/>
                    <a:pt x="12247" y="1031"/>
                    <a:pt x="13228" y="1727"/>
                  </a:cubicBezTo>
                  <a:cubicBezTo>
                    <a:pt x="13786" y="2122"/>
                    <a:pt x="14294" y="2586"/>
                    <a:pt x="14738" y="3106"/>
                  </a:cubicBezTo>
                  <a:cubicBezTo>
                    <a:pt x="16012" y="4598"/>
                    <a:pt x="16715" y="6502"/>
                    <a:pt x="16715" y="8465"/>
                  </a:cubicBezTo>
                  <a:cubicBezTo>
                    <a:pt x="16715" y="10668"/>
                    <a:pt x="15856" y="12741"/>
                    <a:pt x="14297" y="14298"/>
                  </a:cubicBezTo>
                  <a:cubicBezTo>
                    <a:pt x="12740" y="15857"/>
                    <a:pt x="10669" y="16715"/>
                    <a:pt x="8463" y="16715"/>
                  </a:cubicBezTo>
                  <a:cubicBezTo>
                    <a:pt x="6260" y="16715"/>
                    <a:pt x="4187" y="15856"/>
                    <a:pt x="2630" y="14298"/>
                  </a:cubicBezTo>
                  <a:cubicBezTo>
                    <a:pt x="1071" y="12740"/>
                    <a:pt x="213" y="10668"/>
                    <a:pt x="213" y="8463"/>
                  </a:cubicBezTo>
                  <a:cubicBezTo>
                    <a:pt x="213" y="6260"/>
                    <a:pt x="1071" y="4189"/>
                    <a:pt x="2630" y="2630"/>
                  </a:cubicBezTo>
                  <a:cubicBezTo>
                    <a:pt x="4189" y="1072"/>
                    <a:pt x="6260" y="213"/>
                    <a:pt x="8465" y="213"/>
                  </a:cubicBezTo>
                  <a:close/>
                  <a:moveTo>
                    <a:pt x="8463" y="0"/>
                  </a:moveTo>
                  <a:cubicBezTo>
                    <a:pt x="6203" y="0"/>
                    <a:pt x="4079" y="880"/>
                    <a:pt x="2479" y="2479"/>
                  </a:cubicBezTo>
                  <a:cubicBezTo>
                    <a:pt x="880" y="4078"/>
                    <a:pt x="0" y="6203"/>
                    <a:pt x="0" y="8463"/>
                  </a:cubicBezTo>
                  <a:cubicBezTo>
                    <a:pt x="0" y="10725"/>
                    <a:pt x="880" y="12850"/>
                    <a:pt x="2479" y="14449"/>
                  </a:cubicBezTo>
                  <a:cubicBezTo>
                    <a:pt x="4077" y="16048"/>
                    <a:pt x="6203" y="16928"/>
                    <a:pt x="8463" y="16928"/>
                  </a:cubicBezTo>
                  <a:lnTo>
                    <a:pt x="8465" y="16928"/>
                  </a:lnTo>
                  <a:cubicBezTo>
                    <a:pt x="10725" y="16928"/>
                    <a:pt x="12850" y="16048"/>
                    <a:pt x="14449" y="14450"/>
                  </a:cubicBezTo>
                  <a:cubicBezTo>
                    <a:pt x="16048" y="12851"/>
                    <a:pt x="16928" y="10725"/>
                    <a:pt x="16928" y="8465"/>
                  </a:cubicBezTo>
                  <a:cubicBezTo>
                    <a:pt x="16928" y="6452"/>
                    <a:pt x="16207" y="4500"/>
                    <a:pt x="14900" y="2968"/>
                  </a:cubicBezTo>
                  <a:cubicBezTo>
                    <a:pt x="14445" y="2435"/>
                    <a:pt x="13923" y="1960"/>
                    <a:pt x="13352" y="1553"/>
                  </a:cubicBezTo>
                  <a:cubicBezTo>
                    <a:pt x="12345" y="838"/>
                    <a:pt x="11169" y="346"/>
                    <a:pt x="9952" y="130"/>
                  </a:cubicBezTo>
                  <a:cubicBezTo>
                    <a:pt x="9464" y="45"/>
                    <a:pt x="8962" y="0"/>
                    <a:pt x="84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6"/>
            <p:cNvSpPr/>
            <p:nvPr/>
          </p:nvSpPr>
          <p:spPr>
            <a:xfrm>
              <a:off x="5121409" y="3245166"/>
              <a:ext cx="490782" cy="672398"/>
            </a:xfrm>
            <a:custGeom>
              <a:rect b="b" l="l" r="r" t="t"/>
              <a:pathLst>
                <a:path extrusionOk="0" h="14650" w="10693">
                  <a:moveTo>
                    <a:pt x="10474" y="214"/>
                  </a:moveTo>
                  <a:lnTo>
                    <a:pt x="10490" y="850"/>
                  </a:lnTo>
                  <a:cubicBezTo>
                    <a:pt x="8848" y="873"/>
                    <a:pt x="7249" y="1371"/>
                    <a:pt x="5885" y="2286"/>
                  </a:cubicBezTo>
                  <a:cubicBezTo>
                    <a:pt x="2002" y="4891"/>
                    <a:pt x="967" y="10152"/>
                    <a:pt x="3573" y="14033"/>
                  </a:cubicBezTo>
                  <a:lnTo>
                    <a:pt x="3048" y="14394"/>
                  </a:lnTo>
                  <a:cubicBezTo>
                    <a:pt x="2061" y="12927"/>
                    <a:pt x="1522" y="11204"/>
                    <a:pt x="1499" y="9437"/>
                  </a:cubicBezTo>
                  <a:cubicBezTo>
                    <a:pt x="1430" y="4412"/>
                    <a:pt x="5449" y="283"/>
                    <a:pt x="10474" y="214"/>
                  </a:cubicBezTo>
                  <a:close/>
                  <a:moveTo>
                    <a:pt x="10587" y="0"/>
                  </a:moveTo>
                  <a:cubicBezTo>
                    <a:pt x="8698" y="0"/>
                    <a:pt x="6853" y="575"/>
                    <a:pt x="5298" y="1648"/>
                  </a:cubicBezTo>
                  <a:cubicBezTo>
                    <a:pt x="1064" y="4570"/>
                    <a:pt x="1" y="10370"/>
                    <a:pt x="2922" y="14605"/>
                  </a:cubicBezTo>
                  <a:cubicBezTo>
                    <a:pt x="2943" y="14633"/>
                    <a:pt x="2976" y="14650"/>
                    <a:pt x="3010" y="14650"/>
                  </a:cubicBezTo>
                  <a:cubicBezTo>
                    <a:pt x="3012" y="14650"/>
                    <a:pt x="3014" y="14650"/>
                    <a:pt x="3017" y="14650"/>
                  </a:cubicBezTo>
                  <a:cubicBezTo>
                    <a:pt x="3036" y="14650"/>
                    <a:pt x="3055" y="14644"/>
                    <a:pt x="3071" y="14633"/>
                  </a:cubicBezTo>
                  <a:lnTo>
                    <a:pt x="3771" y="14151"/>
                  </a:lnTo>
                  <a:cubicBezTo>
                    <a:pt x="3794" y="14136"/>
                    <a:pt x="3809" y="14111"/>
                    <a:pt x="3814" y="14082"/>
                  </a:cubicBezTo>
                  <a:cubicBezTo>
                    <a:pt x="3820" y="14056"/>
                    <a:pt x="3814" y="14026"/>
                    <a:pt x="3796" y="14003"/>
                  </a:cubicBezTo>
                  <a:cubicBezTo>
                    <a:pt x="2847" y="12628"/>
                    <a:pt x="2338" y="10994"/>
                    <a:pt x="2338" y="9322"/>
                  </a:cubicBezTo>
                  <a:cubicBezTo>
                    <a:pt x="2335" y="4765"/>
                    <a:pt x="6028" y="1068"/>
                    <a:pt x="10587" y="1066"/>
                  </a:cubicBezTo>
                  <a:cubicBezTo>
                    <a:pt x="10645" y="1066"/>
                    <a:pt x="10693" y="1018"/>
                    <a:pt x="10693" y="959"/>
                  </a:cubicBezTo>
                  <a:lnTo>
                    <a:pt x="10693" y="106"/>
                  </a:lnTo>
                  <a:cubicBezTo>
                    <a:pt x="10693" y="48"/>
                    <a:pt x="10645" y="0"/>
                    <a:pt x="105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6"/>
            <p:cNvSpPr/>
            <p:nvPr/>
          </p:nvSpPr>
          <p:spPr>
            <a:xfrm>
              <a:off x="5312159" y="3373955"/>
              <a:ext cx="593822" cy="597081"/>
            </a:xfrm>
            <a:custGeom>
              <a:rect b="b" l="l" r="r" t="t"/>
              <a:pathLst>
                <a:path extrusionOk="0" h="13009" w="12938">
                  <a:moveTo>
                    <a:pt x="6428" y="214"/>
                  </a:moveTo>
                  <a:cubicBezTo>
                    <a:pt x="6429" y="214"/>
                    <a:pt x="6430" y="214"/>
                    <a:pt x="6431" y="214"/>
                  </a:cubicBezTo>
                  <a:cubicBezTo>
                    <a:pt x="6802" y="214"/>
                    <a:pt x="7172" y="246"/>
                    <a:pt x="7537" y="312"/>
                  </a:cubicBezTo>
                  <a:cubicBezTo>
                    <a:pt x="8971" y="568"/>
                    <a:pt x="10271" y="1314"/>
                    <a:pt x="11216" y="2420"/>
                  </a:cubicBezTo>
                  <a:cubicBezTo>
                    <a:pt x="12190" y="3561"/>
                    <a:pt x="12725" y="5011"/>
                    <a:pt x="12723" y="6510"/>
                  </a:cubicBezTo>
                  <a:cubicBezTo>
                    <a:pt x="12723" y="9987"/>
                    <a:pt x="9903" y="12804"/>
                    <a:pt x="6426" y="12804"/>
                  </a:cubicBezTo>
                  <a:cubicBezTo>
                    <a:pt x="2950" y="12803"/>
                    <a:pt x="133" y="9984"/>
                    <a:pt x="133" y="6507"/>
                  </a:cubicBezTo>
                  <a:cubicBezTo>
                    <a:pt x="134" y="3032"/>
                    <a:pt x="2953" y="214"/>
                    <a:pt x="6428" y="214"/>
                  </a:cubicBezTo>
                  <a:close/>
                  <a:moveTo>
                    <a:pt x="6431" y="1"/>
                  </a:moveTo>
                  <a:cubicBezTo>
                    <a:pt x="2968" y="89"/>
                    <a:pt x="182" y="2874"/>
                    <a:pt x="93" y="6338"/>
                  </a:cubicBezTo>
                  <a:cubicBezTo>
                    <a:pt x="0" y="9930"/>
                    <a:pt x="2838" y="12917"/>
                    <a:pt x="6431" y="13008"/>
                  </a:cubicBezTo>
                  <a:cubicBezTo>
                    <a:pt x="10024" y="13005"/>
                    <a:pt x="12936" y="10091"/>
                    <a:pt x="12938" y="6498"/>
                  </a:cubicBezTo>
                  <a:cubicBezTo>
                    <a:pt x="12932" y="3349"/>
                    <a:pt x="10673" y="654"/>
                    <a:pt x="7573" y="100"/>
                  </a:cubicBezTo>
                  <a:cubicBezTo>
                    <a:pt x="7196" y="33"/>
                    <a:pt x="6814" y="1"/>
                    <a:pt x="64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36"/>
            <p:cNvSpPr/>
            <p:nvPr/>
          </p:nvSpPr>
          <p:spPr>
            <a:xfrm>
              <a:off x="5237438" y="3347288"/>
              <a:ext cx="374753" cy="512354"/>
            </a:xfrm>
            <a:custGeom>
              <a:rect b="b" l="l" r="r" t="t"/>
              <a:pathLst>
                <a:path extrusionOk="0" h="11163" w="8165">
                  <a:moveTo>
                    <a:pt x="7952" y="217"/>
                  </a:moveTo>
                  <a:lnTo>
                    <a:pt x="7952" y="580"/>
                  </a:lnTo>
                  <a:cubicBezTo>
                    <a:pt x="6703" y="601"/>
                    <a:pt x="5486" y="981"/>
                    <a:pt x="4448" y="1673"/>
                  </a:cubicBezTo>
                  <a:cubicBezTo>
                    <a:pt x="1460" y="3667"/>
                    <a:pt x="653" y="7705"/>
                    <a:pt x="2647" y="10693"/>
                  </a:cubicBezTo>
                  <a:lnTo>
                    <a:pt x="2341" y="10906"/>
                  </a:lnTo>
                  <a:cubicBezTo>
                    <a:pt x="1606" y="9806"/>
                    <a:pt x="1204" y="8516"/>
                    <a:pt x="1185" y="7193"/>
                  </a:cubicBezTo>
                  <a:cubicBezTo>
                    <a:pt x="1126" y="3397"/>
                    <a:pt x="4156" y="273"/>
                    <a:pt x="7952" y="217"/>
                  </a:cubicBezTo>
                  <a:close/>
                  <a:moveTo>
                    <a:pt x="8052" y="1"/>
                  </a:moveTo>
                  <a:cubicBezTo>
                    <a:pt x="6614" y="1"/>
                    <a:pt x="5210" y="440"/>
                    <a:pt x="4028" y="1258"/>
                  </a:cubicBezTo>
                  <a:cubicBezTo>
                    <a:pt x="808" y="3482"/>
                    <a:pt x="1" y="7895"/>
                    <a:pt x="2225" y="11116"/>
                  </a:cubicBezTo>
                  <a:cubicBezTo>
                    <a:pt x="2245" y="11146"/>
                    <a:pt x="2279" y="11162"/>
                    <a:pt x="2313" y="11162"/>
                  </a:cubicBezTo>
                  <a:cubicBezTo>
                    <a:pt x="2315" y="11162"/>
                    <a:pt x="2317" y="11162"/>
                    <a:pt x="2319" y="11162"/>
                  </a:cubicBezTo>
                  <a:cubicBezTo>
                    <a:pt x="2338" y="11162"/>
                    <a:pt x="2358" y="11155"/>
                    <a:pt x="2373" y="11144"/>
                  </a:cubicBezTo>
                  <a:lnTo>
                    <a:pt x="2855" y="10811"/>
                  </a:lnTo>
                  <a:cubicBezTo>
                    <a:pt x="2879" y="10794"/>
                    <a:pt x="2894" y="10770"/>
                    <a:pt x="2900" y="10742"/>
                  </a:cubicBezTo>
                  <a:cubicBezTo>
                    <a:pt x="2904" y="10715"/>
                    <a:pt x="2898" y="10686"/>
                    <a:pt x="2880" y="10663"/>
                  </a:cubicBezTo>
                  <a:cubicBezTo>
                    <a:pt x="2155" y="9614"/>
                    <a:pt x="1768" y="8367"/>
                    <a:pt x="1767" y="7091"/>
                  </a:cubicBezTo>
                  <a:cubicBezTo>
                    <a:pt x="1767" y="3616"/>
                    <a:pt x="4582" y="798"/>
                    <a:pt x="8059" y="796"/>
                  </a:cubicBezTo>
                  <a:cubicBezTo>
                    <a:pt x="8117" y="796"/>
                    <a:pt x="8165" y="748"/>
                    <a:pt x="8165" y="690"/>
                  </a:cubicBezTo>
                  <a:lnTo>
                    <a:pt x="8165" y="107"/>
                  </a:lnTo>
                  <a:cubicBezTo>
                    <a:pt x="8165" y="49"/>
                    <a:pt x="8117" y="1"/>
                    <a:pt x="8059" y="1"/>
                  </a:cubicBezTo>
                  <a:cubicBezTo>
                    <a:pt x="8057" y="1"/>
                    <a:pt x="8054" y="1"/>
                    <a:pt x="80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36"/>
            <p:cNvSpPr/>
            <p:nvPr/>
          </p:nvSpPr>
          <p:spPr>
            <a:xfrm>
              <a:off x="5653912" y="3351832"/>
              <a:ext cx="143980" cy="85920"/>
            </a:xfrm>
            <a:custGeom>
              <a:rect b="b" l="l" r="r" t="t"/>
              <a:pathLst>
                <a:path extrusionOk="0" h="1872" w="3137">
                  <a:moveTo>
                    <a:pt x="298" y="249"/>
                  </a:moveTo>
                  <a:cubicBezTo>
                    <a:pt x="1218" y="423"/>
                    <a:pt x="2094" y="786"/>
                    <a:pt x="2868" y="1315"/>
                  </a:cubicBezTo>
                  <a:lnTo>
                    <a:pt x="2655" y="1619"/>
                  </a:lnTo>
                  <a:cubicBezTo>
                    <a:pt x="1926" y="1117"/>
                    <a:pt x="1101" y="772"/>
                    <a:pt x="233" y="603"/>
                  </a:cubicBezTo>
                  <a:lnTo>
                    <a:pt x="298" y="249"/>
                  </a:lnTo>
                  <a:close/>
                  <a:moveTo>
                    <a:pt x="213" y="0"/>
                  </a:moveTo>
                  <a:cubicBezTo>
                    <a:pt x="161" y="0"/>
                    <a:pt x="116" y="37"/>
                    <a:pt x="106" y="90"/>
                  </a:cubicBezTo>
                  <a:lnTo>
                    <a:pt x="3" y="663"/>
                  </a:lnTo>
                  <a:cubicBezTo>
                    <a:pt x="0" y="691"/>
                    <a:pt x="6" y="718"/>
                    <a:pt x="21" y="742"/>
                  </a:cubicBezTo>
                  <a:cubicBezTo>
                    <a:pt x="38" y="764"/>
                    <a:pt x="63" y="780"/>
                    <a:pt x="91" y="786"/>
                  </a:cubicBezTo>
                  <a:cubicBezTo>
                    <a:pt x="1002" y="949"/>
                    <a:pt x="1866" y="1313"/>
                    <a:pt x="2618" y="1852"/>
                  </a:cubicBezTo>
                  <a:cubicBezTo>
                    <a:pt x="2636" y="1866"/>
                    <a:pt x="2658" y="1872"/>
                    <a:pt x="2680" y="1872"/>
                  </a:cubicBezTo>
                  <a:lnTo>
                    <a:pt x="2697" y="1861"/>
                  </a:lnTo>
                  <a:cubicBezTo>
                    <a:pt x="2725" y="1857"/>
                    <a:pt x="2750" y="1842"/>
                    <a:pt x="2768" y="1818"/>
                  </a:cubicBezTo>
                  <a:lnTo>
                    <a:pt x="3105" y="1342"/>
                  </a:lnTo>
                  <a:cubicBezTo>
                    <a:pt x="3136" y="1293"/>
                    <a:pt x="3126" y="1229"/>
                    <a:pt x="3080" y="1194"/>
                  </a:cubicBezTo>
                  <a:cubicBezTo>
                    <a:pt x="2229" y="590"/>
                    <a:pt x="1257" y="182"/>
                    <a:pt x="230" y="2"/>
                  </a:cubicBezTo>
                  <a:cubicBezTo>
                    <a:pt x="224" y="1"/>
                    <a:pt x="219" y="0"/>
                    <a:pt x="2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36"/>
            <p:cNvSpPr/>
            <p:nvPr/>
          </p:nvSpPr>
          <p:spPr>
            <a:xfrm>
              <a:off x="5669838" y="3251500"/>
              <a:ext cx="187262" cy="112678"/>
            </a:xfrm>
            <a:custGeom>
              <a:rect b="b" l="l" r="r" t="t"/>
              <a:pathLst>
                <a:path extrusionOk="0" h="2455" w="4080">
                  <a:moveTo>
                    <a:pt x="337" y="233"/>
                  </a:moveTo>
                  <a:cubicBezTo>
                    <a:pt x="1582" y="465"/>
                    <a:pt x="2761" y="959"/>
                    <a:pt x="3800" y="1680"/>
                  </a:cubicBezTo>
                  <a:lnTo>
                    <a:pt x="3434" y="2201"/>
                  </a:lnTo>
                  <a:cubicBezTo>
                    <a:pt x="2473" y="1534"/>
                    <a:pt x="1384" y="1077"/>
                    <a:pt x="236" y="858"/>
                  </a:cubicBezTo>
                  <a:lnTo>
                    <a:pt x="337" y="233"/>
                  </a:lnTo>
                  <a:close/>
                  <a:moveTo>
                    <a:pt x="259" y="1"/>
                  </a:moveTo>
                  <a:cubicBezTo>
                    <a:pt x="208" y="1"/>
                    <a:pt x="163" y="37"/>
                    <a:pt x="154" y="90"/>
                  </a:cubicBezTo>
                  <a:lnTo>
                    <a:pt x="5" y="924"/>
                  </a:lnTo>
                  <a:cubicBezTo>
                    <a:pt x="0" y="952"/>
                    <a:pt x="6" y="982"/>
                    <a:pt x="24" y="1004"/>
                  </a:cubicBezTo>
                  <a:cubicBezTo>
                    <a:pt x="39" y="1028"/>
                    <a:pt x="64" y="1043"/>
                    <a:pt x="93" y="1047"/>
                  </a:cubicBezTo>
                  <a:cubicBezTo>
                    <a:pt x="1287" y="1257"/>
                    <a:pt x="2418" y="1732"/>
                    <a:pt x="3406" y="2435"/>
                  </a:cubicBezTo>
                  <a:cubicBezTo>
                    <a:pt x="3425" y="2448"/>
                    <a:pt x="3446" y="2454"/>
                    <a:pt x="3468" y="2454"/>
                  </a:cubicBezTo>
                  <a:lnTo>
                    <a:pt x="3484" y="2453"/>
                  </a:lnTo>
                  <a:cubicBezTo>
                    <a:pt x="3513" y="2448"/>
                    <a:pt x="3538" y="2433"/>
                    <a:pt x="3554" y="2410"/>
                  </a:cubicBezTo>
                  <a:lnTo>
                    <a:pt x="4046" y="1717"/>
                  </a:lnTo>
                  <a:cubicBezTo>
                    <a:pt x="4046" y="1717"/>
                    <a:pt x="4046" y="1716"/>
                    <a:pt x="4046" y="1716"/>
                  </a:cubicBezTo>
                  <a:cubicBezTo>
                    <a:pt x="4080" y="1668"/>
                    <a:pt x="4068" y="1601"/>
                    <a:pt x="4020" y="1567"/>
                  </a:cubicBezTo>
                  <a:cubicBezTo>
                    <a:pt x="2904" y="775"/>
                    <a:pt x="1626" y="240"/>
                    <a:pt x="277" y="2"/>
                  </a:cubicBezTo>
                  <a:lnTo>
                    <a:pt x="276" y="2"/>
                  </a:lnTo>
                  <a:cubicBezTo>
                    <a:pt x="270" y="1"/>
                    <a:pt x="265" y="1"/>
                    <a:pt x="2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36"/>
            <p:cNvSpPr/>
            <p:nvPr/>
          </p:nvSpPr>
          <p:spPr>
            <a:xfrm>
              <a:off x="5417723" y="3459967"/>
              <a:ext cx="553662" cy="538378"/>
            </a:xfrm>
            <a:custGeom>
              <a:rect b="b" l="l" r="r" t="t"/>
              <a:pathLst>
                <a:path extrusionOk="0" h="11730" w="12063">
                  <a:moveTo>
                    <a:pt x="9427" y="259"/>
                  </a:moveTo>
                  <a:cubicBezTo>
                    <a:pt x="11361" y="2608"/>
                    <a:pt x="11519" y="5951"/>
                    <a:pt x="9816" y="8473"/>
                  </a:cubicBezTo>
                  <a:cubicBezTo>
                    <a:pt x="8487" y="10440"/>
                    <a:pt x="6319" y="11502"/>
                    <a:pt x="4111" y="11502"/>
                  </a:cubicBezTo>
                  <a:cubicBezTo>
                    <a:pt x="2788" y="11502"/>
                    <a:pt x="1450" y="11120"/>
                    <a:pt x="270" y="10324"/>
                  </a:cubicBezTo>
                  <a:lnTo>
                    <a:pt x="485" y="10028"/>
                  </a:lnTo>
                  <a:cubicBezTo>
                    <a:pt x="1590" y="10777"/>
                    <a:pt x="2863" y="11148"/>
                    <a:pt x="4132" y="11148"/>
                  </a:cubicBezTo>
                  <a:cubicBezTo>
                    <a:pt x="5608" y="11148"/>
                    <a:pt x="7080" y="10647"/>
                    <a:pt x="8278" y="9657"/>
                  </a:cubicBezTo>
                  <a:cubicBezTo>
                    <a:pt x="11046" y="7369"/>
                    <a:pt x="11436" y="3268"/>
                    <a:pt x="9146" y="500"/>
                  </a:cubicBezTo>
                  <a:lnTo>
                    <a:pt x="9427" y="259"/>
                  </a:lnTo>
                  <a:close/>
                  <a:moveTo>
                    <a:pt x="9439" y="0"/>
                  </a:moveTo>
                  <a:cubicBezTo>
                    <a:pt x="9415" y="0"/>
                    <a:pt x="9391" y="8"/>
                    <a:pt x="9371" y="25"/>
                  </a:cubicBezTo>
                  <a:lnTo>
                    <a:pt x="8927" y="405"/>
                  </a:lnTo>
                  <a:cubicBezTo>
                    <a:pt x="8904" y="424"/>
                    <a:pt x="8893" y="449"/>
                    <a:pt x="8891" y="478"/>
                  </a:cubicBezTo>
                  <a:cubicBezTo>
                    <a:pt x="8888" y="506"/>
                    <a:pt x="8897" y="534"/>
                    <a:pt x="8916" y="555"/>
                  </a:cubicBezTo>
                  <a:cubicBezTo>
                    <a:pt x="10784" y="2738"/>
                    <a:pt x="10934" y="5909"/>
                    <a:pt x="9283" y="8260"/>
                  </a:cubicBezTo>
                  <a:cubicBezTo>
                    <a:pt x="8058" y="10003"/>
                    <a:pt x="6109" y="10935"/>
                    <a:pt x="4130" y="10935"/>
                  </a:cubicBezTo>
                  <a:cubicBezTo>
                    <a:pt x="2880" y="10935"/>
                    <a:pt x="1619" y="10564"/>
                    <a:pt x="519" y="9791"/>
                  </a:cubicBezTo>
                  <a:cubicBezTo>
                    <a:pt x="500" y="9778"/>
                    <a:pt x="479" y="9772"/>
                    <a:pt x="457" y="9772"/>
                  </a:cubicBezTo>
                  <a:cubicBezTo>
                    <a:pt x="451" y="9772"/>
                    <a:pt x="446" y="9772"/>
                    <a:pt x="440" y="9773"/>
                  </a:cubicBezTo>
                  <a:cubicBezTo>
                    <a:pt x="412" y="9778"/>
                    <a:pt x="386" y="9792"/>
                    <a:pt x="371" y="9816"/>
                  </a:cubicBezTo>
                  <a:lnTo>
                    <a:pt x="33" y="10296"/>
                  </a:lnTo>
                  <a:cubicBezTo>
                    <a:pt x="1" y="10343"/>
                    <a:pt x="13" y="10409"/>
                    <a:pt x="60" y="10443"/>
                  </a:cubicBezTo>
                  <a:cubicBezTo>
                    <a:pt x="1245" y="11276"/>
                    <a:pt x="2659" y="11722"/>
                    <a:pt x="4109" y="11722"/>
                  </a:cubicBezTo>
                  <a:cubicBezTo>
                    <a:pt x="4117" y="11722"/>
                    <a:pt x="4124" y="11722"/>
                    <a:pt x="4131" y="11722"/>
                  </a:cubicBezTo>
                  <a:lnTo>
                    <a:pt x="4131" y="11730"/>
                  </a:lnTo>
                  <a:cubicBezTo>
                    <a:pt x="5818" y="11730"/>
                    <a:pt x="7451" y="11127"/>
                    <a:pt x="8735" y="10031"/>
                  </a:cubicBezTo>
                  <a:cubicBezTo>
                    <a:pt x="11711" y="7488"/>
                    <a:pt x="12062" y="3013"/>
                    <a:pt x="9519" y="37"/>
                  </a:cubicBezTo>
                  <a:cubicBezTo>
                    <a:pt x="9498" y="12"/>
                    <a:pt x="9469" y="0"/>
                    <a:pt x="94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36"/>
            <p:cNvSpPr/>
            <p:nvPr/>
          </p:nvSpPr>
          <p:spPr>
            <a:xfrm>
              <a:off x="5359158" y="3393324"/>
              <a:ext cx="726007" cy="706776"/>
            </a:xfrm>
            <a:custGeom>
              <a:rect b="b" l="l" r="r" t="t"/>
              <a:pathLst>
                <a:path extrusionOk="0" h="15399" w="15818">
                  <a:moveTo>
                    <a:pt x="12395" y="258"/>
                  </a:moveTo>
                  <a:cubicBezTo>
                    <a:pt x="15003" y="3384"/>
                    <a:pt x="15216" y="7865"/>
                    <a:pt x="12917" y="11225"/>
                  </a:cubicBezTo>
                  <a:cubicBezTo>
                    <a:pt x="11154" y="13802"/>
                    <a:pt x="8302" y="15188"/>
                    <a:pt x="5399" y="15188"/>
                  </a:cubicBezTo>
                  <a:cubicBezTo>
                    <a:pt x="3629" y="15188"/>
                    <a:pt x="1840" y="14672"/>
                    <a:pt x="269" y="13597"/>
                  </a:cubicBezTo>
                  <a:lnTo>
                    <a:pt x="641" y="13076"/>
                  </a:lnTo>
                  <a:cubicBezTo>
                    <a:pt x="2083" y="14056"/>
                    <a:pt x="3743" y="14541"/>
                    <a:pt x="5399" y="14541"/>
                  </a:cubicBezTo>
                  <a:cubicBezTo>
                    <a:pt x="7326" y="14541"/>
                    <a:pt x="9247" y="13885"/>
                    <a:pt x="10807" y="12589"/>
                  </a:cubicBezTo>
                  <a:cubicBezTo>
                    <a:pt x="14403" y="9602"/>
                    <a:pt x="14897" y="4266"/>
                    <a:pt x="11911" y="670"/>
                  </a:cubicBezTo>
                  <a:lnTo>
                    <a:pt x="12395" y="258"/>
                  </a:lnTo>
                  <a:close/>
                  <a:moveTo>
                    <a:pt x="12399" y="0"/>
                  </a:moveTo>
                  <a:cubicBezTo>
                    <a:pt x="12375" y="0"/>
                    <a:pt x="12350" y="8"/>
                    <a:pt x="12330" y="25"/>
                  </a:cubicBezTo>
                  <a:lnTo>
                    <a:pt x="11692" y="578"/>
                  </a:lnTo>
                  <a:cubicBezTo>
                    <a:pt x="11669" y="596"/>
                    <a:pt x="11657" y="622"/>
                    <a:pt x="11655" y="651"/>
                  </a:cubicBezTo>
                  <a:cubicBezTo>
                    <a:pt x="11653" y="679"/>
                    <a:pt x="11662" y="706"/>
                    <a:pt x="11680" y="727"/>
                  </a:cubicBezTo>
                  <a:cubicBezTo>
                    <a:pt x="14120" y="3587"/>
                    <a:pt x="14318" y="7735"/>
                    <a:pt x="12161" y="10814"/>
                  </a:cubicBezTo>
                  <a:cubicBezTo>
                    <a:pt x="10556" y="13107"/>
                    <a:pt x="7997" y="14333"/>
                    <a:pt x="5396" y="14333"/>
                  </a:cubicBezTo>
                  <a:cubicBezTo>
                    <a:pt x="3762" y="14333"/>
                    <a:pt x="2111" y="13849"/>
                    <a:pt x="671" y="12841"/>
                  </a:cubicBezTo>
                  <a:cubicBezTo>
                    <a:pt x="652" y="12828"/>
                    <a:pt x="630" y="12821"/>
                    <a:pt x="607" y="12821"/>
                  </a:cubicBezTo>
                  <a:cubicBezTo>
                    <a:pt x="601" y="12821"/>
                    <a:pt x="595" y="12822"/>
                    <a:pt x="589" y="12823"/>
                  </a:cubicBezTo>
                  <a:cubicBezTo>
                    <a:pt x="562" y="12829"/>
                    <a:pt x="537" y="12844"/>
                    <a:pt x="520" y="12867"/>
                  </a:cubicBezTo>
                  <a:lnTo>
                    <a:pt x="32" y="13563"/>
                  </a:lnTo>
                  <a:cubicBezTo>
                    <a:pt x="1" y="13612"/>
                    <a:pt x="13" y="13677"/>
                    <a:pt x="60" y="13710"/>
                  </a:cubicBezTo>
                  <a:cubicBezTo>
                    <a:pt x="1619" y="14808"/>
                    <a:pt x="3478" y="15399"/>
                    <a:pt x="5385" y="15399"/>
                  </a:cubicBezTo>
                  <a:cubicBezTo>
                    <a:pt x="5393" y="15399"/>
                    <a:pt x="5400" y="15399"/>
                    <a:pt x="5407" y="15399"/>
                  </a:cubicBezTo>
                  <a:lnTo>
                    <a:pt x="5401" y="15393"/>
                  </a:lnTo>
                  <a:cubicBezTo>
                    <a:pt x="7615" y="15393"/>
                    <a:pt x="9756" y="14602"/>
                    <a:pt x="11442" y="13165"/>
                  </a:cubicBezTo>
                  <a:cubicBezTo>
                    <a:pt x="15353" y="9827"/>
                    <a:pt x="15818" y="3950"/>
                    <a:pt x="12481" y="39"/>
                  </a:cubicBezTo>
                  <a:cubicBezTo>
                    <a:pt x="12479" y="37"/>
                    <a:pt x="12479" y="37"/>
                    <a:pt x="12478" y="36"/>
                  </a:cubicBezTo>
                  <a:cubicBezTo>
                    <a:pt x="12458" y="12"/>
                    <a:pt x="12428" y="0"/>
                    <a:pt x="123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36"/>
            <p:cNvSpPr/>
            <p:nvPr/>
          </p:nvSpPr>
          <p:spPr>
            <a:xfrm>
              <a:off x="4949798" y="387450"/>
              <a:ext cx="1142067" cy="1077857"/>
            </a:xfrm>
            <a:custGeom>
              <a:rect b="b" l="l" r="r" t="t"/>
              <a:pathLst>
                <a:path extrusionOk="0" h="23484" w="24883">
                  <a:moveTo>
                    <a:pt x="11743" y="1184"/>
                  </a:moveTo>
                  <a:lnTo>
                    <a:pt x="11743" y="1193"/>
                  </a:lnTo>
                  <a:cubicBezTo>
                    <a:pt x="12365" y="1194"/>
                    <a:pt x="12986" y="1251"/>
                    <a:pt x="13598" y="1361"/>
                  </a:cubicBezTo>
                  <a:cubicBezTo>
                    <a:pt x="18626" y="2262"/>
                    <a:pt x="22287" y="6633"/>
                    <a:pt x="22290" y="11740"/>
                  </a:cubicBezTo>
                  <a:cubicBezTo>
                    <a:pt x="22295" y="17568"/>
                    <a:pt x="17573" y="22295"/>
                    <a:pt x="11746" y="22300"/>
                  </a:cubicBezTo>
                  <a:cubicBezTo>
                    <a:pt x="11743" y="22300"/>
                    <a:pt x="11740" y="22300"/>
                    <a:pt x="11737" y="22300"/>
                  </a:cubicBezTo>
                  <a:cubicBezTo>
                    <a:pt x="5913" y="22300"/>
                    <a:pt x="1191" y="17580"/>
                    <a:pt x="1188" y="11755"/>
                  </a:cubicBezTo>
                  <a:cubicBezTo>
                    <a:pt x="1186" y="5923"/>
                    <a:pt x="5911" y="1191"/>
                    <a:pt x="11743" y="1184"/>
                  </a:cubicBezTo>
                  <a:close/>
                  <a:moveTo>
                    <a:pt x="11749" y="971"/>
                  </a:moveTo>
                  <a:cubicBezTo>
                    <a:pt x="5805" y="971"/>
                    <a:pt x="984" y="5788"/>
                    <a:pt x="979" y="11734"/>
                  </a:cubicBezTo>
                  <a:cubicBezTo>
                    <a:pt x="976" y="17681"/>
                    <a:pt x="5796" y="22507"/>
                    <a:pt x="11743" y="22510"/>
                  </a:cubicBezTo>
                  <a:cubicBezTo>
                    <a:pt x="15239" y="22510"/>
                    <a:pt x="18517" y="20813"/>
                    <a:pt x="20535" y="17960"/>
                  </a:cubicBezTo>
                  <a:cubicBezTo>
                    <a:pt x="23970" y="13103"/>
                    <a:pt x="22817" y="6382"/>
                    <a:pt x="17962" y="2948"/>
                  </a:cubicBezTo>
                  <a:cubicBezTo>
                    <a:pt x="16673" y="2030"/>
                    <a:pt x="15194" y="1412"/>
                    <a:pt x="13635" y="1138"/>
                  </a:cubicBezTo>
                  <a:cubicBezTo>
                    <a:pt x="13014" y="1028"/>
                    <a:pt x="12386" y="971"/>
                    <a:pt x="11755" y="971"/>
                  </a:cubicBezTo>
                  <a:cubicBezTo>
                    <a:pt x="11753" y="971"/>
                    <a:pt x="11751" y="971"/>
                    <a:pt x="11749" y="971"/>
                  </a:cubicBezTo>
                  <a:close/>
                  <a:moveTo>
                    <a:pt x="11740" y="215"/>
                  </a:moveTo>
                  <a:cubicBezTo>
                    <a:pt x="11741" y="215"/>
                    <a:pt x="11742" y="215"/>
                    <a:pt x="11743" y="215"/>
                  </a:cubicBezTo>
                  <a:lnTo>
                    <a:pt x="11743" y="222"/>
                  </a:lnTo>
                  <a:cubicBezTo>
                    <a:pt x="12422" y="222"/>
                    <a:pt x="13101" y="280"/>
                    <a:pt x="13769" y="398"/>
                  </a:cubicBezTo>
                  <a:cubicBezTo>
                    <a:pt x="15438" y="693"/>
                    <a:pt x="17019" y="1354"/>
                    <a:pt x="18401" y="2336"/>
                  </a:cubicBezTo>
                  <a:cubicBezTo>
                    <a:pt x="19180" y="2886"/>
                    <a:pt x="19887" y="3530"/>
                    <a:pt x="20508" y="4256"/>
                  </a:cubicBezTo>
                  <a:cubicBezTo>
                    <a:pt x="22292" y="6343"/>
                    <a:pt x="23271" y="9001"/>
                    <a:pt x="23271" y="11748"/>
                  </a:cubicBezTo>
                  <a:cubicBezTo>
                    <a:pt x="23270" y="18115"/>
                    <a:pt x="18108" y="23275"/>
                    <a:pt x="11741" y="23275"/>
                  </a:cubicBezTo>
                  <a:cubicBezTo>
                    <a:pt x="11740" y="23275"/>
                    <a:pt x="11739" y="23275"/>
                    <a:pt x="11738" y="23275"/>
                  </a:cubicBezTo>
                  <a:cubicBezTo>
                    <a:pt x="5370" y="23274"/>
                    <a:pt x="208" y="18110"/>
                    <a:pt x="209" y="11742"/>
                  </a:cubicBezTo>
                  <a:cubicBezTo>
                    <a:pt x="211" y="5375"/>
                    <a:pt x="5373" y="215"/>
                    <a:pt x="11740" y="215"/>
                  </a:cubicBezTo>
                  <a:close/>
                  <a:moveTo>
                    <a:pt x="11741" y="0"/>
                  </a:moveTo>
                  <a:cubicBezTo>
                    <a:pt x="5257" y="2"/>
                    <a:pt x="1" y="5258"/>
                    <a:pt x="1" y="11743"/>
                  </a:cubicBezTo>
                  <a:cubicBezTo>
                    <a:pt x="1" y="18227"/>
                    <a:pt x="5257" y="23484"/>
                    <a:pt x="11740" y="23484"/>
                  </a:cubicBezTo>
                  <a:cubicBezTo>
                    <a:pt x="11741" y="23484"/>
                    <a:pt x="11742" y="23484"/>
                    <a:pt x="11743" y="23484"/>
                  </a:cubicBezTo>
                  <a:cubicBezTo>
                    <a:pt x="11745" y="23484"/>
                    <a:pt x="11747" y="23484"/>
                    <a:pt x="11749" y="23484"/>
                  </a:cubicBezTo>
                  <a:cubicBezTo>
                    <a:pt x="14544" y="23484"/>
                    <a:pt x="17249" y="22485"/>
                    <a:pt x="19375" y="20668"/>
                  </a:cubicBezTo>
                  <a:cubicBezTo>
                    <a:pt x="24303" y="16456"/>
                    <a:pt x="24882" y="9045"/>
                    <a:pt x="20670" y="4117"/>
                  </a:cubicBezTo>
                  <a:cubicBezTo>
                    <a:pt x="18440" y="1504"/>
                    <a:pt x="15178" y="0"/>
                    <a:pt x="11743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36"/>
            <p:cNvSpPr/>
            <p:nvPr/>
          </p:nvSpPr>
          <p:spPr>
            <a:xfrm>
              <a:off x="4949798" y="387450"/>
              <a:ext cx="1142067" cy="1077857"/>
            </a:xfrm>
            <a:custGeom>
              <a:rect b="b" l="l" r="r" t="t"/>
              <a:pathLst>
                <a:path extrusionOk="0" h="23484" w="24883">
                  <a:moveTo>
                    <a:pt x="11743" y="1184"/>
                  </a:moveTo>
                  <a:lnTo>
                    <a:pt x="11743" y="1193"/>
                  </a:lnTo>
                  <a:cubicBezTo>
                    <a:pt x="12365" y="1194"/>
                    <a:pt x="12986" y="1251"/>
                    <a:pt x="13598" y="1361"/>
                  </a:cubicBezTo>
                  <a:cubicBezTo>
                    <a:pt x="18626" y="2262"/>
                    <a:pt x="22287" y="6633"/>
                    <a:pt x="22290" y="11740"/>
                  </a:cubicBezTo>
                  <a:cubicBezTo>
                    <a:pt x="22295" y="17568"/>
                    <a:pt x="17573" y="22295"/>
                    <a:pt x="11746" y="22300"/>
                  </a:cubicBezTo>
                  <a:cubicBezTo>
                    <a:pt x="11743" y="22300"/>
                    <a:pt x="11740" y="22300"/>
                    <a:pt x="11737" y="22300"/>
                  </a:cubicBezTo>
                  <a:cubicBezTo>
                    <a:pt x="5913" y="22300"/>
                    <a:pt x="1191" y="17580"/>
                    <a:pt x="1188" y="11755"/>
                  </a:cubicBezTo>
                  <a:cubicBezTo>
                    <a:pt x="1186" y="5923"/>
                    <a:pt x="5911" y="1191"/>
                    <a:pt x="11743" y="1184"/>
                  </a:cubicBezTo>
                  <a:close/>
                  <a:moveTo>
                    <a:pt x="11749" y="971"/>
                  </a:moveTo>
                  <a:cubicBezTo>
                    <a:pt x="5805" y="971"/>
                    <a:pt x="984" y="5788"/>
                    <a:pt x="979" y="11734"/>
                  </a:cubicBezTo>
                  <a:cubicBezTo>
                    <a:pt x="976" y="17681"/>
                    <a:pt x="5796" y="22507"/>
                    <a:pt x="11743" y="22510"/>
                  </a:cubicBezTo>
                  <a:cubicBezTo>
                    <a:pt x="15239" y="22510"/>
                    <a:pt x="18517" y="20813"/>
                    <a:pt x="20535" y="17960"/>
                  </a:cubicBezTo>
                  <a:cubicBezTo>
                    <a:pt x="23970" y="13103"/>
                    <a:pt x="22817" y="6382"/>
                    <a:pt x="17962" y="2948"/>
                  </a:cubicBezTo>
                  <a:cubicBezTo>
                    <a:pt x="16673" y="2030"/>
                    <a:pt x="15194" y="1412"/>
                    <a:pt x="13635" y="1138"/>
                  </a:cubicBezTo>
                  <a:cubicBezTo>
                    <a:pt x="13014" y="1028"/>
                    <a:pt x="12386" y="971"/>
                    <a:pt x="11755" y="971"/>
                  </a:cubicBezTo>
                  <a:cubicBezTo>
                    <a:pt x="11753" y="971"/>
                    <a:pt x="11751" y="971"/>
                    <a:pt x="11749" y="971"/>
                  </a:cubicBezTo>
                  <a:close/>
                  <a:moveTo>
                    <a:pt x="11740" y="215"/>
                  </a:moveTo>
                  <a:cubicBezTo>
                    <a:pt x="11741" y="215"/>
                    <a:pt x="11742" y="215"/>
                    <a:pt x="11743" y="215"/>
                  </a:cubicBezTo>
                  <a:lnTo>
                    <a:pt x="11743" y="222"/>
                  </a:lnTo>
                  <a:cubicBezTo>
                    <a:pt x="12422" y="222"/>
                    <a:pt x="13101" y="280"/>
                    <a:pt x="13769" y="398"/>
                  </a:cubicBezTo>
                  <a:cubicBezTo>
                    <a:pt x="15438" y="693"/>
                    <a:pt x="17019" y="1354"/>
                    <a:pt x="18401" y="2336"/>
                  </a:cubicBezTo>
                  <a:cubicBezTo>
                    <a:pt x="19180" y="2886"/>
                    <a:pt x="19887" y="3530"/>
                    <a:pt x="20508" y="4256"/>
                  </a:cubicBezTo>
                  <a:cubicBezTo>
                    <a:pt x="22292" y="6343"/>
                    <a:pt x="23271" y="9001"/>
                    <a:pt x="23271" y="11748"/>
                  </a:cubicBezTo>
                  <a:cubicBezTo>
                    <a:pt x="23270" y="18115"/>
                    <a:pt x="18108" y="23275"/>
                    <a:pt x="11741" y="23275"/>
                  </a:cubicBezTo>
                  <a:cubicBezTo>
                    <a:pt x="11740" y="23275"/>
                    <a:pt x="11739" y="23275"/>
                    <a:pt x="11738" y="23275"/>
                  </a:cubicBezTo>
                  <a:cubicBezTo>
                    <a:pt x="5370" y="23274"/>
                    <a:pt x="208" y="18110"/>
                    <a:pt x="209" y="11742"/>
                  </a:cubicBezTo>
                  <a:cubicBezTo>
                    <a:pt x="211" y="5375"/>
                    <a:pt x="5373" y="215"/>
                    <a:pt x="11740" y="215"/>
                  </a:cubicBezTo>
                  <a:close/>
                  <a:moveTo>
                    <a:pt x="11741" y="0"/>
                  </a:moveTo>
                  <a:cubicBezTo>
                    <a:pt x="5257" y="2"/>
                    <a:pt x="1" y="5258"/>
                    <a:pt x="1" y="11743"/>
                  </a:cubicBezTo>
                  <a:cubicBezTo>
                    <a:pt x="1" y="18227"/>
                    <a:pt x="5257" y="23484"/>
                    <a:pt x="11740" y="23484"/>
                  </a:cubicBezTo>
                  <a:cubicBezTo>
                    <a:pt x="11741" y="23484"/>
                    <a:pt x="11742" y="23484"/>
                    <a:pt x="11743" y="23484"/>
                  </a:cubicBezTo>
                  <a:cubicBezTo>
                    <a:pt x="11745" y="23484"/>
                    <a:pt x="11747" y="23484"/>
                    <a:pt x="11749" y="23484"/>
                  </a:cubicBezTo>
                  <a:cubicBezTo>
                    <a:pt x="14544" y="23484"/>
                    <a:pt x="17249" y="22485"/>
                    <a:pt x="19375" y="20668"/>
                  </a:cubicBezTo>
                  <a:cubicBezTo>
                    <a:pt x="24303" y="16456"/>
                    <a:pt x="24882" y="9045"/>
                    <a:pt x="20670" y="4117"/>
                  </a:cubicBezTo>
                  <a:cubicBezTo>
                    <a:pt x="18440" y="1504"/>
                    <a:pt x="15178" y="0"/>
                    <a:pt x="11743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6"/>
            <p:cNvSpPr/>
            <p:nvPr/>
          </p:nvSpPr>
          <p:spPr>
            <a:xfrm>
              <a:off x="4844555" y="282483"/>
              <a:ext cx="1288251" cy="1287884"/>
            </a:xfrm>
            <a:custGeom>
              <a:rect b="b" l="l" r="r" t="t"/>
              <a:pathLst>
                <a:path extrusionOk="0" h="28060" w="28068">
                  <a:moveTo>
                    <a:pt x="14011" y="2513"/>
                  </a:moveTo>
                  <a:cubicBezTo>
                    <a:pt x="14710" y="2513"/>
                    <a:pt x="15413" y="2577"/>
                    <a:pt x="16116" y="2706"/>
                  </a:cubicBezTo>
                  <a:cubicBezTo>
                    <a:pt x="19144" y="3261"/>
                    <a:pt x="21777" y="4961"/>
                    <a:pt x="23525" y="7497"/>
                  </a:cubicBezTo>
                  <a:cubicBezTo>
                    <a:pt x="27135" y="12728"/>
                    <a:pt x="25816" y="19922"/>
                    <a:pt x="20585" y="23533"/>
                  </a:cubicBezTo>
                  <a:cubicBezTo>
                    <a:pt x="18656" y="24864"/>
                    <a:pt x="16399" y="25570"/>
                    <a:pt x="14057" y="25573"/>
                  </a:cubicBezTo>
                  <a:cubicBezTo>
                    <a:pt x="14051" y="25571"/>
                    <a:pt x="14043" y="25571"/>
                    <a:pt x="14036" y="25571"/>
                  </a:cubicBezTo>
                  <a:lnTo>
                    <a:pt x="14019" y="25571"/>
                  </a:lnTo>
                  <a:cubicBezTo>
                    <a:pt x="11643" y="25571"/>
                    <a:pt x="9359" y="24849"/>
                    <a:pt x="7416" y="23481"/>
                  </a:cubicBezTo>
                  <a:cubicBezTo>
                    <a:pt x="6293" y="22692"/>
                    <a:pt x="5328" y="21719"/>
                    <a:pt x="4548" y="20592"/>
                  </a:cubicBezTo>
                  <a:cubicBezTo>
                    <a:pt x="2799" y="18058"/>
                    <a:pt x="2142" y="14994"/>
                    <a:pt x="2697" y="11965"/>
                  </a:cubicBezTo>
                  <a:cubicBezTo>
                    <a:pt x="3253" y="8937"/>
                    <a:pt x="4955" y="6306"/>
                    <a:pt x="7489" y="4556"/>
                  </a:cubicBezTo>
                  <a:cubicBezTo>
                    <a:pt x="9436" y="3212"/>
                    <a:pt x="11695" y="2513"/>
                    <a:pt x="14011" y="2513"/>
                  </a:cubicBezTo>
                  <a:close/>
                  <a:moveTo>
                    <a:pt x="14012" y="2300"/>
                  </a:moveTo>
                  <a:cubicBezTo>
                    <a:pt x="11653" y="2300"/>
                    <a:pt x="9351" y="3012"/>
                    <a:pt x="7367" y="4381"/>
                  </a:cubicBezTo>
                  <a:cubicBezTo>
                    <a:pt x="2039" y="8058"/>
                    <a:pt x="695" y="15385"/>
                    <a:pt x="4372" y="20714"/>
                  </a:cubicBezTo>
                  <a:cubicBezTo>
                    <a:pt x="5169" y="21862"/>
                    <a:pt x="6150" y="22852"/>
                    <a:pt x="7294" y="23656"/>
                  </a:cubicBezTo>
                  <a:cubicBezTo>
                    <a:pt x="9273" y="25047"/>
                    <a:pt x="11595" y="25784"/>
                    <a:pt x="14015" y="25784"/>
                  </a:cubicBezTo>
                  <a:cubicBezTo>
                    <a:pt x="14022" y="25786"/>
                    <a:pt x="14028" y="25786"/>
                    <a:pt x="14037" y="25787"/>
                  </a:cubicBezTo>
                  <a:cubicBezTo>
                    <a:pt x="16430" y="25787"/>
                    <a:pt x="18736" y="25068"/>
                    <a:pt x="20706" y="23708"/>
                  </a:cubicBezTo>
                  <a:cubicBezTo>
                    <a:pt x="26035" y="20031"/>
                    <a:pt x="27378" y="12704"/>
                    <a:pt x="23700" y="7375"/>
                  </a:cubicBezTo>
                  <a:cubicBezTo>
                    <a:pt x="21920" y="4795"/>
                    <a:pt x="19239" y="3061"/>
                    <a:pt x="16154" y="2496"/>
                  </a:cubicBezTo>
                  <a:cubicBezTo>
                    <a:pt x="15440" y="2365"/>
                    <a:pt x="14723" y="2300"/>
                    <a:pt x="14012" y="2300"/>
                  </a:cubicBezTo>
                  <a:close/>
                  <a:moveTo>
                    <a:pt x="14046" y="213"/>
                  </a:moveTo>
                  <a:cubicBezTo>
                    <a:pt x="14858" y="213"/>
                    <a:pt x="15675" y="285"/>
                    <a:pt x="16475" y="424"/>
                  </a:cubicBezTo>
                  <a:cubicBezTo>
                    <a:pt x="18461" y="779"/>
                    <a:pt x="20381" y="1584"/>
                    <a:pt x="22027" y="2752"/>
                  </a:cubicBezTo>
                  <a:cubicBezTo>
                    <a:pt x="22957" y="3416"/>
                    <a:pt x="23805" y="4191"/>
                    <a:pt x="24545" y="5061"/>
                  </a:cubicBezTo>
                  <a:cubicBezTo>
                    <a:pt x="26680" y="7564"/>
                    <a:pt x="27854" y="10753"/>
                    <a:pt x="27851" y="14042"/>
                  </a:cubicBezTo>
                  <a:cubicBezTo>
                    <a:pt x="27848" y="17732"/>
                    <a:pt x="26407" y="21201"/>
                    <a:pt x="23796" y="23808"/>
                  </a:cubicBezTo>
                  <a:cubicBezTo>
                    <a:pt x="21187" y="26412"/>
                    <a:pt x="17721" y="27846"/>
                    <a:pt x="14034" y="27846"/>
                  </a:cubicBezTo>
                  <a:lnTo>
                    <a:pt x="14022" y="27846"/>
                  </a:lnTo>
                  <a:cubicBezTo>
                    <a:pt x="10333" y="27843"/>
                    <a:pt x="6863" y="26403"/>
                    <a:pt x="4256" y="23792"/>
                  </a:cubicBezTo>
                  <a:cubicBezTo>
                    <a:pt x="1649" y="21179"/>
                    <a:pt x="215" y="17708"/>
                    <a:pt x="218" y="14018"/>
                  </a:cubicBezTo>
                  <a:cubicBezTo>
                    <a:pt x="224" y="6403"/>
                    <a:pt x="6421" y="213"/>
                    <a:pt x="14034" y="213"/>
                  </a:cubicBezTo>
                  <a:close/>
                  <a:moveTo>
                    <a:pt x="14034" y="0"/>
                  </a:moveTo>
                  <a:cubicBezTo>
                    <a:pt x="6304" y="0"/>
                    <a:pt x="11" y="6285"/>
                    <a:pt x="5" y="14017"/>
                  </a:cubicBezTo>
                  <a:cubicBezTo>
                    <a:pt x="1" y="17765"/>
                    <a:pt x="1459" y="21289"/>
                    <a:pt x="4106" y="23942"/>
                  </a:cubicBezTo>
                  <a:cubicBezTo>
                    <a:pt x="6753" y="26594"/>
                    <a:pt x="10275" y="28056"/>
                    <a:pt x="14022" y="28059"/>
                  </a:cubicBezTo>
                  <a:lnTo>
                    <a:pt x="14034" y="28059"/>
                  </a:lnTo>
                  <a:cubicBezTo>
                    <a:pt x="21765" y="28059"/>
                    <a:pt x="28058" y="21774"/>
                    <a:pt x="28064" y="14042"/>
                  </a:cubicBezTo>
                  <a:cubicBezTo>
                    <a:pt x="28067" y="10703"/>
                    <a:pt x="26875" y="7463"/>
                    <a:pt x="24707" y="4923"/>
                  </a:cubicBezTo>
                  <a:cubicBezTo>
                    <a:pt x="23955" y="4040"/>
                    <a:pt x="23094" y="3250"/>
                    <a:pt x="22150" y="2577"/>
                  </a:cubicBezTo>
                  <a:cubicBezTo>
                    <a:pt x="20478" y="1391"/>
                    <a:pt x="18529" y="573"/>
                    <a:pt x="16510" y="215"/>
                  </a:cubicBezTo>
                  <a:cubicBezTo>
                    <a:pt x="15699" y="72"/>
                    <a:pt x="14871" y="0"/>
                    <a:pt x="140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36"/>
            <p:cNvSpPr/>
            <p:nvPr/>
          </p:nvSpPr>
          <p:spPr>
            <a:xfrm>
              <a:off x="4682491" y="217630"/>
              <a:ext cx="810917" cy="1114024"/>
            </a:xfrm>
            <a:custGeom>
              <a:rect b="b" l="l" r="r" t="t"/>
              <a:pathLst>
                <a:path extrusionOk="0" h="24272" w="17668">
                  <a:moveTo>
                    <a:pt x="17461" y="215"/>
                  </a:moveTo>
                  <a:lnTo>
                    <a:pt x="17461" y="1418"/>
                  </a:lnTo>
                  <a:cubicBezTo>
                    <a:pt x="14687" y="1438"/>
                    <a:pt x="11982" y="2281"/>
                    <a:pt x="9687" y="3839"/>
                  </a:cubicBezTo>
                  <a:cubicBezTo>
                    <a:pt x="3274" y="8192"/>
                    <a:pt x="1604" y="16920"/>
                    <a:pt x="5957" y="23333"/>
                  </a:cubicBezTo>
                  <a:lnTo>
                    <a:pt x="4969" y="24018"/>
                  </a:lnTo>
                  <a:cubicBezTo>
                    <a:pt x="3271" y="21521"/>
                    <a:pt x="2353" y="18578"/>
                    <a:pt x="2332" y="15560"/>
                  </a:cubicBezTo>
                  <a:cubicBezTo>
                    <a:pt x="2272" y="7144"/>
                    <a:pt x="9046" y="274"/>
                    <a:pt x="17461" y="215"/>
                  </a:cubicBezTo>
                  <a:close/>
                  <a:moveTo>
                    <a:pt x="17561" y="0"/>
                  </a:moveTo>
                  <a:cubicBezTo>
                    <a:pt x="14427" y="2"/>
                    <a:pt x="11367" y="955"/>
                    <a:pt x="8788" y="2735"/>
                  </a:cubicBezTo>
                  <a:cubicBezTo>
                    <a:pt x="1765" y="7582"/>
                    <a:pt x="0" y="17203"/>
                    <a:pt x="4847" y="24227"/>
                  </a:cubicBezTo>
                  <a:cubicBezTo>
                    <a:pt x="4868" y="24255"/>
                    <a:pt x="4899" y="24271"/>
                    <a:pt x="4935" y="24271"/>
                  </a:cubicBezTo>
                  <a:cubicBezTo>
                    <a:pt x="4955" y="24271"/>
                    <a:pt x="4978" y="24264"/>
                    <a:pt x="4996" y="24252"/>
                  </a:cubicBezTo>
                  <a:lnTo>
                    <a:pt x="6160" y="23448"/>
                  </a:lnTo>
                  <a:cubicBezTo>
                    <a:pt x="6184" y="23432"/>
                    <a:pt x="6199" y="23408"/>
                    <a:pt x="6205" y="23379"/>
                  </a:cubicBezTo>
                  <a:cubicBezTo>
                    <a:pt x="6209" y="23353"/>
                    <a:pt x="6203" y="23324"/>
                    <a:pt x="6188" y="23301"/>
                  </a:cubicBezTo>
                  <a:cubicBezTo>
                    <a:pt x="4595" y="20994"/>
                    <a:pt x="3743" y="18256"/>
                    <a:pt x="3742" y="15454"/>
                  </a:cubicBezTo>
                  <a:cubicBezTo>
                    <a:pt x="3740" y="7820"/>
                    <a:pt x="9927" y="1632"/>
                    <a:pt x="17561" y="1631"/>
                  </a:cubicBezTo>
                  <a:cubicBezTo>
                    <a:pt x="17620" y="1631"/>
                    <a:pt x="17668" y="1583"/>
                    <a:pt x="17668" y="1523"/>
                  </a:cubicBezTo>
                  <a:lnTo>
                    <a:pt x="17668" y="107"/>
                  </a:lnTo>
                  <a:cubicBezTo>
                    <a:pt x="17668" y="48"/>
                    <a:pt x="17619" y="0"/>
                    <a:pt x="1756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36"/>
            <p:cNvSpPr/>
            <p:nvPr/>
          </p:nvSpPr>
          <p:spPr>
            <a:xfrm>
              <a:off x="4994594" y="432384"/>
              <a:ext cx="1055367" cy="988632"/>
            </a:xfrm>
            <a:custGeom>
              <a:rect b="b" l="l" r="r" t="t"/>
              <a:pathLst>
                <a:path extrusionOk="0" h="21540" w="22994">
                  <a:moveTo>
                    <a:pt x="10767" y="214"/>
                  </a:moveTo>
                  <a:cubicBezTo>
                    <a:pt x="11389" y="217"/>
                    <a:pt x="12010" y="272"/>
                    <a:pt x="12622" y="382"/>
                  </a:cubicBezTo>
                  <a:cubicBezTo>
                    <a:pt x="17650" y="1283"/>
                    <a:pt x="21311" y="5654"/>
                    <a:pt x="21314" y="10761"/>
                  </a:cubicBezTo>
                  <a:cubicBezTo>
                    <a:pt x="21319" y="16589"/>
                    <a:pt x="16597" y="21316"/>
                    <a:pt x="10770" y="21321"/>
                  </a:cubicBezTo>
                  <a:cubicBezTo>
                    <a:pt x="10767" y="21321"/>
                    <a:pt x="10764" y="21321"/>
                    <a:pt x="10761" y="21321"/>
                  </a:cubicBezTo>
                  <a:cubicBezTo>
                    <a:pt x="4937" y="21321"/>
                    <a:pt x="215" y="16601"/>
                    <a:pt x="212" y="10776"/>
                  </a:cubicBezTo>
                  <a:cubicBezTo>
                    <a:pt x="215" y="4947"/>
                    <a:pt x="4937" y="221"/>
                    <a:pt x="10767" y="214"/>
                  </a:cubicBezTo>
                  <a:close/>
                  <a:moveTo>
                    <a:pt x="10773" y="1"/>
                  </a:moveTo>
                  <a:cubicBezTo>
                    <a:pt x="4829" y="1"/>
                    <a:pt x="8" y="4818"/>
                    <a:pt x="3" y="10764"/>
                  </a:cubicBezTo>
                  <a:cubicBezTo>
                    <a:pt x="0" y="16711"/>
                    <a:pt x="4820" y="21535"/>
                    <a:pt x="10767" y="21540"/>
                  </a:cubicBezTo>
                  <a:cubicBezTo>
                    <a:pt x="14263" y="21540"/>
                    <a:pt x="17541" y="19842"/>
                    <a:pt x="19559" y="16988"/>
                  </a:cubicBezTo>
                  <a:cubicBezTo>
                    <a:pt x="22994" y="12133"/>
                    <a:pt x="21841" y="5412"/>
                    <a:pt x="16986" y="1978"/>
                  </a:cubicBezTo>
                  <a:cubicBezTo>
                    <a:pt x="15697" y="1060"/>
                    <a:pt x="14218" y="442"/>
                    <a:pt x="12659" y="168"/>
                  </a:cubicBezTo>
                  <a:cubicBezTo>
                    <a:pt x="12038" y="57"/>
                    <a:pt x="11410" y="1"/>
                    <a:pt x="10779" y="1"/>
                  </a:cubicBezTo>
                  <a:cubicBezTo>
                    <a:pt x="10777" y="1"/>
                    <a:pt x="10775" y="1"/>
                    <a:pt x="107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6"/>
            <p:cNvSpPr/>
            <p:nvPr/>
          </p:nvSpPr>
          <p:spPr>
            <a:xfrm>
              <a:off x="4876133" y="387863"/>
              <a:ext cx="617551" cy="847176"/>
            </a:xfrm>
            <a:custGeom>
              <a:rect b="b" l="l" r="r" t="t"/>
              <a:pathLst>
                <a:path extrusionOk="0" h="18458" w="13455">
                  <a:moveTo>
                    <a:pt x="13242" y="213"/>
                  </a:moveTo>
                  <a:lnTo>
                    <a:pt x="13242" y="977"/>
                  </a:lnTo>
                  <a:cubicBezTo>
                    <a:pt x="11129" y="998"/>
                    <a:pt x="9070" y="1639"/>
                    <a:pt x="7320" y="2822"/>
                  </a:cubicBezTo>
                  <a:cubicBezTo>
                    <a:pt x="2392" y="6152"/>
                    <a:pt x="1095" y="12847"/>
                    <a:pt x="4426" y="17775"/>
                  </a:cubicBezTo>
                  <a:lnTo>
                    <a:pt x="3801" y="18201"/>
                  </a:lnTo>
                  <a:cubicBezTo>
                    <a:pt x="2529" y="16323"/>
                    <a:pt x="1840" y="14111"/>
                    <a:pt x="1819" y="11843"/>
                  </a:cubicBezTo>
                  <a:cubicBezTo>
                    <a:pt x="1762" y="5478"/>
                    <a:pt x="6875" y="271"/>
                    <a:pt x="13242" y="213"/>
                  </a:cubicBezTo>
                  <a:close/>
                  <a:moveTo>
                    <a:pt x="13348" y="0"/>
                  </a:moveTo>
                  <a:cubicBezTo>
                    <a:pt x="10964" y="0"/>
                    <a:pt x="8637" y="725"/>
                    <a:pt x="6676" y="2080"/>
                  </a:cubicBezTo>
                  <a:cubicBezTo>
                    <a:pt x="1339" y="5764"/>
                    <a:pt x="1" y="13076"/>
                    <a:pt x="3686" y="18411"/>
                  </a:cubicBezTo>
                  <a:cubicBezTo>
                    <a:pt x="3705" y="18439"/>
                    <a:pt x="3738" y="18457"/>
                    <a:pt x="3772" y="18457"/>
                  </a:cubicBezTo>
                  <a:lnTo>
                    <a:pt x="3774" y="18457"/>
                  </a:lnTo>
                  <a:cubicBezTo>
                    <a:pt x="3778" y="18458"/>
                    <a:pt x="3782" y="18458"/>
                    <a:pt x="3787" y="18458"/>
                  </a:cubicBezTo>
                  <a:cubicBezTo>
                    <a:pt x="3803" y="18458"/>
                    <a:pt x="3819" y="18453"/>
                    <a:pt x="3835" y="18445"/>
                  </a:cubicBezTo>
                  <a:lnTo>
                    <a:pt x="4634" y="17893"/>
                  </a:lnTo>
                  <a:cubicBezTo>
                    <a:pt x="4658" y="17876"/>
                    <a:pt x="4673" y="17851"/>
                    <a:pt x="4679" y="17824"/>
                  </a:cubicBezTo>
                  <a:cubicBezTo>
                    <a:pt x="4684" y="17796"/>
                    <a:pt x="4678" y="17768"/>
                    <a:pt x="4663" y="17742"/>
                  </a:cubicBezTo>
                  <a:cubicBezTo>
                    <a:pt x="3440" y="15982"/>
                    <a:pt x="2787" y="13889"/>
                    <a:pt x="2793" y="11746"/>
                  </a:cubicBezTo>
                  <a:cubicBezTo>
                    <a:pt x="2799" y="5919"/>
                    <a:pt x="7521" y="1197"/>
                    <a:pt x="13348" y="1190"/>
                  </a:cubicBezTo>
                  <a:cubicBezTo>
                    <a:pt x="13407" y="1190"/>
                    <a:pt x="13455" y="1142"/>
                    <a:pt x="13455" y="1084"/>
                  </a:cubicBezTo>
                  <a:lnTo>
                    <a:pt x="13455" y="107"/>
                  </a:lnTo>
                  <a:cubicBezTo>
                    <a:pt x="13455" y="48"/>
                    <a:pt x="13407" y="0"/>
                    <a:pt x="133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6"/>
            <p:cNvSpPr/>
            <p:nvPr/>
          </p:nvSpPr>
          <p:spPr>
            <a:xfrm>
              <a:off x="5569736" y="396125"/>
              <a:ext cx="232654" cy="135948"/>
            </a:xfrm>
            <a:custGeom>
              <a:rect b="b" l="l" r="r" t="t"/>
              <a:pathLst>
                <a:path extrusionOk="0" h="2962" w="5069">
                  <a:moveTo>
                    <a:pt x="368" y="230"/>
                  </a:moveTo>
                  <a:cubicBezTo>
                    <a:pt x="1964" y="526"/>
                    <a:pt x="3478" y="1160"/>
                    <a:pt x="4808" y="2088"/>
                  </a:cubicBezTo>
                  <a:lnTo>
                    <a:pt x="4369" y="2709"/>
                  </a:lnTo>
                  <a:cubicBezTo>
                    <a:pt x="3130" y="1842"/>
                    <a:pt x="1720" y="1251"/>
                    <a:pt x="234" y="977"/>
                  </a:cubicBezTo>
                  <a:lnTo>
                    <a:pt x="368" y="230"/>
                  </a:lnTo>
                  <a:close/>
                  <a:moveTo>
                    <a:pt x="279" y="0"/>
                  </a:moveTo>
                  <a:cubicBezTo>
                    <a:pt x="229" y="0"/>
                    <a:pt x="184" y="36"/>
                    <a:pt x="174" y="87"/>
                  </a:cubicBezTo>
                  <a:lnTo>
                    <a:pt x="5" y="1043"/>
                  </a:lnTo>
                  <a:cubicBezTo>
                    <a:pt x="0" y="1071"/>
                    <a:pt x="6" y="1101"/>
                    <a:pt x="22" y="1123"/>
                  </a:cubicBezTo>
                  <a:cubicBezTo>
                    <a:pt x="39" y="1147"/>
                    <a:pt x="64" y="1162"/>
                    <a:pt x="91" y="1166"/>
                  </a:cubicBezTo>
                  <a:cubicBezTo>
                    <a:pt x="1619" y="1436"/>
                    <a:pt x="3067" y="2043"/>
                    <a:pt x="4331" y="2942"/>
                  </a:cubicBezTo>
                  <a:cubicBezTo>
                    <a:pt x="4349" y="2954"/>
                    <a:pt x="4370" y="2962"/>
                    <a:pt x="4392" y="2962"/>
                  </a:cubicBezTo>
                  <a:lnTo>
                    <a:pt x="4406" y="2956"/>
                  </a:lnTo>
                  <a:cubicBezTo>
                    <a:pt x="4433" y="2951"/>
                    <a:pt x="4458" y="2935"/>
                    <a:pt x="4474" y="2913"/>
                  </a:cubicBezTo>
                  <a:lnTo>
                    <a:pt x="5034" y="2119"/>
                  </a:lnTo>
                  <a:lnTo>
                    <a:pt x="5036" y="2119"/>
                  </a:lnTo>
                  <a:cubicBezTo>
                    <a:pt x="5068" y="2070"/>
                    <a:pt x="5058" y="2004"/>
                    <a:pt x="5009" y="1970"/>
                  </a:cubicBezTo>
                  <a:cubicBezTo>
                    <a:pt x="3605" y="973"/>
                    <a:pt x="1995" y="300"/>
                    <a:pt x="298" y="2"/>
                  </a:cubicBezTo>
                  <a:cubicBezTo>
                    <a:pt x="292" y="1"/>
                    <a:pt x="285" y="0"/>
                    <a:pt x="2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36"/>
            <p:cNvSpPr/>
            <p:nvPr/>
          </p:nvSpPr>
          <p:spPr>
            <a:xfrm>
              <a:off x="5596861" y="228553"/>
              <a:ext cx="304897" cy="181203"/>
            </a:xfrm>
            <a:custGeom>
              <a:rect b="b" l="l" r="r" t="t"/>
              <a:pathLst>
                <a:path extrusionOk="0" h="3948" w="6643">
                  <a:moveTo>
                    <a:pt x="426" y="239"/>
                  </a:moveTo>
                  <a:cubicBezTo>
                    <a:pt x="2558" y="630"/>
                    <a:pt x="4580" y="1476"/>
                    <a:pt x="6356" y="2721"/>
                  </a:cubicBezTo>
                  <a:lnTo>
                    <a:pt x="5661" y="3702"/>
                  </a:lnTo>
                  <a:cubicBezTo>
                    <a:pt x="4032" y="2555"/>
                    <a:pt x="2174" y="1775"/>
                    <a:pt x="215" y="1413"/>
                  </a:cubicBezTo>
                  <a:lnTo>
                    <a:pt x="426" y="239"/>
                  </a:lnTo>
                  <a:close/>
                  <a:moveTo>
                    <a:pt x="355" y="0"/>
                  </a:moveTo>
                  <a:cubicBezTo>
                    <a:pt x="305" y="0"/>
                    <a:pt x="260" y="38"/>
                    <a:pt x="250" y="90"/>
                  </a:cubicBezTo>
                  <a:lnTo>
                    <a:pt x="3" y="1482"/>
                  </a:lnTo>
                  <a:cubicBezTo>
                    <a:pt x="0" y="1509"/>
                    <a:pt x="6" y="1537"/>
                    <a:pt x="21" y="1561"/>
                  </a:cubicBezTo>
                  <a:cubicBezTo>
                    <a:pt x="37" y="1583"/>
                    <a:pt x="63" y="1599"/>
                    <a:pt x="91" y="1605"/>
                  </a:cubicBezTo>
                  <a:cubicBezTo>
                    <a:pt x="2089" y="1957"/>
                    <a:pt x="3983" y="2750"/>
                    <a:pt x="5636" y="3928"/>
                  </a:cubicBezTo>
                  <a:cubicBezTo>
                    <a:pt x="5654" y="3940"/>
                    <a:pt x="5676" y="3948"/>
                    <a:pt x="5697" y="3948"/>
                  </a:cubicBezTo>
                  <a:lnTo>
                    <a:pt x="5697" y="3946"/>
                  </a:lnTo>
                  <a:lnTo>
                    <a:pt x="5721" y="3946"/>
                  </a:lnTo>
                  <a:cubicBezTo>
                    <a:pt x="5749" y="3942"/>
                    <a:pt x="5774" y="3925"/>
                    <a:pt x="5791" y="3901"/>
                  </a:cubicBezTo>
                  <a:lnTo>
                    <a:pt x="6608" y="2747"/>
                  </a:lnTo>
                  <a:cubicBezTo>
                    <a:pt x="6642" y="2700"/>
                    <a:pt x="6630" y="2633"/>
                    <a:pt x="6583" y="2599"/>
                  </a:cubicBezTo>
                  <a:cubicBezTo>
                    <a:pt x="4732" y="1282"/>
                    <a:pt x="2612" y="395"/>
                    <a:pt x="374" y="2"/>
                  </a:cubicBezTo>
                  <a:cubicBezTo>
                    <a:pt x="368" y="1"/>
                    <a:pt x="362" y="0"/>
                    <a:pt x="3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36"/>
            <p:cNvSpPr/>
            <p:nvPr/>
          </p:nvSpPr>
          <p:spPr>
            <a:xfrm>
              <a:off x="5176486" y="574115"/>
              <a:ext cx="915655" cy="891192"/>
            </a:xfrm>
            <a:custGeom>
              <a:rect b="b" l="l" r="r" t="t"/>
              <a:pathLst>
                <a:path extrusionOk="0" h="19417" w="19950">
                  <a:moveTo>
                    <a:pt x="15639" y="278"/>
                  </a:moveTo>
                  <a:cubicBezTo>
                    <a:pt x="18968" y="4249"/>
                    <a:pt x="19239" y="9953"/>
                    <a:pt x="16302" y="14220"/>
                  </a:cubicBezTo>
                  <a:cubicBezTo>
                    <a:pt x="14066" y="17469"/>
                    <a:pt x="10461" y="19215"/>
                    <a:pt x="6795" y="19215"/>
                  </a:cubicBezTo>
                  <a:cubicBezTo>
                    <a:pt x="4542" y="19215"/>
                    <a:pt x="2267" y="18556"/>
                    <a:pt x="271" y="17182"/>
                  </a:cubicBezTo>
                  <a:lnTo>
                    <a:pt x="271" y="17182"/>
                  </a:lnTo>
                  <a:lnTo>
                    <a:pt x="715" y="16552"/>
                  </a:lnTo>
                  <a:cubicBezTo>
                    <a:pt x="2554" y="17809"/>
                    <a:pt x="4676" y="18430"/>
                    <a:pt x="6791" y="18430"/>
                  </a:cubicBezTo>
                  <a:cubicBezTo>
                    <a:pt x="9248" y="18430"/>
                    <a:pt x="11695" y="17592"/>
                    <a:pt x="13683" y="15937"/>
                  </a:cubicBezTo>
                  <a:cubicBezTo>
                    <a:pt x="18254" y="12131"/>
                    <a:pt x="18874" y="5342"/>
                    <a:pt x="15070" y="771"/>
                  </a:cubicBezTo>
                  <a:lnTo>
                    <a:pt x="15639" y="278"/>
                  </a:lnTo>
                  <a:close/>
                  <a:moveTo>
                    <a:pt x="15652" y="1"/>
                  </a:moveTo>
                  <a:cubicBezTo>
                    <a:pt x="15626" y="1"/>
                    <a:pt x="15602" y="10"/>
                    <a:pt x="15582" y="26"/>
                  </a:cubicBezTo>
                  <a:lnTo>
                    <a:pt x="14842" y="666"/>
                  </a:lnTo>
                  <a:cubicBezTo>
                    <a:pt x="14820" y="684"/>
                    <a:pt x="14807" y="710"/>
                    <a:pt x="14805" y="738"/>
                  </a:cubicBezTo>
                  <a:cubicBezTo>
                    <a:pt x="14804" y="766"/>
                    <a:pt x="14813" y="795"/>
                    <a:pt x="14830" y="815"/>
                  </a:cubicBezTo>
                  <a:cubicBezTo>
                    <a:pt x="17954" y="4475"/>
                    <a:pt x="18207" y="9785"/>
                    <a:pt x="15445" y="13726"/>
                  </a:cubicBezTo>
                  <a:cubicBezTo>
                    <a:pt x="13392" y="16656"/>
                    <a:pt x="10118" y="18224"/>
                    <a:pt x="6792" y="18224"/>
                  </a:cubicBezTo>
                  <a:cubicBezTo>
                    <a:pt x="4700" y="18224"/>
                    <a:pt x="2587" y="17604"/>
                    <a:pt x="744" y="16312"/>
                  </a:cubicBezTo>
                  <a:cubicBezTo>
                    <a:pt x="726" y="16299"/>
                    <a:pt x="703" y="16292"/>
                    <a:pt x="681" y="16292"/>
                  </a:cubicBezTo>
                  <a:cubicBezTo>
                    <a:pt x="675" y="16292"/>
                    <a:pt x="670" y="16292"/>
                    <a:pt x="665" y="16293"/>
                  </a:cubicBezTo>
                  <a:cubicBezTo>
                    <a:pt x="637" y="16299"/>
                    <a:pt x="611" y="16315"/>
                    <a:pt x="595" y="16338"/>
                  </a:cubicBezTo>
                  <a:lnTo>
                    <a:pt x="35" y="17136"/>
                  </a:lnTo>
                  <a:cubicBezTo>
                    <a:pt x="1" y="17185"/>
                    <a:pt x="13" y="17250"/>
                    <a:pt x="60" y="17285"/>
                  </a:cubicBezTo>
                  <a:cubicBezTo>
                    <a:pt x="2031" y="18672"/>
                    <a:pt x="4381" y="19417"/>
                    <a:pt x="6789" y="19417"/>
                  </a:cubicBezTo>
                  <a:cubicBezTo>
                    <a:pt x="6794" y="19417"/>
                    <a:pt x="6799" y="19417"/>
                    <a:pt x="6804" y="19417"/>
                  </a:cubicBezTo>
                  <a:cubicBezTo>
                    <a:pt x="6808" y="19417"/>
                    <a:pt x="6812" y="19417"/>
                    <a:pt x="6816" y="19417"/>
                  </a:cubicBezTo>
                  <a:cubicBezTo>
                    <a:pt x="9618" y="19417"/>
                    <a:pt x="12328" y="18415"/>
                    <a:pt x="14455" y="16592"/>
                  </a:cubicBezTo>
                  <a:cubicBezTo>
                    <a:pt x="19378" y="12374"/>
                    <a:pt x="19949" y="4962"/>
                    <a:pt x="15731" y="40"/>
                  </a:cubicBezTo>
                  <a:cubicBezTo>
                    <a:pt x="15713" y="17"/>
                    <a:pt x="15687" y="4"/>
                    <a:pt x="15658" y="1"/>
                  </a:cubicBezTo>
                  <a:cubicBezTo>
                    <a:pt x="15656" y="1"/>
                    <a:pt x="15654" y="1"/>
                    <a:pt x="156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36"/>
            <p:cNvSpPr/>
            <p:nvPr/>
          </p:nvSpPr>
          <p:spPr>
            <a:xfrm>
              <a:off x="5078908" y="464558"/>
              <a:ext cx="1202928" cy="1171258"/>
            </a:xfrm>
            <a:custGeom>
              <a:rect b="b" l="l" r="r" t="t"/>
              <a:pathLst>
                <a:path extrusionOk="0" h="25519" w="26209">
                  <a:moveTo>
                    <a:pt x="20582" y="266"/>
                  </a:moveTo>
                  <a:cubicBezTo>
                    <a:pt x="24983" y="5513"/>
                    <a:pt x="25342" y="13053"/>
                    <a:pt x="21458" y="18695"/>
                  </a:cubicBezTo>
                  <a:cubicBezTo>
                    <a:pt x="18502" y="22987"/>
                    <a:pt x="13739" y="25292"/>
                    <a:pt x="8895" y="25292"/>
                  </a:cubicBezTo>
                  <a:cubicBezTo>
                    <a:pt x="5917" y="25292"/>
                    <a:pt x="2908" y="24421"/>
                    <a:pt x="270" y="22605"/>
                  </a:cubicBezTo>
                  <a:lnTo>
                    <a:pt x="270" y="22603"/>
                  </a:lnTo>
                  <a:lnTo>
                    <a:pt x="958" y="21629"/>
                  </a:lnTo>
                  <a:cubicBezTo>
                    <a:pt x="3365" y="23289"/>
                    <a:pt x="6149" y="24110"/>
                    <a:pt x="8925" y="24110"/>
                  </a:cubicBezTo>
                  <a:cubicBezTo>
                    <a:pt x="12147" y="24110"/>
                    <a:pt x="15358" y="23004"/>
                    <a:pt x="17956" y="20819"/>
                  </a:cubicBezTo>
                  <a:cubicBezTo>
                    <a:pt x="23889" y="15832"/>
                    <a:pt x="24657" y="6980"/>
                    <a:pt x="19669" y="1046"/>
                  </a:cubicBezTo>
                  <a:lnTo>
                    <a:pt x="20582" y="266"/>
                  </a:lnTo>
                  <a:close/>
                  <a:moveTo>
                    <a:pt x="20586" y="0"/>
                  </a:moveTo>
                  <a:cubicBezTo>
                    <a:pt x="20561" y="0"/>
                    <a:pt x="20537" y="8"/>
                    <a:pt x="20517" y="25"/>
                  </a:cubicBezTo>
                  <a:lnTo>
                    <a:pt x="19449" y="944"/>
                  </a:lnTo>
                  <a:cubicBezTo>
                    <a:pt x="19428" y="962"/>
                    <a:pt x="19416" y="988"/>
                    <a:pt x="19413" y="1015"/>
                  </a:cubicBezTo>
                  <a:cubicBezTo>
                    <a:pt x="19410" y="1045"/>
                    <a:pt x="19419" y="1073"/>
                    <a:pt x="19439" y="1094"/>
                  </a:cubicBezTo>
                  <a:cubicBezTo>
                    <a:pt x="23530" y="5887"/>
                    <a:pt x="23861" y="12840"/>
                    <a:pt x="20246" y="17999"/>
                  </a:cubicBezTo>
                  <a:cubicBezTo>
                    <a:pt x="17556" y="21837"/>
                    <a:pt x="13269" y="23891"/>
                    <a:pt x="8914" y="23891"/>
                  </a:cubicBezTo>
                  <a:cubicBezTo>
                    <a:pt x="6175" y="23891"/>
                    <a:pt x="3409" y="23078"/>
                    <a:pt x="995" y="21387"/>
                  </a:cubicBezTo>
                  <a:cubicBezTo>
                    <a:pt x="976" y="21373"/>
                    <a:pt x="955" y="21366"/>
                    <a:pt x="932" y="21366"/>
                  </a:cubicBezTo>
                  <a:cubicBezTo>
                    <a:pt x="926" y="21366"/>
                    <a:pt x="920" y="21366"/>
                    <a:pt x="913" y="21367"/>
                  </a:cubicBezTo>
                  <a:cubicBezTo>
                    <a:pt x="886" y="21372"/>
                    <a:pt x="861" y="21388"/>
                    <a:pt x="846" y="21412"/>
                  </a:cubicBezTo>
                  <a:lnTo>
                    <a:pt x="33" y="22570"/>
                  </a:lnTo>
                  <a:cubicBezTo>
                    <a:pt x="1" y="22618"/>
                    <a:pt x="11" y="22684"/>
                    <a:pt x="59" y="22716"/>
                  </a:cubicBezTo>
                  <a:cubicBezTo>
                    <a:pt x="2647" y="24541"/>
                    <a:pt x="5735" y="25519"/>
                    <a:pt x="8901" y="25519"/>
                  </a:cubicBezTo>
                  <a:cubicBezTo>
                    <a:pt x="8910" y="25519"/>
                    <a:pt x="8920" y="25519"/>
                    <a:pt x="8930" y="25519"/>
                  </a:cubicBezTo>
                  <a:lnTo>
                    <a:pt x="8921" y="25519"/>
                  </a:lnTo>
                  <a:cubicBezTo>
                    <a:pt x="12600" y="25519"/>
                    <a:pt x="16158" y="24205"/>
                    <a:pt x="18955" y="21817"/>
                  </a:cubicBezTo>
                  <a:cubicBezTo>
                    <a:pt x="25442" y="16275"/>
                    <a:pt x="26209" y="6524"/>
                    <a:pt x="20667" y="37"/>
                  </a:cubicBezTo>
                  <a:cubicBezTo>
                    <a:pt x="20645" y="13"/>
                    <a:pt x="20616" y="0"/>
                    <a:pt x="205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36"/>
            <p:cNvSpPr/>
            <p:nvPr/>
          </p:nvSpPr>
          <p:spPr>
            <a:xfrm>
              <a:off x="2589611" y="1358779"/>
              <a:ext cx="2569021" cy="2424719"/>
            </a:xfrm>
            <a:custGeom>
              <a:rect b="b" l="l" r="r" t="t"/>
              <a:pathLst>
                <a:path extrusionOk="0" h="52829" w="55973">
                  <a:moveTo>
                    <a:pt x="26405" y="2411"/>
                  </a:moveTo>
                  <a:cubicBezTo>
                    <a:pt x="26409" y="2411"/>
                    <a:pt x="26412" y="2411"/>
                    <a:pt x="26416" y="2411"/>
                  </a:cubicBezTo>
                  <a:cubicBezTo>
                    <a:pt x="27829" y="2411"/>
                    <a:pt x="29240" y="2534"/>
                    <a:pt x="30633" y="2778"/>
                  </a:cubicBezTo>
                  <a:cubicBezTo>
                    <a:pt x="36100" y="3757"/>
                    <a:pt x="41060" y="6603"/>
                    <a:pt x="44664" y="10828"/>
                  </a:cubicBezTo>
                  <a:cubicBezTo>
                    <a:pt x="48381" y="15179"/>
                    <a:pt x="50420" y="20714"/>
                    <a:pt x="50417" y="26434"/>
                  </a:cubicBezTo>
                  <a:cubicBezTo>
                    <a:pt x="50411" y="39692"/>
                    <a:pt x="39663" y="50436"/>
                    <a:pt x="26406" y="50436"/>
                  </a:cubicBezTo>
                  <a:cubicBezTo>
                    <a:pt x="26402" y="50436"/>
                    <a:pt x="26399" y="50436"/>
                    <a:pt x="26395" y="50436"/>
                  </a:cubicBezTo>
                  <a:cubicBezTo>
                    <a:pt x="13133" y="50430"/>
                    <a:pt x="2388" y="39675"/>
                    <a:pt x="2393" y="26413"/>
                  </a:cubicBezTo>
                  <a:cubicBezTo>
                    <a:pt x="2399" y="13155"/>
                    <a:pt x="13148" y="2411"/>
                    <a:pt x="26405" y="2411"/>
                  </a:cubicBezTo>
                  <a:close/>
                  <a:moveTo>
                    <a:pt x="26189" y="2196"/>
                  </a:moveTo>
                  <a:cubicBezTo>
                    <a:pt x="26113" y="2196"/>
                    <a:pt x="26038" y="2196"/>
                    <a:pt x="25962" y="2197"/>
                  </a:cubicBezTo>
                  <a:cubicBezTo>
                    <a:pt x="12588" y="2324"/>
                    <a:pt x="1847" y="13267"/>
                    <a:pt x="1974" y="26641"/>
                  </a:cubicBezTo>
                  <a:cubicBezTo>
                    <a:pt x="2098" y="39937"/>
                    <a:pt x="12915" y="50630"/>
                    <a:pt x="26182" y="50630"/>
                  </a:cubicBezTo>
                  <a:cubicBezTo>
                    <a:pt x="26260" y="50630"/>
                    <a:pt x="26338" y="50630"/>
                    <a:pt x="26416" y="50629"/>
                  </a:cubicBezTo>
                  <a:cubicBezTo>
                    <a:pt x="26418" y="50629"/>
                    <a:pt x="26420" y="50629"/>
                    <a:pt x="26422" y="50629"/>
                  </a:cubicBezTo>
                  <a:cubicBezTo>
                    <a:pt x="32190" y="50629"/>
                    <a:pt x="37766" y="48570"/>
                    <a:pt x="42151" y="44824"/>
                  </a:cubicBezTo>
                  <a:cubicBezTo>
                    <a:pt x="52316" y="36136"/>
                    <a:pt x="53513" y="20855"/>
                    <a:pt x="44826" y="10690"/>
                  </a:cubicBezTo>
                  <a:cubicBezTo>
                    <a:pt x="41189" y="6426"/>
                    <a:pt x="36185" y="3555"/>
                    <a:pt x="30668" y="2569"/>
                  </a:cubicBezTo>
                  <a:cubicBezTo>
                    <a:pt x="29264" y="2321"/>
                    <a:pt x="27841" y="2197"/>
                    <a:pt x="26416" y="2197"/>
                  </a:cubicBezTo>
                  <a:cubicBezTo>
                    <a:pt x="26340" y="2196"/>
                    <a:pt x="26264" y="2196"/>
                    <a:pt x="26189" y="2196"/>
                  </a:cubicBezTo>
                  <a:close/>
                  <a:moveTo>
                    <a:pt x="26413" y="214"/>
                  </a:moveTo>
                  <a:cubicBezTo>
                    <a:pt x="26414" y="214"/>
                    <a:pt x="26415" y="214"/>
                    <a:pt x="26416" y="214"/>
                  </a:cubicBezTo>
                  <a:lnTo>
                    <a:pt x="26416" y="215"/>
                  </a:lnTo>
                  <a:cubicBezTo>
                    <a:pt x="26424" y="215"/>
                    <a:pt x="26433" y="215"/>
                    <a:pt x="26441" y="215"/>
                  </a:cubicBezTo>
                  <a:cubicBezTo>
                    <a:pt x="27975" y="215"/>
                    <a:pt x="29506" y="349"/>
                    <a:pt x="31017" y="616"/>
                  </a:cubicBezTo>
                  <a:cubicBezTo>
                    <a:pt x="34809" y="1284"/>
                    <a:pt x="38406" y="2788"/>
                    <a:pt x="41545" y="5022"/>
                  </a:cubicBezTo>
                  <a:cubicBezTo>
                    <a:pt x="43315" y="6278"/>
                    <a:pt x="44923" y="7748"/>
                    <a:pt x="46335" y="9398"/>
                  </a:cubicBezTo>
                  <a:cubicBezTo>
                    <a:pt x="50388" y="14143"/>
                    <a:pt x="52615" y="20180"/>
                    <a:pt x="52614" y="26422"/>
                  </a:cubicBezTo>
                  <a:cubicBezTo>
                    <a:pt x="52612" y="40892"/>
                    <a:pt x="40879" y="52620"/>
                    <a:pt x="26410" y="52620"/>
                  </a:cubicBezTo>
                  <a:cubicBezTo>
                    <a:pt x="26409" y="52620"/>
                    <a:pt x="26408" y="52620"/>
                    <a:pt x="26407" y="52620"/>
                  </a:cubicBezTo>
                  <a:cubicBezTo>
                    <a:pt x="11936" y="52617"/>
                    <a:pt x="206" y="40884"/>
                    <a:pt x="209" y="26413"/>
                  </a:cubicBezTo>
                  <a:cubicBezTo>
                    <a:pt x="212" y="11942"/>
                    <a:pt x="11943" y="214"/>
                    <a:pt x="26413" y="214"/>
                  </a:cubicBezTo>
                  <a:close/>
                  <a:moveTo>
                    <a:pt x="26441" y="1"/>
                  </a:moveTo>
                  <a:cubicBezTo>
                    <a:pt x="26433" y="1"/>
                    <a:pt x="26424" y="1"/>
                    <a:pt x="26416" y="1"/>
                  </a:cubicBezTo>
                  <a:lnTo>
                    <a:pt x="26413" y="1"/>
                  </a:lnTo>
                  <a:cubicBezTo>
                    <a:pt x="11826" y="2"/>
                    <a:pt x="1" y="11829"/>
                    <a:pt x="1" y="26416"/>
                  </a:cubicBezTo>
                  <a:cubicBezTo>
                    <a:pt x="2" y="41004"/>
                    <a:pt x="11827" y="52828"/>
                    <a:pt x="26413" y="52828"/>
                  </a:cubicBezTo>
                  <a:cubicBezTo>
                    <a:pt x="26414" y="52828"/>
                    <a:pt x="26415" y="52828"/>
                    <a:pt x="26416" y="52828"/>
                  </a:cubicBezTo>
                  <a:cubicBezTo>
                    <a:pt x="32708" y="52828"/>
                    <a:pt x="38792" y="50583"/>
                    <a:pt x="43576" y="46496"/>
                  </a:cubicBezTo>
                  <a:cubicBezTo>
                    <a:pt x="54665" y="37019"/>
                    <a:pt x="55973" y="20347"/>
                    <a:pt x="46496" y="9259"/>
                  </a:cubicBezTo>
                  <a:cubicBezTo>
                    <a:pt x="45075" y="7594"/>
                    <a:pt x="43452" y="6111"/>
                    <a:pt x="41665" y="4846"/>
                  </a:cubicBezTo>
                  <a:cubicBezTo>
                    <a:pt x="38502" y="2598"/>
                    <a:pt x="34877" y="1080"/>
                    <a:pt x="31054" y="406"/>
                  </a:cubicBezTo>
                  <a:cubicBezTo>
                    <a:pt x="29531" y="138"/>
                    <a:pt x="27988" y="1"/>
                    <a:pt x="2644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36"/>
            <p:cNvSpPr/>
            <p:nvPr/>
          </p:nvSpPr>
          <p:spPr>
            <a:xfrm>
              <a:off x="2589611" y="1358779"/>
              <a:ext cx="2569021" cy="2424719"/>
            </a:xfrm>
            <a:custGeom>
              <a:rect b="b" l="l" r="r" t="t"/>
              <a:pathLst>
                <a:path extrusionOk="0" h="52829" w="55973">
                  <a:moveTo>
                    <a:pt x="26405" y="2411"/>
                  </a:moveTo>
                  <a:cubicBezTo>
                    <a:pt x="26409" y="2411"/>
                    <a:pt x="26412" y="2411"/>
                    <a:pt x="26416" y="2411"/>
                  </a:cubicBezTo>
                  <a:cubicBezTo>
                    <a:pt x="27829" y="2411"/>
                    <a:pt x="29240" y="2534"/>
                    <a:pt x="30633" y="2778"/>
                  </a:cubicBezTo>
                  <a:cubicBezTo>
                    <a:pt x="36100" y="3757"/>
                    <a:pt x="41060" y="6603"/>
                    <a:pt x="44664" y="10828"/>
                  </a:cubicBezTo>
                  <a:cubicBezTo>
                    <a:pt x="48381" y="15179"/>
                    <a:pt x="50420" y="20714"/>
                    <a:pt x="50417" y="26434"/>
                  </a:cubicBezTo>
                  <a:cubicBezTo>
                    <a:pt x="50411" y="39692"/>
                    <a:pt x="39663" y="50436"/>
                    <a:pt x="26406" y="50436"/>
                  </a:cubicBezTo>
                  <a:cubicBezTo>
                    <a:pt x="26402" y="50436"/>
                    <a:pt x="26399" y="50436"/>
                    <a:pt x="26395" y="50436"/>
                  </a:cubicBezTo>
                  <a:cubicBezTo>
                    <a:pt x="13133" y="50430"/>
                    <a:pt x="2388" y="39675"/>
                    <a:pt x="2393" y="26413"/>
                  </a:cubicBezTo>
                  <a:cubicBezTo>
                    <a:pt x="2399" y="13155"/>
                    <a:pt x="13148" y="2411"/>
                    <a:pt x="26405" y="2411"/>
                  </a:cubicBezTo>
                  <a:close/>
                  <a:moveTo>
                    <a:pt x="26189" y="2196"/>
                  </a:moveTo>
                  <a:cubicBezTo>
                    <a:pt x="26113" y="2196"/>
                    <a:pt x="26038" y="2196"/>
                    <a:pt x="25962" y="2197"/>
                  </a:cubicBezTo>
                  <a:cubicBezTo>
                    <a:pt x="12588" y="2324"/>
                    <a:pt x="1847" y="13267"/>
                    <a:pt x="1974" y="26641"/>
                  </a:cubicBezTo>
                  <a:cubicBezTo>
                    <a:pt x="2098" y="39937"/>
                    <a:pt x="12915" y="50630"/>
                    <a:pt x="26182" y="50630"/>
                  </a:cubicBezTo>
                  <a:cubicBezTo>
                    <a:pt x="26260" y="50630"/>
                    <a:pt x="26338" y="50630"/>
                    <a:pt x="26416" y="50629"/>
                  </a:cubicBezTo>
                  <a:cubicBezTo>
                    <a:pt x="26418" y="50629"/>
                    <a:pt x="26420" y="50629"/>
                    <a:pt x="26422" y="50629"/>
                  </a:cubicBezTo>
                  <a:cubicBezTo>
                    <a:pt x="32190" y="50629"/>
                    <a:pt x="37766" y="48570"/>
                    <a:pt x="42151" y="44824"/>
                  </a:cubicBezTo>
                  <a:cubicBezTo>
                    <a:pt x="52316" y="36136"/>
                    <a:pt x="53513" y="20855"/>
                    <a:pt x="44826" y="10690"/>
                  </a:cubicBezTo>
                  <a:cubicBezTo>
                    <a:pt x="41189" y="6426"/>
                    <a:pt x="36185" y="3555"/>
                    <a:pt x="30668" y="2569"/>
                  </a:cubicBezTo>
                  <a:cubicBezTo>
                    <a:pt x="29264" y="2321"/>
                    <a:pt x="27841" y="2197"/>
                    <a:pt x="26416" y="2197"/>
                  </a:cubicBezTo>
                  <a:cubicBezTo>
                    <a:pt x="26340" y="2196"/>
                    <a:pt x="26264" y="2196"/>
                    <a:pt x="26189" y="2196"/>
                  </a:cubicBezTo>
                  <a:close/>
                  <a:moveTo>
                    <a:pt x="26413" y="214"/>
                  </a:moveTo>
                  <a:cubicBezTo>
                    <a:pt x="26414" y="214"/>
                    <a:pt x="26415" y="214"/>
                    <a:pt x="26416" y="214"/>
                  </a:cubicBezTo>
                  <a:lnTo>
                    <a:pt x="26416" y="215"/>
                  </a:lnTo>
                  <a:cubicBezTo>
                    <a:pt x="26424" y="215"/>
                    <a:pt x="26433" y="215"/>
                    <a:pt x="26441" y="215"/>
                  </a:cubicBezTo>
                  <a:cubicBezTo>
                    <a:pt x="27975" y="215"/>
                    <a:pt x="29506" y="349"/>
                    <a:pt x="31017" y="616"/>
                  </a:cubicBezTo>
                  <a:cubicBezTo>
                    <a:pt x="34809" y="1284"/>
                    <a:pt x="38406" y="2788"/>
                    <a:pt x="41545" y="5022"/>
                  </a:cubicBezTo>
                  <a:cubicBezTo>
                    <a:pt x="43315" y="6278"/>
                    <a:pt x="44923" y="7748"/>
                    <a:pt x="46335" y="9398"/>
                  </a:cubicBezTo>
                  <a:cubicBezTo>
                    <a:pt x="50388" y="14143"/>
                    <a:pt x="52615" y="20180"/>
                    <a:pt x="52614" y="26422"/>
                  </a:cubicBezTo>
                  <a:cubicBezTo>
                    <a:pt x="52612" y="40892"/>
                    <a:pt x="40879" y="52620"/>
                    <a:pt x="26410" y="52620"/>
                  </a:cubicBezTo>
                  <a:cubicBezTo>
                    <a:pt x="26409" y="52620"/>
                    <a:pt x="26408" y="52620"/>
                    <a:pt x="26407" y="52620"/>
                  </a:cubicBezTo>
                  <a:cubicBezTo>
                    <a:pt x="11936" y="52617"/>
                    <a:pt x="206" y="40884"/>
                    <a:pt x="209" y="26413"/>
                  </a:cubicBezTo>
                  <a:cubicBezTo>
                    <a:pt x="212" y="11942"/>
                    <a:pt x="11943" y="214"/>
                    <a:pt x="26413" y="214"/>
                  </a:cubicBezTo>
                  <a:close/>
                  <a:moveTo>
                    <a:pt x="26441" y="1"/>
                  </a:moveTo>
                  <a:cubicBezTo>
                    <a:pt x="26433" y="1"/>
                    <a:pt x="26424" y="1"/>
                    <a:pt x="26416" y="1"/>
                  </a:cubicBezTo>
                  <a:lnTo>
                    <a:pt x="26413" y="1"/>
                  </a:lnTo>
                  <a:cubicBezTo>
                    <a:pt x="11826" y="2"/>
                    <a:pt x="1" y="11829"/>
                    <a:pt x="1" y="26416"/>
                  </a:cubicBezTo>
                  <a:cubicBezTo>
                    <a:pt x="2" y="41004"/>
                    <a:pt x="11827" y="52828"/>
                    <a:pt x="26413" y="52828"/>
                  </a:cubicBezTo>
                  <a:cubicBezTo>
                    <a:pt x="26414" y="52828"/>
                    <a:pt x="26415" y="52828"/>
                    <a:pt x="26416" y="52828"/>
                  </a:cubicBezTo>
                  <a:cubicBezTo>
                    <a:pt x="32708" y="52828"/>
                    <a:pt x="38792" y="50583"/>
                    <a:pt x="43576" y="46496"/>
                  </a:cubicBezTo>
                  <a:cubicBezTo>
                    <a:pt x="54665" y="37019"/>
                    <a:pt x="55973" y="20347"/>
                    <a:pt x="46496" y="9259"/>
                  </a:cubicBezTo>
                  <a:cubicBezTo>
                    <a:pt x="45075" y="7594"/>
                    <a:pt x="43452" y="6111"/>
                    <a:pt x="41665" y="4846"/>
                  </a:cubicBezTo>
                  <a:cubicBezTo>
                    <a:pt x="38502" y="2598"/>
                    <a:pt x="34877" y="1080"/>
                    <a:pt x="31054" y="406"/>
                  </a:cubicBezTo>
                  <a:cubicBezTo>
                    <a:pt x="29531" y="138"/>
                    <a:pt x="27988" y="1"/>
                    <a:pt x="2644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36"/>
            <p:cNvSpPr/>
            <p:nvPr/>
          </p:nvSpPr>
          <p:spPr>
            <a:xfrm>
              <a:off x="2351311" y="1120847"/>
              <a:ext cx="2900722" cy="2900584"/>
            </a:xfrm>
            <a:custGeom>
              <a:rect b="b" l="l" r="r" t="t"/>
              <a:pathLst>
                <a:path extrusionOk="0" h="63197" w="63200">
                  <a:moveTo>
                    <a:pt x="31605" y="5395"/>
                  </a:moveTo>
                  <a:cubicBezTo>
                    <a:pt x="37054" y="5395"/>
                    <a:pt x="42286" y="7058"/>
                    <a:pt x="46735" y="10204"/>
                  </a:cubicBezTo>
                  <a:cubicBezTo>
                    <a:pt x="48504" y="11461"/>
                    <a:pt x="50117" y="12933"/>
                    <a:pt x="51525" y="14582"/>
                  </a:cubicBezTo>
                  <a:cubicBezTo>
                    <a:pt x="56071" y="19903"/>
                    <a:pt x="58273" y="26675"/>
                    <a:pt x="57725" y="33650"/>
                  </a:cubicBezTo>
                  <a:cubicBezTo>
                    <a:pt x="57179" y="40628"/>
                    <a:pt x="53946" y="46973"/>
                    <a:pt x="48626" y="51519"/>
                  </a:cubicBezTo>
                  <a:cubicBezTo>
                    <a:pt x="43887" y="55569"/>
                    <a:pt x="37842" y="57799"/>
                    <a:pt x="31608" y="57799"/>
                  </a:cubicBezTo>
                  <a:lnTo>
                    <a:pt x="31605" y="57799"/>
                  </a:lnTo>
                  <a:cubicBezTo>
                    <a:pt x="17159" y="57799"/>
                    <a:pt x="5404" y="46046"/>
                    <a:pt x="5403" y="31600"/>
                  </a:cubicBezTo>
                  <a:cubicBezTo>
                    <a:pt x="5401" y="17151"/>
                    <a:pt x="17153" y="5396"/>
                    <a:pt x="31602" y="5395"/>
                  </a:cubicBezTo>
                  <a:close/>
                  <a:moveTo>
                    <a:pt x="31602" y="5180"/>
                  </a:moveTo>
                  <a:cubicBezTo>
                    <a:pt x="17036" y="5182"/>
                    <a:pt x="5188" y="17034"/>
                    <a:pt x="5190" y="31600"/>
                  </a:cubicBezTo>
                  <a:cubicBezTo>
                    <a:pt x="5191" y="46165"/>
                    <a:pt x="17040" y="58012"/>
                    <a:pt x="31605" y="58012"/>
                  </a:cubicBezTo>
                  <a:lnTo>
                    <a:pt x="31608" y="58012"/>
                  </a:lnTo>
                  <a:cubicBezTo>
                    <a:pt x="37893" y="58012"/>
                    <a:pt x="43987" y="55764"/>
                    <a:pt x="48765" y="51680"/>
                  </a:cubicBezTo>
                  <a:cubicBezTo>
                    <a:pt x="54129" y="47098"/>
                    <a:pt x="57387" y="40701"/>
                    <a:pt x="57938" y="33667"/>
                  </a:cubicBezTo>
                  <a:cubicBezTo>
                    <a:pt x="58491" y="26635"/>
                    <a:pt x="56271" y="19806"/>
                    <a:pt x="51688" y="14443"/>
                  </a:cubicBezTo>
                  <a:cubicBezTo>
                    <a:pt x="50267" y="12781"/>
                    <a:pt x="48643" y="11297"/>
                    <a:pt x="46859" y="10031"/>
                  </a:cubicBezTo>
                  <a:cubicBezTo>
                    <a:pt x="42374" y="6858"/>
                    <a:pt x="37099" y="5180"/>
                    <a:pt x="31605" y="5180"/>
                  </a:cubicBezTo>
                  <a:close/>
                  <a:moveTo>
                    <a:pt x="31608" y="215"/>
                  </a:moveTo>
                  <a:cubicBezTo>
                    <a:pt x="33450" y="215"/>
                    <a:pt x="35305" y="377"/>
                    <a:pt x="37118" y="697"/>
                  </a:cubicBezTo>
                  <a:cubicBezTo>
                    <a:pt x="41631" y="1495"/>
                    <a:pt x="45991" y="3321"/>
                    <a:pt x="49728" y="5974"/>
                  </a:cubicBezTo>
                  <a:cubicBezTo>
                    <a:pt x="51848" y="7476"/>
                    <a:pt x="53778" y="9241"/>
                    <a:pt x="55466" y="11217"/>
                  </a:cubicBezTo>
                  <a:cubicBezTo>
                    <a:pt x="60317" y="16897"/>
                    <a:pt x="62987" y="24138"/>
                    <a:pt x="62986" y="31606"/>
                  </a:cubicBezTo>
                  <a:cubicBezTo>
                    <a:pt x="62981" y="48909"/>
                    <a:pt x="48903" y="62984"/>
                    <a:pt x="31600" y="62984"/>
                  </a:cubicBezTo>
                  <a:lnTo>
                    <a:pt x="31594" y="62984"/>
                  </a:lnTo>
                  <a:cubicBezTo>
                    <a:pt x="23210" y="62981"/>
                    <a:pt x="15331" y="59716"/>
                    <a:pt x="9403" y="53787"/>
                  </a:cubicBezTo>
                  <a:cubicBezTo>
                    <a:pt x="3477" y="47858"/>
                    <a:pt x="215" y="39975"/>
                    <a:pt x="217" y="31593"/>
                  </a:cubicBezTo>
                  <a:cubicBezTo>
                    <a:pt x="218" y="23208"/>
                    <a:pt x="3485" y="15328"/>
                    <a:pt x="9414" y="9402"/>
                  </a:cubicBezTo>
                  <a:cubicBezTo>
                    <a:pt x="15341" y="3477"/>
                    <a:pt x="23219" y="215"/>
                    <a:pt x="31600" y="215"/>
                  </a:cubicBezTo>
                  <a:close/>
                  <a:moveTo>
                    <a:pt x="31600" y="0"/>
                  </a:moveTo>
                  <a:cubicBezTo>
                    <a:pt x="23164" y="0"/>
                    <a:pt x="15230" y="3285"/>
                    <a:pt x="9263" y="9251"/>
                  </a:cubicBezTo>
                  <a:cubicBezTo>
                    <a:pt x="3293" y="15217"/>
                    <a:pt x="5" y="23152"/>
                    <a:pt x="4" y="31591"/>
                  </a:cubicBezTo>
                  <a:cubicBezTo>
                    <a:pt x="1" y="40032"/>
                    <a:pt x="3287" y="47968"/>
                    <a:pt x="9253" y="53937"/>
                  </a:cubicBezTo>
                  <a:cubicBezTo>
                    <a:pt x="15219" y="59906"/>
                    <a:pt x="23154" y="63195"/>
                    <a:pt x="31594" y="63197"/>
                  </a:cubicBezTo>
                  <a:lnTo>
                    <a:pt x="31600" y="63197"/>
                  </a:lnTo>
                  <a:cubicBezTo>
                    <a:pt x="49019" y="63197"/>
                    <a:pt x="63196" y="49025"/>
                    <a:pt x="63199" y="31606"/>
                  </a:cubicBezTo>
                  <a:cubicBezTo>
                    <a:pt x="63200" y="24087"/>
                    <a:pt x="60512" y="16796"/>
                    <a:pt x="55629" y="11078"/>
                  </a:cubicBezTo>
                  <a:cubicBezTo>
                    <a:pt x="53930" y="9089"/>
                    <a:pt x="51985" y="7313"/>
                    <a:pt x="49852" y="5800"/>
                  </a:cubicBezTo>
                  <a:cubicBezTo>
                    <a:pt x="46089" y="3129"/>
                    <a:pt x="41700" y="1291"/>
                    <a:pt x="37156" y="487"/>
                  </a:cubicBezTo>
                  <a:cubicBezTo>
                    <a:pt x="35329" y="164"/>
                    <a:pt x="33463" y="2"/>
                    <a:pt x="316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36"/>
            <p:cNvSpPr/>
            <p:nvPr/>
          </p:nvSpPr>
          <p:spPr>
            <a:xfrm>
              <a:off x="2204255" y="974250"/>
              <a:ext cx="1602741" cy="2506233"/>
            </a:xfrm>
            <a:custGeom>
              <a:rect b="b" l="l" r="r" t="t"/>
              <a:pathLst>
                <a:path extrusionOk="0" h="54605" w="34920">
                  <a:moveTo>
                    <a:pt x="34706" y="208"/>
                  </a:moveTo>
                  <a:lnTo>
                    <a:pt x="34706" y="3202"/>
                  </a:lnTo>
                  <a:cubicBezTo>
                    <a:pt x="17332" y="3258"/>
                    <a:pt x="3217" y="17411"/>
                    <a:pt x="3217" y="34797"/>
                  </a:cubicBezTo>
                  <a:cubicBezTo>
                    <a:pt x="3205" y="41173"/>
                    <a:pt x="5134" y="47399"/>
                    <a:pt x="8748" y="52651"/>
                  </a:cubicBezTo>
                  <a:lnTo>
                    <a:pt x="6290" y="54357"/>
                  </a:lnTo>
                  <a:cubicBezTo>
                    <a:pt x="2329" y="48604"/>
                    <a:pt x="215" y="41782"/>
                    <a:pt x="227" y="34797"/>
                  </a:cubicBezTo>
                  <a:cubicBezTo>
                    <a:pt x="227" y="15758"/>
                    <a:pt x="15685" y="264"/>
                    <a:pt x="34706" y="208"/>
                  </a:cubicBezTo>
                  <a:close/>
                  <a:moveTo>
                    <a:pt x="34812" y="1"/>
                  </a:moveTo>
                  <a:cubicBezTo>
                    <a:pt x="15624" y="1"/>
                    <a:pt x="14" y="15605"/>
                    <a:pt x="14" y="34797"/>
                  </a:cubicBezTo>
                  <a:cubicBezTo>
                    <a:pt x="1" y="41858"/>
                    <a:pt x="2148" y="48754"/>
                    <a:pt x="6168" y="54560"/>
                  </a:cubicBezTo>
                  <a:cubicBezTo>
                    <a:pt x="6187" y="54588"/>
                    <a:pt x="6220" y="54604"/>
                    <a:pt x="6256" y="54604"/>
                  </a:cubicBezTo>
                  <a:cubicBezTo>
                    <a:pt x="6275" y="54604"/>
                    <a:pt x="6296" y="54600"/>
                    <a:pt x="6312" y="54590"/>
                  </a:cubicBezTo>
                  <a:lnTo>
                    <a:pt x="8946" y="52772"/>
                  </a:lnTo>
                  <a:cubicBezTo>
                    <a:pt x="8971" y="52755"/>
                    <a:pt x="8986" y="52730"/>
                    <a:pt x="8991" y="52702"/>
                  </a:cubicBezTo>
                  <a:cubicBezTo>
                    <a:pt x="8998" y="52675"/>
                    <a:pt x="8991" y="52645"/>
                    <a:pt x="8974" y="52623"/>
                  </a:cubicBezTo>
                  <a:cubicBezTo>
                    <a:pt x="5347" y="47386"/>
                    <a:pt x="3413" y="41164"/>
                    <a:pt x="3430" y="34796"/>
                  </a:cubicBezTo>
                  <a:cubicBezTo>
                    <a:pt x="3430" y="17487"/>
                    <a:pt x="17506" y="3412"/>
                    <a:pt x="34812" y="3412"/>
                  </a:cubicBezTo>
                  <a:cubicBezTo>
                    <a:pt x="34871" y="3412"/>
                    <a:pt x="34919" y="3364"/>
                    <a:pt x="34919" y="3306"/>
                  </a:cubicBezTo>
                  <a:lnTo>
                    <a:pt x="34919" y="106"/>
                  </a:lnTo>
                  <a:cubicBezTo>
                    <a:pt x="34919" y="48"/>
                    <a:pt x="34871" y="1"/>
                    <a:pt x="3481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36"/>
            <p:cNvSpPr/>
            <p:nvPr/>
          </p:nvSpPr>
          <p:spPr>
            <a:xfrm>
              <a:off x="2484873" y="746736"/>
              <a:ext cx="200205" cy="9822"/>
            </a:xfrm>
            <a:custGeom>
              <a:rect b="b" l="l" r="r" t="t"/>
              <a:pathLst>
                <a:path extrusionOk="0" h="214" w="4362">
                  <a:moveTo>
                    <a:pt x="107" y="1"/>
                  </a:moveTo>
                  <a:cubicBezTo>
                    <a:pt x="48" y="1"/>
                    <a:pt x="0" y="49"/>
                    <a:pt x="0" y="108"/>
                  </a:cubicBezTo>
                  <a:cubicBezTo>
                    <a:pt x="0" y="166"/>
                    <a:pt x="48" y="214"/>
                    <a:pt x="107" y="214"/>
                  </a:cubicBezTo>
                  <a:lnTo>
                    <a:pt x="4256" y="214"/>
                  </a:lnTo>
                  <a:cubicBezTo>
                    <a:pt x="4314" y="214"/>
                    <a:pt x="4361" y="166"/>
                    <a:pt x="4361" y="108"/>
                  </a:cubicBezTo>
                  <a:cubicBezTo>
                    <a:pt x="4361" y="49"/>
                    <a:pt x="4314" y="1"/>
                    <a:pt x="42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36"/>
            <p:cNvSpPr/>
            <p:nvPr/>
          </p:nvSpPr>
          <p:spPr>
            <a:xfrm>
              <a:off x="2484873" y="852484"/>
              <a:ext cx="200205" cy="9822"/>
            </a:xfrm>
            <a:custGeom>
              <a:rect b="b" l="l" r="r" t="t"/>
              <a:pathLst>
                <a:path extrusionOk="0" h="214" w="4362">
                  <a:moveTo>
                    <a:pt x="107" y="0"/>
                  </a:moveTo>
                  <a:cubicBezTo>
                    <a:pt x="48" y="0"/>
                    <a:pt x="0" y="48"/>
                    <a:pt x="0" y="108"/>
                  </a:cubicBezTo>
                  <a:cubicBezTo>
                    <a:pt x="0" y="166"/>
                    <a:pt x="48" y="213"/>
                    <a:pt x="107" y="213"/>
                  </a:cubicBezTo>
                  <a:lnTo>
                    <a:pt x="4256" y="213"/>
                  </a:lnTo>
                  <a:cubicBezTo>
                    <a:pt x="4314" y="213"/>
                    <a:pt x="4361" y="166"/>
                    <a:pt x="4361" y="108"/>
                  </a:cubicBezTo>
                  <a:cubicBezTo>
                    <a:pt x="4361" y="48"/>
                    <a:pt x="4314" y="0"/>
                    <a:pt x="42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36"/>
            <p:cNvSpPr/>
            <p:nvPr/>
          </p:nvSpPr>
          <p:spPr>
            <a:xfrm>
              <a:off x="2484873" y="958278"/>
              <a:ext cx="200205" cy="9868"/>
            </a:xfrm>
            <a:custGeom>
              <a:rect b="b" l="l" r="r" t="t"/>
              <a:pathLst>
                <a:path extrusionOk="0" h="215" w="4362">
                  <a:moveTo>
                    <a:pt x="107" y="0"/>
                  </a:moveTo>
                  <a:cubicBezTo>
                    <a:pt x="48" y="0"/>
                    <a:pt x="0" y="48"/>
                    <a:pt x="0" y="107"/>
                  </a:cubicBezTo>
                  <a:cubicBezTo>
                    <a:pt x="0" y="167"/>
                    <a:pt x="48" y="215"/>
                    <a:pt x="107" y="215"/>
                  </a:cubicBezTo>
                  <a:lnTo>
                    <a:pt x="4256" y="215"/>
                  </a:lnTo>
                  <a:cubicBezTo>
                    <a:pt x="4314" y="215"/>
                    <a:pt x="4361" y="167"/>
                    <a:pt x="4361" y="107"/>
                  </a:cubicBezTo>
                  <a:cubicBezTo>
                    <a:pt x="4361" y="48"/>
                    <a:pt x="4314" y="0"/>
                    <a:pt x="42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36"/>
            <p:cNvSpPr/>
            <p:nvPr/>
          </p:nvSpPr>
          <p:spPr>
            <a:xfrm>
              <a:off x="2484873" y="1063979"/>
              <a:ext cx="200205" cy="9822"/>
            </a:xfrm>
            <a:custGeom>
              <a:rect b="b" l="l" r="r" t="t"/>
              <a:pathLst>
                <a:path extrusionOk="0" h="214" w="4362">
                  <a:moveTo>
                    <a:pt x="107" y="1"/>
                  </a:moveTo>
                  <a:cubicBezTo>
                    <a:pt x="48" y="1"/>
                    <a:pt x="0" y="48"/>
                    <a:pt x="0" y="108"/>
                  </a:cubicBezTo>
                  <a:cubicBezTo>
                    <a:pt x="0" y="166"/>
                    <a:pt x="48" y="214"/>
                    <a:pt x="107" y="214"/>
                  </a:cubicBezTo>
                  <a:lnTo>
                    <a:pt x="4256" y="214"/>
                  </a:lnTo>
                  <a:cubicBezTo>
                    <a:pt x="4314" y="214"/>
                    <a:pt x="4361" y="166"/>
                    <a:pt x="4361" y="108"/>
                  </a:cubicBezTo>
                  <a:cubicBezTo>
                    <a:pt x="4361" y="48"/>
                    <a:pt x="4314" y="1"/>
                    <a:pt x="42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36"/>
            <p:cNvSpPr/>
            <p:nvPr/>
          </p:nvSpPr>
          <p:spPr>
            <a:xfrm>
              <a:off x="2484873" y="1169773"/>
              <a:ext cx="200205" cy="9868"/>
            </a:xfrm>
            <a:custGeom>
              <a:rect b="b" l="l" r="r" t="t"/>
              <a:pathLst>
                <a:path extrusionOk="0" h="215" w="4362">
                  <a:moveTo>
                    <a:pt x="107" y="1"/>
                  </a:moveTo>
                  <a:cubicBezTo>
                    <a:pt x="48" y="1"/>
                    <a:pt x="0" y="48"/>
                    <a:pt x="0" y="108"/>
                  </a:cubicBezTo>
                  <a:cubicBezTo>
                    <a:pt x="0" y="167"/>
                    <a:pt x="48" y="215"/>
                    <a:pt x="107" y="215"/>
                  </a:cubicBezTo>
                  <a:lnTo>
                    <a:pt x="4256" y="215"/>
                  </a:lnTo>
                  <a:cubicBezTo>
                    <a:pt x="4314" y="215"/>
                    <a:pt x="4361" y="167"/>
                    <a:pt x="4361" y="108"/>
                  </a:cubicBezTo>
                  <a:cubicBezTo>
                    <a:pt x="4361" y="48"/>
                    <a:pt x="4314" y="1"/>
                    <a:pt x="42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36"/>
            <p:cNvSpPr/>
            <p:nvPr/>
          </p:nvSpPr>
          <p:spPr>
            <a:xfrm>
              <a:off x="2484873" y="1275613"/>
              <a:ext cx="200205" cy="9822"/>
            </a:xfrm>
            <a:custGeom>
              <a:rect b="b" l="l" r="r" t="t"/>
              <a:pathLst>
                <a:path extrusionOk="0" h="214" w="4362">
                  <a:moveTo>
                    <a:pt x="107" y="1"/>
                  </a:moveTo>
                  <a:cubicBezTo>
                    <a:pt x="48" y="1"/>
                    <a:pt x="0" y="49"/>
                    <a:pt x="0" y="107"/>
                  </a:cubicBezTo>
                  <a:cubicBezTo>
                    <a:pt x="0" y="166"/>
                    <a:pt x="48" y="214"/>
                    <a:pt x="107" y="214"/>
                  </a:cubicBezTo>
                  <a:lnTo>
                    <a:pt x="4256" y="214"/>
                  </a:lnTo>
                  <a:cubicBezTo>
                    <a:pt x="4314" y="214"/>
                    <a:pt x="4361" y="166"/>
                    <a:pt x="4361" y="107"/>
                  </a:cubicBezTo>
                  <a:cubicBezTo>
                    <a:pt x="4361" y="49"/>
                    <a:pt x="4314" y="1"/>
                    <a:pt x="42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36"/>
            <p:cNvSpPr/>
            <p:nvPr/>
          </p:nvSpPr>
          <p:spPr>
            <a:xfrm>
              <a:off x="2809414" y="746736"/>
              <a:ext cx="200251" cy="9822"/>
            </a:xfrm>
            <a:custGeom>
              <a:rect b="b" l="l" r="r" t="t"/>
              <a:pathLst>
                <a:path extrusionOk="0" h="214" w="4363">
                  <a:moveTo>
                    <a:pt x="107" y="1"/>
                  </a:moveTo>
                  <a:cubicBezTo>
                    <a:pt x="48" y="1"/>
                    <a:pt x="0" y="49"/>
                    <a:pt x="0" y="108"/>
                  </a:cubicBezTo>
                  <a:cubicBezTo>
                    <a:pt x="0" y="166"/>
                    <a:pt x="49" y="214"/>
                    <a:pt x="107" y="214"/>
                  </a:cubicBezTo>
                  <a:lnTo>
                    <a:pt x="4256" y="214"/>
                  </a:lnTo>
                  <a:cubicBezTo>
                    <a:pt x="4315" y="214"/>
                    <a:pt x="4363" y="166"/>
                    <a:pt x="4363" y="108"/>
                  </a:cubicBezTo>
                  <a:cubicBezTo>
                    <a:pt x="4363" y="49"/>
                    <a:pt x="4314" y="1"/>
                    <a:pt x="42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36"/>
            <p:cNvSpPr/>
            <p:nvPr/>
          </p:nvSpPr>
          <p:spPr>
            <a:xfrm>
              <a:off x="2809414" y="852484"/>
              <a:ext cx="200251" cy="9822"/>
            </a:xfrm>
            <a:custGeom>
              <a:rect b="b" l="l" r="r" t="t"/>
              <a:pathLst>
                <a:path extrusionOk="0" h="214" w="4363">
                  <a:moveTo>
                    <a:pt x="107" y="0"/>
                  </a:moveTo>
                  <a:cubicBezTo>
                    <a:pt x="48" y="0"/>
                    <a:pt x="0" y="48"/>
                    <a:pt x="0" y="108"/>
                  </a:cubicBezTo>
                  <a:cubicBezTo>
                    <a:pt x="0" y="166"/>
                    <a:pt x="49" y="213"/>
                    <a:pt x="107" y="213"/>
                  </a:cubicBezTo>
                  <a:lnTo>
                    <a:pt x="4256" y="213"/>
                  </a:lnTo>
                  <a:cubicBezTo>
                    <a:pt x="4315" y="213"/>
                    <a:pt x="4363" y="166"/>
                    <a:pt x="4363" y="108"/>
                  </a:cubicBezTo>
                  <a:cubicBezTo>
                    <a:pt x="4363" y="48"/>
                    <a:pt x="4314" y="0"/>
                    <a:pt x="42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36"/>
            <p:cNvSpPr/>
            <p:nvPr/>
          </p:nvSpPr>
          <p:spPr>
            <a:xfrm>
              <a:off x="2809414" y="958278"/>
              <a:ext cx="200251" cy="9868"/>
            </a:xfrm>
            <a:custGeom>
              <a:rect b="b" l="l" r="r" t="t"/>
              <a:pathLst>
                <a:path extrusionOk="0" h="215" w="4363">
                  <a:moveTo>
                    <a:pt x="107" y="0"/>
                  </a:moveTo>
                  <a:cubicBezTo>
                    <a:pt x="48" y="0"/>
                    <a:pt x="0" y="48"/>
                    <a:pt x="0" y="107"/>
                  </a:cubicBezTo>
                  <a:cubicBezTo>
                    <a:pt x="0" y="167"/>
                    <a:pt x="49" y="215"/>
                    <a:pt x="107" y="215"/>
                  </a:cubicBezTo>
                  <a:lnTo>
                    <a:pt x="4256" y="215"/>
                  </a:lnTo>
                  <a:cubicBezTo>
                    <a:pt x="4314" y="215"/>
                    <a:pt x="4363" y="167"/>
                    <a:pt x="4363" y="107"/>
                  </a:cubicBezTo>
                  <a:cubicBezTo>
                    <a:pt x="4363" y="48"/>
                    <a:pt x="4314" y="0"/>
                    <a:pt x="42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36"/>
            <p:cNvSpPr/>
            <p:nvPr/>
          </p:nvSpPr>
          <p:spPr>
            <a:xfrm>
              <a:off x="6102560" y="3278442"/>
              <a:ext cx="200205" cy="9822"/>
            </a:xfrm>
            <a:custGeom>
              <a:rect b="b" l="l" r="r" t="t"/>
              <a:pathLst>
                <a:path extrusionOk="0" h="214" w="4362">
                  <a:moveTo>
                    <a:pt x="107" y="0"/>
                  </a:moveTo>
                  <a:cubicBezTo>
                    <a:pt x="48" y="0"/>
                    <a:pt x="0" y="48"/>
                    <a:pt x="0" y="106"/>
                  </a:cubicBezTo>
                  <a:cubicBezTo>
                    <a:pt x="0" y="165"/>
                    <a:pt x="48" y="213"/>
                    <a:pt x="107" y="213"/>
                  </a:cubicBezTo>
                  <a:lnTo>
                    <a:pt x="4254" y="213"/>
                  </a:lnTo>
                  <a:cubicBezTo>
                    <a:pt x="4314" y="213"/>
                    <a:pt x="4361" y="165"/>
                    <a:pt x="4361" y="106"/>
                  </a:cubicBezTo>
                  <a:cubicBezTo>
                    <a:pt x="4361" y="48"/>
                    <a:pt x="4314" y="0"/>
                    <a:pt x="42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36"/>
            <p:cNvSpPr/>
            <p:nvPr/>
          </p:nvSpPr>
          <p:spPr>
            <a:xfrm>
              <a:off x="6102560" y="3384236"/>
              <a:ext cx="200205" cy="9776"/>
            </a:xfrm>
            <a:custGeom>
              <a:rect b="b" l="l" r="r" t="t"/>
              <a:pathLst>
                <a:path extrusionOk="0" h="213" w="4362">
                  <a:moveTo>
                    <a:pt x="107" y="0"/>
                  </a:moveTo>
                  <a:cubicBezTo>
                    <a:pt x="48" y="0"/>
                    <a:pt x="0" y="48"/>
                    <a:pt x="0" y="106"/>
                  </a:cubicBezTo>
                  <a:cubicBezTo>
                    <a:pt x="0" y="165"/>
                    <a:pt x="48" y="213"/>
                    <a:pt x="107" y="213"/>
                  </a:cubicBezTo>
                  <a:lnTo>
                    <a:pt x="4254" y="213"/>
                  </a:lnTo>
                  <a:cubicBezTo>
                    <a:pt x="4314" y="213"/>
                    <a:pt x="4361" y="165"/>
                    <a:pt x="4361" y="106"/>
                  </a:cubicBezTo>
                  <a:cubicBezTo>
                    <a:pt x="4361" y="48"/>
                    <a:pt x="4314" y="0"/>
                    <a:pt x="42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36"/>
            <p:cNvSpPr/>
            <p:nvPr/>
          </p:nvSpPr>
          <p:spPr>
            <a:xfrm>
              <a:off x="6102560" y="3489984"/>
              <a:ext cx="200205" cy="9822"/>
            </a:xfrm>
            <a:custGeom>
              <a:rect b="b" l="l" r="r" t="t"/>
              <a:pathLst>
                <a:path extrusionOk="0" h="214" w="4362">
                  <a:moveTo>
                    <a:pt x="107" y="1"/>
                  </a:moveTo>
                  <a:cubicBezTo>
                    <a:pt x="48" y="1"/>
                    <a:pt x="0" y="49"/>
                    <a:pt x="0" y="108"/>
                  </a:cubicBezTo>
                  <a:cubicBezTo>
                    <a:pt x="0" y="166"/>
                    <a:pt x="48" y="214"/>
                    <a:pt x="107" y="214"/>
                  </a:cubicBezTo>
                  <a:lnTo>
                    <a:pt x="4254" y="214"/>
                  </a:lnTo>
                  <a:cubicBezTo>
                    <a:pt x="4314" y="214"/>
                    <a:pt x="4361" y="166"/>
                    <a:pt x="4361" y="108"/>
                  </a:cubicBezTo>
                  <a:cubicBezTo>
                    <a:pt x="4361" y="49"/>
                    <a:pt x="4314" y="1"/>
                    <a:pt x="42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36"/>
            <p:cNvSpPr/>
            <p:nvPr/>
          </p:nvSpPr>
          <p:spPr>
            <a:xfrm>
              <a:off x="2137842" y="3955338"/>
              <a:ext cx="795587" cy="214433"/>
            </a:xfrm>
            <a:custGeom>
              <a:rect b="b" l="l" r="r" t="t"/>
              <a:pathLst>
                <a:path extrusionOk="0" h="4672" w="17334">
                  <a:moveTo>
                    <a:pt x="14955" y="215"/>
                  </a:moveTo>
                  <a:cubicBezTo>
                    <a:pt x="14978" y="215"/>
                    <a:pt x="15001" y="215"/>
                    <a:pt x="15024" y="216"/>
                  </a:cubicBezTo>
                  <a:cubicBezTo>
                    <a:pt x="16194" y="253"/>
                    <a:pt x="17114" y="1231"/>
                    <a:pt x="17077" y="2403"/>
                  </a:cubicBezTo>
                  <a:cubicBezTo>
                    <a:pt x="17040" y="3552"/>
                    <a:pt x="16098" y="4458"/>
                    <a:pt x="14957" y="4458"/>
                  </a:cubicBezTo>
                  <a:cubicBezTo>
                    <a:pt x="14934" y="4458"/>
                    <a:pt x="14911" y="4457"/>
                    <a:pt x="14888" y="4456"/>
                  </a:cubicBezTo>
                  <a:lnTo>
                    <a:pt x="2444" y="4456"/>
                  </a:lnTo>
                  <a:cubicBezTo>
                    <a:pt x="2421" y="4457"/>
                    <a:pt x="2398" y="4458"/>
                    <a:pt x="2375" y="4458"/>
                  </a:cubicBezTo>
                  <a:cubicBezTo>
                    <a:pt x="2353" y="4458"/>
                    <a:pt x="2331" y="4457"/>
                    <a:pt x="2308" y="4456"/>
                  </a:cubicBezTo>
                  <a:cubicBezTo>
                    <a:pt x="1138" y="4419"/>
                    <a:pt x="218" y="3440"/>
                    <a:pt x="255" y="2269"/>
                  </a:cubicBezTo>
                  <a:cubicBezTo>
                    <a:pt x="292" y="1120"/>
                    <a:pt x="1234" y="215"/>
                    <a:pt x="2375" y="215"/>
                  </a:cubicBezTo>
                  <a:cubicBezTo>
                    <a:pt x="2398" y="215"/>
                    <a:pt x="2421" y="215"/>
                    <a:pt x="2444" y="216"/>
                  </a:cubicBezTo>
                  <a:lnTo>
                    <a:pt x="14888" y="216"/>
                  </a:lnTo>
                  <a:cubicBezTo>
                    <a:pt x="14911" y="215"/>
                    <a:pt x="14933" y="215"/>
                    <a:pt x="14955" y="215"/>
                  </a:cubicBezTo>
                  <a:close/>
                  <a:moveTo>
                    <a:pt x="2373" y="0"/>
                  </a:moveTo>
                  <a:cubicBezTo>
                    <a:pt x="2350" y="0"/>
                    <a:pt x="2326" y="1"/>
                    <a:pt x="2302" y="2"/>
                  </a:cubicBezTo>
                  <a:cubicBezTo>
                    <a:pt x="1013" y="42"/>
                    <a:pt x="0" y="1118"/>
                    <a:pt x="39" y="2406"/>
                  </a:cubicBezTo>
                  <a:cubicBezTo>
                    <a:pt x="77" y="3672"/>
                    <a:pt x="1115" y="4672"/>
                    <a:pt x="2372" y="4672"/>
                  </a:cubicBezTo>
                  <a:cubicBezTo>
                    <a:pt x="2396" y="4672"/>
                    <a:pt x="2420" y="4672"/>
                    <a:pt x="2444" y="4671"/>
                  </a:cubicBezTo>
                  <a:lnTo>
                    <a:pt x="14888" y="4671"/>
                  </a:lnTo>
                  <a:cubicBezTo>
                    <a:pt x="14912" y="4672"/>
                    <a:pt x="14936" y="4672"/>
                    <a:pt x="14960" y="4672"/>
                  </a:cubicBezTo>
                  <a:cubicBezTo>
                    <a:pt x="14983" y="4672"/>
                    <a:pt x="15007" y="4672"/>
                    <a:pt x="15030" y="4671"/>
                  </a:cubicBezTo>
                  <a:cubicBezTo>
                    <a:pt x="16319" y="4631"/>
                    <a:pt x="17333" y="3554"/>
                    <a:pt x="17293" y="2266"/>
                  </a:cubicBezTo>
                  <a:cubicBezTo>
                    <a:pt x="17255" y="1001"/>
                    <a:pt x="16217" y="0"/>
                    <a:pt x="14960" y="0"/>
                  </a:cubicBezTo>
                  <a:cubicBezTo>
                    <a:pt x="14936" y="0"/>
                    <a:pt x="14912" y="1"/>
                    <a:pt x="14888" y="2"/>
                  </a:cubicBezTo>
                  <a:lnTo>
                    <a:pt x="2444" y="2"/>
                  </a:lnTo>
                  <a:cubicBezTo>
                    <a:pt x="2420" y="1"/>
                    <a:pt x="2396" y="0"/>
                    <a:pt x="23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36"/>
            <p:cNvSpPr/>
            <p:nvPr/>
          </p:nvSpPr>
          <p:spPr>
            <a:xfrm>
              <a:off x="2137842" y="4244539"/>
              <a:ext cx="515567" cy="214387"/>
            </a:xfrm>
            <a:custGeom>
              <a:rect b="b" l="l" r="r" t="t"/>
              <a:pathLst>
                <a:path extrusionOk="0" h="4671" w="11233">
                  <a:moveTo>
                    <a:pt x="2375" y="224"/>
                  </a:moveTo>
                  <a:cubicBezTo>
                    <a:pt x="2398" y="224"/>
                    <a:pt x="2421" y="224"/>
                    <a:pt x="2444" y="225"/>
                  </a:cubicBezTo>
                  <a:lnTo>
                    <a:pt x="8931" y="225"/>
                  </a:lnTo>
                  <a:cubicBezTo>
                    <a:pt x="10049" y="261"/>
                    <a:pt x="10949" y="1159"/>
                    <a:pt x="10984" y="2278"/>
                  </a:cubicBezTo>
                  <a:cubicBezTo>
                    <a:pt x="11021" y="3450"/>
                    <a:pt x="10101" y="4430"/>
                    <a:pt x="8931" y="4467"/>
                  </a:cubicBezTo>
                  <a:lnTo>
                    <a:pt x="2310" y="4467"/>
                  </a:lnTo>
                  <a:cubicBezTo>
                    <a:pt x="1138" y="4430"/>
                    <a:pt x="219" y="3450"/>
                    <a:pt x="255" y="2278"/>
                  </a:cubicBezTo>
                  <a:cubicBezTo>
                    <a:pt x="292" y="1130"/>
                    <a:pt x="1234" y="224"/>
                    <a:pt x="2375" y="224"/>
                  </a:cubicBezTo>
                  <a:close/>
                  <a:moveTo>
                    <a:pt x="2302" y="0"/>
                  </a:moveTo>
                  <a:cubicBezTo>
                    <a:pt x="1013" y="40"/>
                    <a:pt x="0" y="1117"/>
                    <a:pt x="39" y="2406"/>
                  </a:cubicBezTo>
                  <a:cubicBezTo>
                    <a:pt x="77" y="3670"/>
                    <a:pt x="1115" y="4671"/>
                    <a:pt x="2372" y="4671"/>
                  </a:cubicBezTo>
                  <a:cubicBezTo>
                    <a:pt x="2396" y="4671"/>
                    <a:pt x="2420" y="4670"/>
                    <a:pt x="2444" y="4670"/>
                  </a:cubicBezTo>
                  <a:lnTo>
                    <a:pt x="8931" y="4670"/>
                  </a:lnTo>
                  <a:cubicBezTo>
                    <a:pt x="10165" y="4632"/>
                    <a:pt x="11157" y="3641"/>
                    <a:pt x="11194" y="2406"/>
                  </a:cubicBezTo>
                  <a:cubicBezTo>
                    <a:pt x="11233" y="1117"/>
                    <a:pt x="10219" y="40"/>
                    <a:pt x="89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36"/>
            <p:cNvSpPr/>
            <p:nvPr/>
          </p:nvSpPr>
          <p:spPr>
            <a:xfrm>
              <a:off x="2674384" y="1459524"/>
              <a:ext cx="2371340" cy="2223091"/>
            </a:xfrm>
            <a:custGeom>
              <a:rect b="b" l="l" r="r" t="t"/>
              <a:pathLst>
                <a:path extrusionOk="0" h="48436" w="51666">
                  <a:moveTo>
                    <a:pt x="24558" y="216"/>
                  </a:moveTo>
                  <a:cubicBezTo>
                    <a:pt x="24562" y="216"/>
                    <a:pt x="24565" y="216"/>
                    <a:pt x="24569" y="216"/>
                  </a:cubicBezTo>
                  <a:cubicBezTo>
                    <a:pt x="25982" y="216"/>
                    <a:pt x="27393" y="339"/>
                    <a:pt x="28786" y="583"/>
                  </a:cubicBezTo>
                  <a:cubicBezTo>
                    <a:pt x="34253" y="1562"/>
                    <a:pt x="39213" y="4408"/>
                    <a:pt x="42817" y="8633"/>
                  </a:cubicBezTo>
                  <a:cubicBezTo>
                    <a:pt x="46534" y="12984"/>
                    <a:pt x="48573" y="18519"/>
                    <a:pt x="48570" y="24239"/>
                  </a:cubicBezTo>
                  <a:cubicBezTo>
                    <a:pt x="48564" y="37497"/>
                    <a:pt x="37816" y="48241"/>
                    <a:pt x="24559" y="48241"/>
                  </a:cubicBezTo>
                  <a:cubicBezTo>
                    <a:pt x="24555" y="48241"/>
                    <a:pt x="24552" y="48241"/>
                    <a:pt x="24548" y="48241"/>
                  </a:cubicBezTo>
                  <a:cubicBezTo>
                    <a:pt x="11286" y="48235"/>
                    <a:pt x="541" y="37480"/>
                    <a:pt x="546" y="24218"/>
                  </a:cubicBezTo>
                  <a:cubicBezTo>
                    <a:pt x="552" y="10960"/>
                    <a:pt x="11301" y="216"/>
                    <a:pt x="24558" y="216"/>
                  </a:cubicBezTo>
                  <a:close/>
                  <a:moveTo>
                    <a:pt x="24342" y="1"/>
                  </a:moveTo>
                  <a:cubicBezTo>
                    <a:pt x="24266" y="1"/>
                    <a:pt x="24191" y="1"/>
                    <a:pt x="24115" y="2"/>
                  </a:cubicBezTo>
                  <a:cubicBezTo>
                    <a:pt x="10741" y="129"/>
                    <a:pt x="0" y="11072"/>
                    <a:pt x="127" y="24446"/>
                  </a:cubicBezTo>
                  <a:cubicBezTo>
                    <a:pt x="251" y="37742"/>
                    <a:pt x="11068" y="48435"/>
                    <a:pt x="24335" y="48435"/>
                  </a:cubicBezTo>
                  <a:cubicBezTo>
                    <a:pt x="24413" y="48435"/>
                    <a:pt x="24491" y="48435"/>
                    <a:pt x="24569" y="48434"/>
                  </a:cubicBezTo>
                  <a:cubicBezTo>
                    <a:pt x="24571" y="48434"/>
                    <a:pt x="24573" y="48434"/>
                    <a:pt x="24575" y="48434"/>
                  </a:cubicBezTo>
                  <a:cubicBezTo>
                    <a:pt x="30343" y="48434"/>
                    <a:pt x="35919" y="46375"/>
                    <a:pt x="40304" y="42629"/>
                  </a:cubicBezTo>
                  <a:cubicBezTo>
                    <a:pt x="50469" y="33941"/>
                    <a:pt x="51666" y="18660"/>
                    <a:pt x="42979" y="8495"/>
                  </a:cubicBezTo>
                  <a:cubicBezTo>
                    <a:pt x="39342" y="4231"/>
                    <a:pt x="34338" y="1360"/>
                    <a:pt x="28821" y="374"/>
                  </a:cubicBezTo>
                  <a:cubicBezTo>
                    <a:pt x="27417" y="126"/>
                    <a:pt x="25994" y="2"/>
                    <a:pt x="24569" y="2"/>
                  </a:cubicBezTo>
                  <a:cubicBezTo>
                    <a:pt x="24493" y="1"/>
                    <a:pt x="24417" y="1"/>
                    <a:pt x="243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36"/>
            <p:cNvSpPr/>
            <p:nvPr/>
          </p:nvSpPr>
          <p:spPr>
            <a:xfrm>
              <a:off x="2423829" y="1358779"/>
              <a:ext cx="1383167" cy="1903232"/>
            </a:xfrm>
            <a:custGeom>
              <a:rect b="b" l="l" r="r" t="t"/>
              <a:pathLst>
                <a:path extrusionOk="0" h="41467" w="30136">
                  <a:moveTo>
                    <a:pt x="29915" y="214"/>
                  </a:moveTo>
                  <a:lnTo>
                    <a:pt x="29915" y="2197"/>
                  </a:lnTo>
                  <a:cubicBezTo>
                    <a:pt x="25070" y="2218"/>
                    <a:pt x="20342" y="3692"/>
                    <a:pt x="16345" y="6427"/>
                  </a:cubicBezTo>
                  <a:cubicBezTo>
                    <a:pt x="5309" y="13978"/>
                    <a:pt x="2483" y="29046"/>
                    <a:pt x="10033" y="40082"/>
                  </a:cubicBezTo>
                  <a:lnTo>
                    <a:pt x="8398" y="41210"/>
                  </a:lnTo>
                  <a:cubicBezTo>
                    <a:pt x="5434" y="36880"/>
                    <a:pt x="3839" y="31760"/>
                    <a:pt x="3818" y="26514"/>
                  </a:cubicBezTo>
                  <a:cubicBezTo>
                    <a:pt x="3762" y="12045"/>
                    <a:pt x="15447" y="270"/>
                    <a:pt x="29915" y="214"/>
                  </a:cubicBezTo>
                  <a:close/>
                  <a:moveTo>
                    <a:pt x="30021" y="1"/>
                  </a:moveTo>
                  <a:cubicBezTo>
                    <a:pt x="24660" y="1"/>
                    <a:pt x="19428" y="1633"/>
                    <a:pt x="15016" y="4679"/>
                  </a:cubicBezTo>
                  <a:cubicBezTo>
                    <a:pt x="3013" y="12967"/>
                    <a:pt x="1" y="29416"/>
                    <a:pt x="8289" y="41419"/>
                  </a:cubicBezTo>
                  <a:cubicBezTo>
                    <a:pt x="8309" y="41448"/>
                    <a:pt x="8342" y="41466"/>
                    <a:pt x="8376" y="41466"/>
                  </a:cubicBezTo>
                  <a:lnTo>
                    <a:pt x="8377" y="41466"/>
                  </a:lnTo>
                  <a:cubicBezTo>
                    <a:pt x="8398" y="41466"/>
                    <a:pt x="8421" y="41460"/>
                    <a:pt x="8438" y="41447"/>
                  </a:cubicBezTo>
                  <a:lnTo>
                    <a:pt x="10249" y="40195"/>
                  </a:lnTo>
                  <a:cubicBezTo>
                    <a:pt x="10273" y="40180"/>
                    <a:pt x="10288" y="40155"/>
                    <a:pt x="10292" y="40128"/>
                  </a:cubicBezTo>
                  <a:cubicBezTo>
                    <a:pt x="10298" y="40099"/>
                    <a:pt x="10292" y="40071"/>
                    <a:pt x="10274" y="40049"/>
                  </a:cubicBezTo>
                  <a:cubicBezTo>
                    <a:pt x="7508" y="36039"/>
                    <a:pt x="6025" y="31283"/>
                    <a:pt x="6025" y="26412"/>
                  </a:cubicBezTo>
                  <a:cubicBezTo>
                    <a:pt x="6026" y="13157"/>
                    <a:pt x="16770" y="2411"/>
                    <a:pt x="30025" y="2411"/>
                  </a:cubicBezTo>
                  <a:cubicBezTo>
                    <a:pt x="30026" y="2411"/>
                    <a:pt x="30027" y="2411"/>
                    <a:pt x="30028" y="2411"/>
                  </a:cubicBezTo>
                  <a:cubicBezTo>
                    <a:pt x="30086" y="2410"/>
                    <a:pt x="30134" y="2362"/>
                    <a:pt x="30135" y="2304"/>
                  </a:cubicBezTo>
                  <a:lnTo>
                    <a:pt x="30135" y="108"/>
                  </a:lnTo>
                  <a:cubicBezTo>
                    <a:pt x="30134" y="50"/>
                    <a:pt x="30086" y="2"/>
                    <a:pt x="30028" y="1"/>
                  </a:cubicBezTo>
                  <a:cubicBezTo>
                    <a:pt x="30025" y="1"/>
                    <a:pt x="30023" y="1"/>
                    <a:pt x="300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36"/>
            <p:cNvSpPr/>
            <p:nvPr/>
          </p:nvSpPr>
          <p:spPr>
            <a:xfrm>
              <a:off x="3991321" y="1377322"/>
              <a:ext cx="513409" cy="295259"/>
            </a:xfrm>
            <a:custGeom>
              <a:rect b="b" l="l" r="r" t="t"/>
              <a:pathLst>
                <a:path extrusionOk="0" h="6433" w="11186">
                  <a:moveTo>
                    <a:pt x="587" y="233"/>
                  </a:moveTo>
                  <a:cubicBezTo>
                    <a:pt x="4305" y="904"/>
                    <a:pt x="7830" y="2383"/>
                    <a:pt x="10917" y="4563"/>
                  </a:cubicBezTo>
                  <a:lnTo>
                    <a:pt x="9769" y="6182"/>
                  </a:lnTo>
                  <a:cubicBezTo>
                    <a:pt x="6921" y="4169"/>
                    <a:pt x="3666" y="2806"/>
                    <a:pt x="232" y="2185"/>
                  </a:cubicBezTo>
                  <a:lnTo>
                    <a:pt x="587" y="233"/>
                  </a:lnTo>
                  <a:close/>
                  <a:moveTo>
                    <a:pt x="496" y="1"/>
                  </a:moveTo>
                  <a:cubicBezTo>
                    <a:pt x="444" y="1"/>
                    <a:pt x="400" y="37"/>
                    <a:pt x="390" y="90"/>
                  </a:cubicBezTo>
                  <a:lnTo>
                    <a:pt x="5" y="2250"/>
                  </a:lnTo>
                  <a:cubicBezTo>
                    <a:pt x="0" y="2278"/>
                    <a:pt x="6" y="2307"/>
                    <a:pt x="21" y="2331"/>
                  </a:cubicBezTo>
                  <a:cubicBezTo>
                    <a:pt x="39" y="2354"/>
                    <a:pt x="64" y="2369"/>
                    <a:pt x="93" y="2374"/>
                  </a:cubicBezTo>
                  <a:cubicBezTo>
                    <a:pt x="3566" y="2986"/>
                    <a:pt x="6860" y="4366"/>
                    <a:pt x="9733" y="6413"/>
                  </a:cubicBezTo>
                  <a:cubicBezTo>
                    <a:pt x="9751" y="6425"/>
                    <a:pt x="9774" y="6433"/>
                    <a:pt x="9794" y="6433"/>
                  </a:cubicBezTo>
                  <a:lnTo>
                    <a:pt x="9794" y="6431"/>
                  </a:lnTo>
                  <a:lnTo>
                    <a:pt x="9803" y="6430"/>
                  </a:lnTo>
                  <a:cubicBezTo>
                    <a:pt x="9832" y="6425"/>
                    <a:pt x="9855" y="6410"/>
                    <a:pt x="9872" y="6386"/>
                  </a:cubicBezTo>
                  <a:lnTo>
                    <a:pt x="11151" y="4591"/>
                  </a:lnTo>
                  <a:lnTo>
                    <a:pt x="11152" y="4591"/>
                  </a:lnTo>
                  <a:cubicBezTo>
                    <a:pt x="11185" y="4543"/>
                    <a:pt x="11173" y="4476"/>
                    <a:pt x="11125" y="4442"/>
                  </a:cubicBezTo>
                  <a:cubicBezTo>
                    <a:pt x="7962" y="2192"/>
                    <a:pt x="4337" y="676"/>
                    <a:pt x="514" y="2"/>
                  </a:cubicBezTo>
                  <a:lnTo>
                    <a:pt x="512" y="2"/>
                  </a:lnTo>
                  <a:cubicBezTo>
                    <a:pt x="507" y="1"/>
                    <a:pt x="501" y="1"/>
                    <a:pt x="4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36"/>
            <p:cNvSpPr/>
            <p:nvPr/>
          </p:nvSpPr>
          <p:spPr>
            <a:xfrm>
              <a:off x="4050574" y="998576"/>
              <a:ext cx="676575" cy="397381"/>
            </a:xfrm>
            <a:custGeom>
              <a:rect b="b" l="l" r="r" t="t"/>
              <a:pathLst>
                <a:path extrusionOk="0" h="8658" w="14741">
                  <a:moveTo>
                    <a:pt x="761" y="232"/>
                  </a:moveTo>
                  <a:cubicBezTo>
                    <a:pt x="5695" y="1113"/>
                    <a:pt x="10375" y="3071"/>
                    <a:pt x="14467" y="5967"/>
                  </a:cubicBezTo>
                  <a:lnTo>
                    <a:pt x="12741" y="8401"/>
                  </a:lnTo>
                  <a:cubicBezTo>
                    <a:pt x="9008" y="5763"/>
                    <a:pt x="4739" y="3976"/>
                    <a:pt x="238" y="3171"/>
                  </a:cubicBezTo>
                  <a:lnTo>
                    <a:pt x="761" y="232"/>
                  </a:lnTo>
                  <a:close/>
                  <a:moveTo>
                    <a:pt x="679" y="1"/>
                  </a:moveTo>
                  <a:cubicBezTo>
                    <a:pt x="629" y="1"/>
                    <a:pt x="584" y="37"/>
                    <a:pt x="575" y="89"/>
                  </a:cubicBezTo>
                  <a:lnTo>
                    <a:pt x="11" y="3239"/>
                  </a:lnTo>
                  <a:cubicBezTo>
                    <a:pt x="0" y="3296"/>
                    <a:pt x="37" y="3352"/>
                    <a:pt x="95" y="3363"/>
                  </a:cubicBezTo>
                  <a:cubicBezTo>
                    <a:pt x="4640" y="4159"/>
                    <a:pt x="8947" y="5962"/>
                    <a:pt x="12705" y="8638"/>
                  </a:cubicBezTo>
                  <a:cubicBezTo>
                    <a:pt x="12723" y="8651"/>
                    <a:pt x="12744" y="8657"/>
                    <a:pt x="12766" y="8657"/>
                  </a:cubicBezTo>
                  <a:lnTo>
                    <a:pt x="12766" y="8657"/>
                  </a:lnTo>
                  <a:lnTo>
                    <a:pt x="12789" y="8654"/>
                  </a:lnTo>
                  <a:cubicBezTo>
                    <a:pt x="12817" y="8651"/>
                    <a:pt x="12841" y="8635"/>
                    <a:pt x="12857" y="8613"/>
                  </a:cubicBezTo>
                  <a:lnTo>
                    <a:pt x="14705" y="6003"/>
                  </a:lnTo>
                  <a:cubicBezTo>
                    <a:pt x="14706" y="6003"/>
                    <a:pt x="14706" y="6001"/>
                    <a:pt x="14706" y="6001"/>
                  </a:cubicBezTo>
                  <a:cubicBezTo>
                    <a:pt x="14741" y="5953"/>
                    <a:pt x="14729" y="5886"/>
                    <a:pt x="14679" y="5852"/>
                  </a:cubicBezTo>
                  <a:cubicBezTo>
                    <a:pt x="10513" y="2886"/>
                    <a:pt x="5737" y="887"/>
                    <a:pt x="698" y="4"/>
                  </a:cubicBezTo>
                  <a:cubicBezTo>
                    <a:pt x="698" y="4"/>
                    <a:pt x="697" y="4"/>
                    <a:pt x="695" y="2"/>
                  </a:cubicBezTo>
                  <a:cubicBezTo>
                    <a:pt x="690" y="1"/>
                    <a:pt x="685" y="1"/>
                    <a:pt x="679" y="1"/>
                  </a:cubicBezTo>
                  <a:close/>
                  <a:moveTo>
                    <a:pt x="12766" y="8657"/>
                  </a:moveTo>
                  <a:lnTo>
                    <a:pt x="12766" y="8657"/>
                  </a:lnTo>
                  <a:lnTo>
                    <a:pt x="12768" y="8657"/>
                  </a:lnTo>
                  <a:cubicBezTo>
                    <a:pt x="12767" y="8657"/>
                    <a:pt x="12767" y="8657"/>
                    <a:pt x="12766" y="86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36"/>
            <p:cNvSpPr/>
            <p:nvPr/>
          </p:nvSpPr>
          <p:spPr>
            <a:xfrm>
              <a:off x="3102929" y="1782000"/>
              <a:ext cx="2055703" cy="2001498"/>
            </a:xfrm>
            <a:custGeom>
              <a:rect b="b" l="l" r="r" t="t"/>
              <a:pathLst>
                <a:path extrusionOk="0" h="43608" w="44789">
                  <a:moveTo>
                    <a:pt x="35221" y="253"/>
                  </a:moveTo>
                  <a:cubicBezTo>
                    <a:pt x="42892" y="9311"/>
                    <a:pt x="43516" y="22394"/>
                    <a:pt x="36741" y="32143"/>
                  </a:cubicBezTo>
                  <a:cubicBezTo>
                    <a:pt x="31650" y="39466"/>
                    <a:pt x="23494" y="43392"/>
                    <a:pt x="15202" y="43392"/>
                  </a:cubicBezTo>
                  <a:cubicBezTo>
                    <a:pt x="10041" y="43392"/>
                    <a:pt x="4828" y="41871"/>
                    <a:pt x="270" y="38703"/>
                  </a:cubicBezTo>
                  <a:lnTo>
                    <a:pt x="1413" y="37074"/>
                  </a:lnTo>
                  <a:cubicBezTo>
                    <a:pt x="5584" y="39973"/>
                    <a:pt x="10415" y="41407"/>
                    <a:pt x="15233" y="41407"/>
                  </a:cubicBezTo>
                  <a:cubicBezTo>
                    <a:pt x="20820" y="41407"/>
                    <a:pt x="26389" y="39478"/>
                    <a:pt x="30885" y="35670"/>
                  </a:cubicBezTo>
                  <a:cubicBezTo>
                    <a:pt x="41089" y="27028"/>
                    <a:pt x="42356" y="11750"/>
                    <a:pt x="33712" y="1545"/>
                  </a:cubicBezTo>
                  <a:lnTo>
                    <a:pt x="35221" y="253"/>
                  </a:lnTo>
                  <a:close/>
                  <a:moveTo>
                    <a:pt x="35234" y="1"/>
                  </a:moveTo>
                  <a:cubicBezTo>
                    <a:pt x="35208" y="1"/>
                    <a:pt x="35182" y="10"/>
                    <a:pt x="35163" y="26"/>
                  </a:cubicBezTo>
                  <a:lnTo>
                    <a:pt x="33494" y="1456"/>
                  </a:lnTo>
                  <a:cubicBezTo>
                    <a:pt x="33473" y="1475"/>
                    <a:pt x="33459" y="1500"/>
                    <a:pt x="33455" y="1529"/>
                  </a:cubicBezTo>
                  <a:cubicBezTo>
                    <a:pt x="33453" y="1557"/>
                    <a:pt x="33462" y="1585"/>
                    <a:pt x="33480" y="1607"/>
                  </a:cubicBezTo>
                  <a:cubicBezTo>
                    <a:pt x="40600" y="9935"/>
                    <a:pt x="41176" y="22028"/>
                    <a:pt x="34880" y="30995"/>
                  </a:cubicBezTo>
                  <a:cubicBezTo>
                    <a:pt x="30209" y="37645"/>
                    <a:pt x="22774" y="41202"/>
                    <a:pt x="15220" y="41202"/>
                  </a:cubicBezTo>
                  <a:cubicBezTo>
                    <a:pt x="10456" y="41202"/>
                    <a:pt x="5644" y="39787"/>
                    <a:pt x="1449" y="36842"/>
                  </a:cubicBezTo>
                  <a:cubicBezTo>
                    <a:pt x="1430" y="36829"/>
                    <a:pt x="1409" y="36822"/>
                    <a:pt x="1387" y="36822"/>
                  </a:cubicBezTo>
                  <a:cubicBezTo>
                    <a:pt x="1381" y="36822"/>
                    <a:pt x="1374" y="36823"/>
                    <a:pt x="1368" y="36824"/>
                  </a:cubicBezTo>
                  <a:cubicBezTo>
                    <a:pt x="1340" y="36828"/>
                    <a:pt x="1315" y="36845"/>
                    <a:pt x="1300" y="36868"/>
                  </a:cubicBezTo>
                  <a:lnTo>
                    <a:pt x="33" y="38670"/>
                  </a:lnTo>
                  <a:cubicBezTo>
                    <a:pt x="0" y="38719"/>
                    <a:pt x="14" y="38786"/>
                    <a:pt x="61" y="38820"/>
                  </a:cubicBezTo>
                  <a:cubicBezTo>
                    <a:pt x="4485" y="41935"/>
                    <a:pt x="9764" y="43607"/>
                    <a:pt x="15174" y="43607"/>
                  </a:cubicBezTo>
                  <a:cubicBezTo>
                    <a:pt x="15193" y="43607"/>
                    <a:pt x="15213" y="43607"/>
                    <a:pt x="15232" y="43607"/>
                  </a:cubicBezTo>
                  <a:cubicBezTo>
                    <a:pt x="21524" y="43607"/>
                    <a:pt x="27609" y="41362"/>
                    <a:pt x="32392" y="37275"/>
                  </a:cubicBezTo>
                  <a:cubicBezTo>
                    <a:pt x="43481" y="27798"/>
                    <a:pt x="44789" y="11126"/>
                    <a:pt x="35312" y="38"/>
                  </a:cubicBezTo>
                  <a:cubicBezTo>
                    <a:pt x="35294" y="16"/>
                    <a:pt x="35267" y="4"/>
                    <a:pt x="35240" y="1"/>
                  </a:cubicBezTo>
                  <a:cubicBezTo>
                    <a:pt x="35238" y="1"/>
                    <a:pt x="35236" y="1"/>
                    <a:pt x="352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36"/>
            <p:cNvSpPr/>
            <p:nvPr/>
          </p:nvSpPr>
          <p:spPr>
            <a:xfrm>
              <a:off x="2882162" y="1532226"/>
              <a:ext cx="2516881" cy="2635939"/>
            </a:xfrm>
            <a:custGeom>
              <a:rect b="b" l="l" r="r" t="t"/>
              <a:pathLst>
                <a:path extrusionOk="0" h="57431" w="54837">
                  <a:moveTo>
                    <a:pt x="46402" y="248"/>
                  </a:moveTo>
                  <a:cubicBezTo>
                    <a:pt x="51708" y="6497"/>
                    <a:pt x="54622" y="14429"/>
                    <a:pt x="54621" y="22627"/>
                  </a:cubicBezTo>
                  <a:cubicBezTo>
                    <a:pt x="54621" y="41697"/>
                    <a:pt x="39109" y="57210"/>
                    <a:pt x="20042" y="57210"/>
                  </a:cubicBezTo>
                  <a:cubicBezTo>
                    <a:pt x="20018" y="57210"/>
                    <a:pt x="19994" y="57210"/>
                    <a:pt x="19969" y="57210"/>
                  </a:cubicBezTo>
                  <a:cubicBezTo>
                    <a:pt x="12922" y="57210"/>
                    <a:pt x="6044" y="55043"/>
                    <a:pt x="269" y="51003"/>
                  </a:cubicBezTo>
                  <a:lnTo>
                    <a:pt x="1984" y="48571"/>
                  </a:lnTo>
                  <a:cubicBezTo>
                    <a:pt x="7259" y="52259"/>
                    <a:pt x="13540" y="54235"/>
                    <a:pt x="19977" y="54235"/>
                  </a:cubicBezTo>
                  <a:cubicBezTo>
                    <a:pt x="19998" y="54235"/>
                    <a:pt x="20020" y="54235"/>
                    <a:pt x="20042" y="54235"/>
                  </a:cubicBezTo>
                  <a:cubicBezTo>
                    <a:pt x="37461" y="54235"/>
                    <a:pt x="51634" y="40062"/>
                    <a:pt x="51634" y="22640"/>
                  </a:cubicBezTo>
                  <a:cubicBezTo>
                    <a:pt x="51635" y="15149"/>
                    <a:pt x="48978" y="7901"/>
                    <a:pt x="44133" y="2187"/>
                  </a:cubicBezTo>
                  <a:lnTo>
                    <a:pt x="46402" y="248"/>
                  </a:lnTo>
                  <a:close/>
                  <a:moveTo>
                    <a:pt x="46414" y="0"/>
                  </a:moveTo>
                  <a:cubicBezTo>
                    <a:pt x="46389" y="0"/>
                    <a:pt x="46365" y="8"/>
                    <a:pt x="46345" y="25"/>
                  </a:cubicBezTo>
                  <a:lnTo>
                    <a:pt x="43914" y="2103"/>
                  </a:lnTo>
                  <a:cubicBezTo>
                    <a:pt x="43892" y="2121"/>
                    <a:pt x="43878" y="2148"/>
                    <a:pt x="43877" y="2176"/>
                  </a:cubicBezTo>
                  <a:cubicBezTo>
                    <a:pt x="43875" y="2204"/>
                    <a:pt x="43884" y="2231"/>
                    <a:pt x="43900" y="2254"/>
                  </a:cubicBezTo>
                  <a:cubicBezTo>
                    <a:pt x="48753" y="7935"/>
                    <a:pt x="51420" y="15161"/>
                    <a:pt x="51420" y="22634"/>
                  </a:cubicBezTo>
                  <a:cubicBezTo>
                    <a:pt x="51420" y="39942"/>
                    <a:pt x="37343" y="54016"/>
                    <a:pt x="20042" y="54016"/>
                  </a:cubicBezTo>
                  <a:cubicBezTo>
                    <a:pt x="20020" y="54017"/>
                    <a:pt x="19999" y="54017"/>
                    <a:pt x="19977" y="54017"/>
                  </a:cubicBezTo>
                  <a:cubicBezTo>
                    <a:pt x="13550" y="54017"/>
                    <a:pt x="7277" y="52030"/>
                    <a:pt x="2020" y="48329"/>
                  </a:cubicBezTo>
                  <a:cubicBezTo>
                    <a:pt x="2000" y="48316"/>
                    <a:pt x="1978" y="48310"/>
                    <a:pt x="1955" y="48310"/>
                  </a:cubicBezTo>
                  <a:cubicBezTo>
                    <a:pt x="1950" y="48310"/>
                    <a:pt x="1946" y="48310"/>
                    <a:pt x="1941" y="48311"/>
                  </a:cubicBezTo>
                  <a:cubicBezTo>
                    <a:pt x="1913" y="48317"/>
                    <a:pt x="1887" y="48332"/>
                    <a:pt x="1871" y="48354"/>
                  </a:cubicBezTo>
                  <a:lnTo>
                    <a:pt x="35" y="50973"/>
                  </a:lnTo>
                  <a:lnTo>
                    <a:pt x="34" y="50973"/>
                  </a:lnTo>
                  <a:cubicBezTo>
                    <a:pt x="1" y="51022"/>
                    <a:pt x="13" y="51088"/>
                    <a:pt x="60" y="51122"/>
                  </a:cubicBezTo>
                  <a:cubicBezTo>
                    <a:pt x="5891" y="55228"/>
                    <a:pt x="12847" y="57431"/>
                    <a:pt x="19977" y="57431"/>
                  </a:cubicBezTo>
                  <a:cubicBezTo>
                    <a:pt x="19999" y="57431"/>
                    <a:pt x="20020" y="57431"/>
                    <a:pt x="20042" y="57431"/>
                  </a:cubicBezTo>
                  <a:cubicBezTo>
                    <a:pt x="39227" y="57431"/>
                    <a:pt x="54834" y="41833"/>
                    <a:pt x="54834" y="22642"/>
                  </a:cubicBezTo>
                  <a:cubicBezTo>
                    <a:pt x="54837" y="14354"/>
                    <a:pt x="51880" y="6339"/>
                    <a:pt x="46496" y="37"/>
                  </a:cubicBezTo>
                  <a:cubicBezTo>
                    <a:pt x="46474" y="13"/>
                    <a:pt x="46444" y="0"/>
                    <a:pt x="464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36"/>
            <p:cNvSpPr/>
            <p:nvPr/>
          </p:nvSpPr>
          <p:spPr>
            <a:xfrm>
              <a:off x="3264580" y="4230402"/>
              <a:ext cx="1204580" cy="413353"/>
            </a:xfrm>
            <a:custGeom>
              <a:rect b="b" l="l" r="r" t="t"/>
              <a:pathLst>
                <a:path extrusionOk="0" h="9006" w="26245">
                  <a:moveTo>
                    <a:pt x="17061" y="0"/>
                  </a:moveTo>
                  <a:lnTo>
                    <a:pt x="17061" y="0"/>
                  </a:lnTo>
                  <a:cubicBezTo>
                    <a:pt x="17061" y="0"/>
                    <a:pt x="17117" y="119"/>
                    <a:pt x="17242" y="359"/>
                  </a:cubicBezTo>
                  <a:lnTo>
                    <a:pt x="17242" y="359"/>
                  </a:lnTo>
                  <a:cubicBezTo>
                    <a:pt x="17153" y="141"/>
                    <a:pt x="17061" y="0"/>
                    <a:pt x="17061" y="0"/>
                  </a:cubicBezTo>
                  <a:close/>
                  <a:moveTo>
                    <a:pt x="11117" y="2239"/>
                  </a:moveTo>
                  <a:cubicBezTo>
                    <a:pt x="11117" y="2239"/>
                    <a:pt x="11129" y="2249"/>
                    <a:pt x="11150" y="2265"/>
                  </a:cubicBezTo>
                  <a:lnTo>
                    <a:pt x="11150" y="2265"/>
                  </a:lnTo>
                  <a:cubicBezTo>
                    <a:pt x="11131" y="2248"/>
                    <a:pt x="11117" y="2239"/>
                    <a:pt x="11117" y="2239"/>
                  </a:cubicBezTo>
                  <a:close/>
                  <a:moveTo>
                    <a:pt x="17242" y="359"/>
                  </a:moveTo>
                  <a:cubicBezTo>
                    <a:pt x="17434" y="828"/>
                    <a:pt x="17614" y="1653"/>
                    <a:pt x="16847" y="2202"/>
                  </a:cubicBezTo>
                  <a:cubicBezTo>
                    <a:pt x="16597" y="2382"/>
                    <a:pt x="16350" y="2452"/>
                    <a:pt x="16118" y="2452"/>
                  </a:cubicBezTo>
                  <a:cubicBezTo>
                    <a:pt x="15307" y="2452"/>
                    <a:pt x="14668" y="1599"/>
                    <a:pt x="14668" y="1599"/>
                  </a:cubicBezTo>
                  <a:lnTo>
                    <a:pt x="14668" y="1599"/>
                  </a:lnTo>
                  <a:cubicBezTo>
                    <a:pt x="14668" y="1599"/>
                    <a:pt x="15048" y="3076"/>
                    <a:pt x="14335" y="3661"/>
                  </a:cubicBezTo>
                  <a:cubicBezTo>
                    <a:pt x="14244" y="3735"/>
                    <a:pt x="14125" y="3768"/>
                    <a:pt x="13986" y="3768"/>
                  </a:cubicBezTo>
                  <a:cubicBezTo>
                    <a:pt x="13101" y="3768"/>
                    <a:pt x="11407" y="2466"/>
                    <a:pt x="11150" y="2265"/>
                  </a:cubicBezTo>
                  <a:lnTo>
                    <a:pt x="11150" y="2265"/>
                  </a:lnTo>
                  <a:cubicBezTo>
                    <a:pt x="11250" y="2355"/>
                    <a:pt x="11512" y="2688"/>
                    <a:pt x="11004" y="3405"/>
                  </a:cubicBezTo>
                  <a:cubicBezTo>
                    <a:pt x="10841" y="3635"/>
                    <a:pt x="10477" y="3720"/>
                    <a:pt x="10031" y="3720"/>
                  </a:cubicBezTo>
                  <a:cubicBezTo>
                    <a:pt x="8815" y="3720"/>
                    <a:pt x="6993" y="3094"/>
                    <a:pt x="6993" y="3094"/>
                  </a:cubicBezTo>
                  <a:lnTo>
                    <a:pt x="1" y="1599"/>
                  </a:lnTo>
                  <a:lnTo>
                    <a:pt x="26245" y="9005"/>
                  </a:lnTo>
                  <a:lnTo>
                    <a:pt x="26245" y="9005"/>
                  </a:lnTo>
                  <a:lnTo>
                    <a:pt x="23185" y="6882"/>
                  </a:lnTo>
                  <a:cubicBezTo>
                    <a:pt x="23185" y="6882"/>
                    <a:pt x="23179" y="6882"/>
                    <a:pt x="23168" y="6882"/>
                  </a:cubicBezTo>
                  <a:cubicBezTo>
                    <a:pt x="22978" y="6882"/>
                    <a:pt x="21242" y="6808"/>
                    <a:pt x="19524" y="4169"/>
                  </a:cubicBezTo>
                  <a:cubicBezTo>
                    <a:pt x="18240" y="2197"/>
                    <a:pt x="17542" y="933"/>
                    <a:pt x="17242" y="35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36"/>
            <p:cNvSpPr/>
            <p:nvPr/>
          </p:nvSpPr>
          <p:spPr>
            <a:xfrm>
              <a:off x="3259347" y="4225583"/>
              <a:ext cx="1215641" cy="423542"/>
            </a:xfrm>
            <a:custGeom>
              <a:rect b="b" l="l" r="r" t="t"/>
              <a:pathLst>
                <a:path extrusionOk="0" h="9228" w="26486">
                  <a:moveTo>
                    <a:pt x="17619" y="1165"/>
                  </a:moveTo>
                  <a:lnTo>
                    <a:pt x="17619" y="1165"/>
                  </a:lnTo>
                  <a:cubicBezTo>
                    <a:pt x="18010" y="1862"/>
                    <a:pt x="18636" y="2915"/>
                    <a:pt x="19553" y="4323"/>
                  </a:cubicBezTo>
                  <a:cubicBezTo>
                    <a:pt x="21265" y="6960"/>
                    <a:pt x="22988" y="7096"/>
                    <a:pt x="23272" y="7096"/>
                  </a:cubicBezTo>
                  <a:lnTo>
                    <a:pt x="25786" y="8844"/>
                  </a:lnTo>
                  <a:lnTo>
                    <a:pt x="3332" y="2508"/>
                  </a:lnTo>
                  <a:lnTo>
                    <a:pt x="7082" y="3299"/>
                  </a:lnTo>
                  <a:cubicBezTo>
                    <a:pt x="7333" y="3385"/>
                    <a:pt x="8969" y="3931"/>
                    <a:pt x="10136" y="3931"/>
                  </a:cubicBezTo>
                  <a:cubicBezTo>
                    <a:pt x="10623" y="3931"/>
                    <a:pt x="11028" y="3836"/>
                    <a:pt x="11216" y="3573"/>
                  </a:cubicBezTo>
                  <a:cubicBezTo>
                    <a:pt x="11419" y="3327"/>
                    <a:pt x="11532" y="3020"/>
                    <a:pt x="11537" y="2702"/>
                  </a:cubicBezTo>
                  <a:cubicBezTo>
                    <a:pt x="12145" y="3154"/>
                    <a:pt x="13355" y="3969"/>
                    <a:pt x="14106" y="3969"/>
                  </a:cubicBezTo>
                  <a:cubicBezTo>
                    <a:pt x="14270" y="3969"/>
                    <a:pt x="14412" y="3931"/>
                    <a:pt x="14522" y="3841"/>
                  </a:cubicBezTo>
                  <a:cubicBezTo>
                    <a:pt x="15053" y="3403"/>
                    <a:pt x="15027" y="2542"/>
                    <a:pt x="14960" y="2045"/>
                  </a:cubicBezTo>
                  <a:lnTo>
                    <a:pt x="14960" y="2045"/>
                  </a:lnTo>
                  <a:cubicBezTo>
                    <a:pt x="15231" y="2307"/>
                    <a:pt x="15692" y="2655"/>
                    <a:pt x="16228" y="2655"/>
                  </a:cubicBezTo>
                  <a:cubicBezTo>
                    <a:pt x="16478" y="2655"/>
                    <a:pt x="16744" y="2580"/>
                    <a:pt x="17014" y="2386"/>
                  </a:cubicBezTo>
                  <a:cubicBezTo>
                    <a:pt x="17421" y="2117"/>
                    <a:pt x="17650" y="1651"/>
                    <a:pt x="17619" y="1165"/>
                  </a:cubicBezTo>
                  <a:close/>
                  <a:moveTo>
                    <a:pt x="17163" y="0"/>
                  </a:moveTo>
                  <a:cubicBezTo>
                    <a:pt x="17148" y="0"/>
                    <a:pt x="17132" y="4"/>
                    <a:pt x="17117" y="11"/>
                  </a:cubicBezTo>
                  <a:cubicBezTo>
                    <a:pt x="17063" y="37"/>
                    <a:pt x="17043" y="101"/>
                    <a:pt x="17068" y="154"/>
                  </a:cubicBezTo>
                  <a:cubicBezTo>
                    <a:pt x="17069" y="159"/>
                    <a:pt x="17127" y="278"/>
                    <a:pt x="17251" y="512"/>
                  </a:cubicBezTo>
                  <a:cubicBezTo>
                    <a:pt x="17433" y="939"/>
                    <a:pt x="17596" y="1709"/>
                    <a:pt x="16886" y="2218"/>
                  </a:cubicBezTo>
                  <a:cubicBezTo>
                    <a:pt x="16656" y="2383"/>
                    <a:pt x="16429" y="2447"/>
                    <a:pt x="16215" y="2447"/>
                  </a:cubicBezTo>
                  <a:cubicBezTo>
                    <a:pt x="15478" y="2447"/>
                    <a:pt x="14898" y="1678"/>
                    <a:pt x="14867" y="1636"/>
                  </a:cubicBezTo>
                  <a:cubicBezTo>
                    <a:pt x="14847" y="1610"/>
                    <a:pt x="14816" y="1596"/>
                    <a:pt x="14785" y="1596"/>
                  </a:cubicBezTo>
                  <a:cubicBezTo>
                    <a:pt x="14776" y="1596"/>
                    <a:pt x="14768" y="1597"/>
                    <a:pt x="14760" y="1598"/>
                  </a:cubicBezTo>
                  <a:cubicBezTo>
                    <a:pt x="14702" y="1610"/>
                    <a:pt x="14666" y="1668"/>
                    <a:pt x="14680" y="1725"/>
                  </a:cubicBezTo>
                  <a:cubicBezTo>
                    <a:pt x="14681" y="1740"/>
                    <a:pt x="15021" y="3145"/>
                    <a:pt x="14380" y="3678"/>
                  </a:cubicBezTo>
                  <a:cubicBezTo>
                    <a:pt x="14307" y="3739"/>
                    <a:pt x="14208" y="3766"/>
                    <a:pt x="14089" y="3766"/>
                  </a:cubicBezTo>
                  <a:cubicBezTo>
                    <a:pt x="13367" y="3766"/>
                    <a:pt x="11932" y="2765"/>
                    <a:pt x="11330" y="2288"/>
                  </a:cubicBezTo>
                  <a:lnTo>
                    <a:pt x="11289" y="2258"/>
                  </a:lnTo>
                  <a:lnTo>
                    <a:pt x="11288" y="2258"/>
                  </a:lnTo>
                  <a:cubicBezTo>
                    <a:pt x="11270" y="2246"/>
                    <a:pt x="11250" y="2241"/>
                    <a:pt x="11231" y="2241"/>
                  </a:cubicBezTo>
                  <a:cubicBezTo>
                    <a:pt x="11198" y="2241"/>
                    <a:pt x="11166" y="2257"/>
                    <a:pt x="11146" y="2286"/>
                  </a:cubicBezTo>
                  <a:cubicBezTo>
                    <a:pt x="11112" y="2331"/>
                    <a:pt x="11120" y="2397"/>
                    <a:pt x="11166" y="2431"/>
                  </a:cubicBezTo>
                  <a:lnTo>
                    <a:pt x="11197" y="2455"/>
                  </a:lnTo>
                  <a:cubicBezTo>
                    <a:pt x="11255" y="2513"/>
                    <a:pt x="11294" y="2587"/>
                    <a:pt x="11306" y="2667"/>
                  </a:cubicBezTo>
                  <a:cubicBezTo>
                    <a:pt x="11319" y="2956"/>
                    <a:pt x="11219" y="3238"/>
                    <a:pt x="11030" y="3455"/>
                  </a:cubicBezTo>
                  <a:cubicBezTo>
                    <a:pt x="10892" y="3651"/>
                    <a:pt x="10567" y="3726"/>
                    <a:pt x="10156" y="3726"/>
                  </a:cubicBezTo>
                  <a:cubicBezTo>
                    <a:pt x="9203" y="3726"/>
                    <a:pt x="7784" y="3324"/>
                    <a:pt x="7128" y="3101"/>
                  </a:cubicBezTo>
                  <a:lnTo>
                    <a:pt x="140" y="1607"/>
                  </a:lnTo>
                  <a:cubicBezTo>
                    <a:pt x="133" y="1606"/>
                    <a:pt x="127" y="1606"/>
                    <a:pt x="120" y="1606"/>
                  </a:cubicBezTo>
                  <a:cubicBezTo>
                    <a:pt x="71" y="1606"/>
                    <a:pt x="27" y="1638"/>
                    <a:pt x="14" y="1686"/>
                  </a:cubicBezTo>
                  <a:cubicBezTo>
                    <a:pt x="0" y="1743"/>
                    <a:pt x="33" y="1799"/>
                    <a:pt x="88" y="1814"/>
                  </a:cubicBezTo>
                  <a:lnTo>
                    <a:pt x="26336" y="9226"/>
                  </a:lnTo>
                  <a:cubicBezTo>
                    <a:pt x="26341" y="9227"/>
                    <a:pt x="26345" y="9227"/>
                    <a:pt x="26350" y="9227"/>
                  </a:cubicBezTo>
                  <a:cubicBezTo>
                    <a:pt x="26354" y="9227"/>
                    <a:pt x="26359" y="9227"/>
                    <a:pt x="26363" y="9226"/>
                  </a:cubicBezTo>
                  <a:lnTo>
                    <a:pt x="26363" y="9228"/>
                  </a:lnTo>
                  <a:cubicBezTo>
                    <a:pt x="26399" y="9228"/>
                    <a:pt x="26432" y="9211"/>
                    <a:pt x="26453" y="9183"/>
                  </a:cubicBezTo>
                  <a:cubicBezTo>
                    <a:pt x="26485" y="9134"/>
                    <a:pt x="26473" y="9067"/>
                    <a:pt x="26426" y="9034"/>
                  </a:cubicBezTo>
                  <a:lnTo>
                    <a:pt x="23362" y="6902"/>
                  </a:lnTo>
                  <a:cubicBezTo>
                    <a:pt x="23341" y="6889"/>
                    <a:pt x="23318" y="6883"/>
                    <a:pt x="23295" y="6883"/>
                  </a:cubicBezTo>
                  <a:cubicBezTo>
                    <a:pt x="23294" y="6883"/>
                    <a:pt x="23286" y="6884"/>
                    <a:pt x="23272" y="6884"/>
                  </a:cubicBezTo>
                  <a:cubicBezTo>
                    <a:pt x="23058" y="6884"/>
                    <a:pt x="21379" y="6755"/>
                    <a:pt x="19726" y="4216"/>
                  </a:cubicBezTo>
                  <a:cubicBezTo>
                    <a:pt x="18418" y="2212"/>
                    <a:pt x="17710" y="930"/>
                    <a:pt x="17419" y="378"/>
                  </a:cubicBezTo>
                  <a:cubicBezTo>
                    <a:pt x="17373" y="264"/>
                    <a:pt x="17318" y="154"/>
                    <a:pt x="17254" y="50"/>
                  </a:cubicBezTo>
                  <a:cubicBezTo>
                    <a:pt x="17233" y="18"/>
                    <a:pt x="17199" y="0"/>
                    <a:pt x="171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36"/>
            <p:cNvSpPr/>
            <p:nvPr/>
          </p:nvSpPr>
          <p:spPr>
            <a:xfrm>
              <a:off x="4136678" y="2532241"/>
              <a:ext cx="636736" cy="693052"/>
            </a:xfrm>
            <a:custGeom>
              <a:rect b="b" l="l" r="r" t="t"/>
              <a:pathLst>
                <a:path extrusionOk="0" h="15100" w="13873">
                  <a:moveTo>
                    <a:pt x="10700" y="6631"/>
                  </a:moveTo>
                  <a:lnTo>
                    <a:pt x="10700" y="6631"/>
                  </a:lnTo>
                  <a:cubicBezTo>
                    <a:pt x="10656" y="6677"/>
                    <a:pt x="10612" y="6719"/>
                    <a:pt x="10564" y="6759"/>
                  </a:cubicBezTo>
                  <a:cubicBezTo>
                    <a:pt x="10490" y="6820"/>
                    <a:pt x="10409" y="6875"/>
                    <a:pt x="10324" y="6921"/>
                  </a:cubicBezTo>
                  <a:cubicBezTo>
                    <a:pt x="10324" y="6863"/>
                    <a:pt x="10341" y="6803"/>
                    <a:pt x="10347" y="6742"/>
                  </a:cubicBezTo>
                  <a:cubicBezTo>
                    <a:pt x="10451" y="6713"/>
                    <a:pt x="10572" y="6675"/>
                    <a:pt x="10700" y="6631"/>
                  </a:cubicBezTo>
                  <a:close/>
                  <a:moveTo>
                    <a:pt x="11500" y="0"/>
                  </a:moveTo>
                  <a:cubicBezTo>
                    <a:pt x="11374" y="0"/>
                    <a:pt x="11249" y="55"/>
                    <a:pt x="11166" y="161"/>
                  </a:cubicBezTo>
                  <a:cubicBezTo>
                    <a:pt x="11018" y="347"/>
                    <a:pt x="11050" y="615"/>
                    <a:pt x="11234" y="763"/>
                  </a:cubicBezTo>
                  <a:cubicBezTo>
                    <a:pt x="11252" y="775"/>
                    <a:pt x="12966" y="2164"/>
                    <a:pt x="12759" y="3820"/>
                  </a:cubicBezTo>
                  <a:cubicBezTo>
                    <a:pt x="12683" y="4257"/>
                    <a:pt x="12446" y="4650"/>
                    <a:pt x="12096" y="4923"/>
                  </a:cubicBezTo>
                  <a:cubicBezTo>
                    <a:pt x="12151" y="2070"/>
                    <a:pt x="10198" y="1848"/>
                    <a:pt x="10177" y="1845"/>
                  </a:cubicBezTo>
                  <a:cubicBezTo>
                    <a:pt x="10162" y="1844"/>
                    <a:pt x="10148" y="1843"/>
                    <a:pt x="10134" y="1843"/>
                  </a:cubicBezTo>
                  <a:cubicBezTo>
                    <a:pt x="9916" y="1843"/>
                    <a:pt x="9730" y="2009"/>
                    <a:pt x="9708" y="2229"/>
                  </a:cubicBezTo>
                  <a:cubicBezTo>
                    <a:pt x="9684" y="2465"/>
                    <a:pt x="9855" y="2675"/>
                    <a:pt x="10091" y="2698"/>
                  </a:cubicBezTo>
                  <a:cubicBezTo>
                    <a:pt x="10143" y="2698"/>
                    <a:pt x="11371" y="2889"/>
                    <a:pt x="11234" y="5136"/>
                  </a:cubicBezTo>
                  <a:cubicBezTo>
                    <a:pt x="11234" y="5268"/>
                    <a:pt x="11210" y="5392"/>
                    <a:pt x="11192" y="5511"/>
                  </a:cubicBezTo>
                  <a:cubicBezTo>
                    <a:pt x="10916" y="5646"/>
                    <a:pt x="10631" y="5763"/>
                    <a:pt x="10339" y="5856"/>
                  </a:cubicBezTo>
                  <a:cubicBezTo>
                    <a:pt x="10182" y="4580"/>
                    <a:pt x="9403" y="3596"/>
                    <a:pt x="8473" y="3596"/>
                  </a:cubicBezTo>
                  <a:cubicBezTo>
                    <a:pt x="8470" y="3596"/>
                    <a:pt x="8468" y="3596"/>
                    <a:pt x="8466" y="3596"/>
                  </a:cubicBezTo>
                  <a:cubicBezTo>
                    <a:pt x="7422" y="3596"/>
                    <a:pt x="6581" y="4826"/>
                    <a:pt x="6590" y="6330"/>
                  </a:cubicBezTo>
                  <a:cubicBezTo>
                    <a:pt x="6590" y="7281"/>
                    <a:pt x="6940" y="8117"/>
                    <a:pt x="7455" y="8602"/>
                  </a:cubicBezTo>
                  <a:lnTo>
                    <a:pt x="6604" y="8673"/>
                  </a:lnTo>
                  <a:lnTo>
                    <a:pt x="6629" y="8787"/>
                  </a:lnTo>
                  <a:cubicBezTo>
                    <a:pt x="6392" y="8667"/>
                    <a:pt x="6135" y="8607"/>
                    <a:pt x="5877" y="8607"/>
                  </a:cubicBezTo>
                  <a:cubicBezTo>
                    <a:pt x="5599" y="8607"/>
                    <a:pt x="5322" y="8677"/>
                    <a:pt x="5071" y="8815"/>
                  </a:cubicBezTo>
                  <a:cubicBezTo>
                    <a:pt x="4540" y="9145"/>
                    <a:pt x="4302" y="9813"/>
                    <a:pt x="4366" y="10570"/>
                  </a:cubicBezTo>
                  <a:lnTo>
                    <a:pt x="0" y="12387"/>
                  </a:lnTo>
                  <a:lnTo>
                    <a:pt x="231" y="12985"/>
                  </a:lnTo>
                  <a:lnTo>
                    <a:pt x="4495" y="11209"/>
                  </a:lnTo>
                  <a:cubicBezTo>
                    <a:pt x="4543" y="11368"/>
                    <a:pt x="4601" y="11523"/>
                    <a:pt x="4668" y="11674"/>
                  </a:cubicBezTo>
                  <a:lnTo>
                    <a:pt x="414" y="13449"/>
                  </a:lnTo>
                  <a:lnTo>
                    <a:pt x="643" y="14049"/>
                  </a:lnTo>
                  <a:lnTo>
                    <a:pt x="4987" y="12239"/>
                  </a:lnTo>
                  <a:cubicBezTo>
                    <a:pt x="5083" y="12382"/>
                    <a:pt x="5192" y="12518"/>
                    <a:pt x="5310" y="12644"/>
                  </a:cubicBezTo>
                  <a:lnTo>
                    <a:pt x="832" y="14500"/>
                  </a:lnTo>
                  <a:lnTo>
                    <a:pt x="1060" y="15100"/>
                  </a:lnTo>
                  <a:lnTo>
                    <a:pt x="5572" y="13225"/>
                  </a:lnTo>
                  <a:lnTo>
                    <a:pt x="5374" y="12713"/>
                  </a:lnTo>
                  <a:lnTo>
                    <a:pt x="5374" y="12713"/>
                  </a:lnTo>
                  <a:cubicBezTo>
                    <a:pt x="5923" y="13303"/>
                    <a:pt x="6599" y="13639"/>
                    <a:pt x="7205" y="13639"/>
                  </a:cubicBezTo>
                  <a:cubicBezTo>
                    <a:pt x="7475" y="13639"/>
                    <a:pt x="7732" y="13573"/>
                    <a:pt x="7957" y="13432"/>
                  </a:cubicBezTo>
                  <a:cubicBezTo>
                    <a:pt x="8626" y="13018"/>
                    <a:pt x="8833" y="12071"/>
                    <a:pt x="8556" y="11086"/>
                  </a:cubicBezTo>
                  <a:lnTo>
                    <a:pt x="11708" y="10523"/>
                  </a:lnTo>
                  <a:lnTo>
                    <a:pt x="11565" y="9564"/>
                  </a:lnTo>
                  <a:lnTo>
                    <a:pt x="10606" y="9707"/>
                  </a:lnTo>
                  <a:lnTo>
                    <a:pt x="10451" y="9147"/>
                  </a:lnTo>
                  <a:lnTo>
                    <a:pt x="11304" y="8934"/>
                  </a:lnTo>
                  <a:lnTo>
                    <a:pt x="11215" y="8269"/>
                  </a:lnTo>
                  <a:lnTo>
                    <a:pt x="9696" y="8401"/>
                  </a:lnTo>
                  <a:cubicBezTo>
                    <a:pt x="9815" y="8255"/>
                    <a:pt x="9918" y="8097"/>
                    <a:pt x="10001" y="7931"/>
                  </a:cubicBezTo>
                  <a:cubicBezTo>
                    <a:pt x="10403" y="7853"/>
                    <a:pt x="10779" y="7677"/>
                    <a:pt x="11096" y="7420"/>
                  </a:cubicBezTo>
                  <a:cubicBezTo>
                    <a:pt x="11510" y="7070"/>
                    <a:pt x="11804" y="6598"/>
                    <a:pt x="11935" y="6072"/>
                  </a:cubicBezTo>
                  <a:cubicBezTo>
                    <a:pt x="12729" y="5614"/>
                    <a:pt x="13478" y="4926"/>
                    <a:pt x="13603" y="3922"/>
                  </a:cubicBezTo>
                  <a:cubicBezTo>
                    <a:pt x="13873" y="1790"/>
                    <a:pt x="11851" y="161"/>
                    <a:pt x="11766" y="93"/>
                  </a:cubicBezTo>
                  <a:cubicBezTo>
                    <a:pt x="11687" y="31"/>
                    <a:pt x="11593" y="0"/>
                    <a:pt x="115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36"/>
            <p:cNvSpPr/>
            <p:nvPr/>
          </p:nvSpPr>
          <p:spPr>
            <a:xfrm>
              <a:off x="4130987" y="2527559"/>
              <a:ext cx="646053" cy="703012"/>
            </a:xfrm>
            <a:custGeom>
              <a:rect b="b" l="l" r="r" t="t"/>
              <a:pathLst>
                <a:path extrusionOk="0" h="15317" w="14076">
                  <a:moveTo>
                    <a:pt x="10824" y="6636"/>
                  </a:moveTo>
                  <a:cubicBezTo>
                    <a:pt x="10813" y="6636"/>
                    <a:pt x="10801" y="6638"/>
                    <a:pt x="10789" y="6642"/>
                  </a:cubicBezTo>
                  <a:cubicBezTo>
                    <a:pt x="10655" y="6684"/>
                    <a:pt x="10544" y="6721"/>
                    <a:pt x="10441" y="6751"/>
                  </a:cubicBezTo>
                  <a:cubicBezTo>
                    <a:pt x="10399" y="6762"/>
                    <a:pt x="10369" y="6798"/>
                    <a:pt x="10365" y="6841"/>
                  </a:cubicBezTo>
                  <a:cubicBezTo>
                    <a:pt x="10358" y="6899"/>
                    <a:pt x="10343" y="6959"/>
                    <a:pt x="10343" y="7014"/>
                  </a:cubicBezTo>
                  <a:cubicBezTo>
                    <a:pt x="10337" y="7054"/>
                    <a:pt x="10353" y="7094"/>
                    <a:pt x="10386" y="7120"/>
                  </a:cubicBezTo>
                  <a:cubicBezTo>
                    <a:pt x="10404" y="7132"/>
                    <a:pt x="10426" y="7138"/>
                    <a:pt x="10448" y="7138"/>
                  </a:cubicBezTo>
                  <a:lnTo>
                    <a:pt x="10448" y="7139"/>
                  </a:lnTo>
                  <a:cubicBezTo>
                    <a:pt x="10466" y="7139"/>
                    <a:pt x="10484" y="7135"/>
                    <a:pt x="10499" y="7126"/>
                  </a:cubicBezTo>
                  <a:cubicBezTo>
                    <a:pt x="10591" y="7077"/>
                    <a:pt x="10676" y="7019"/>
                    <a:pt x="10757" y="6953"/>
                  </a:cubicBezTo>
                  <a:cubicBezTo>
                    <a:pt x="10807" y="6910"/>
                    <a:pt x="10856" y="6864"/>
                    <a:pt x="10903" y="6815"/>
                  </a:cubicBezTo>
                  <a:cubicBezTo>
                    <a:pt x="10935" y="6779"/>
                    <a:pt x="10940" y="6725"/>
                    <a:pt x="10913" y="6684"/>
                  </a:cubicBezTo>
                  <a:cubicBezTo>
                    <a:pt x="10893" y="6653"/>
                    <a:pt x="10859" y="6636"/>
                    <a:pt x="10824" y="6636"/>
                  </a:cubicBezTo>
                  <a:close/>
                  <a:moveTo>
                    <a:pt x="11616" y="213"/>
                  </a:moveTo>
                  <a:cubicBezTo>
                    <a:pt x="11686" y="213"/>
                    <a:pt x="11756" y="236"/>
                    <a:pt x="11815" y="283"/>
                  </a:cubicBezTo>
                  <a:cubicBezTo>
                    <a:pt x="11899" y="351"/>
                    <a:pt x="13874" y="1940"/>
                    <a:pt x="13617" y="4021"/>
                  </a:cubicBezTo>
                  <a:cubicBezTo>
                    <a:pt x="13514" y="4833"/>
                    <a:pt x="12971" y="5531"/>
                    <a:pt x="12000" y="6091"/>
                  </a:cubicBezTo>
                  <a:cubicBezTo>
                    <a:pt x="11976" y="6106"/>
                    <a:pt x="11958" y="6128"/>
                    <a:pt x="11951" y="6155"/>
                  </a:cubicBezTo>
                  <a:cubicBezTo>
                    <a:pt x="11824" y="6660"/>
                    <a:pt x="11543" y="7111"/>
                    <a:pt x="11147" y="7447"/>
                  </a:cubicBezTo>
                  <a:cubicBezTo>
                    <a:pt x="10843" y="7695"/>
                    <a:pt x="10483" y="7861"/>
                    <a:pt x="10099" y="7936"/>
                  </a:cubicBezTo>
                  <a:cubicBezTo>
                    <a:pt x="10066" y="7943"/>
                    <a:pt x="10039" y="7963"/>
                    <a:pt x="10024" y="7992"/>
                  </a:cubicBezTo>
                  <a:cubicBezTo>
                    <a:pt x="9944" y="8152"/>
                    <a:pt x="9847" y="8304"/>
                    <a:pt x="9734" y="8443"/>
                  </a:cubicBezTo>
                  <a:cubicBezTo>
                    <a:pt x="9714" y="8466"/>
                    <a:pt x="9704" y="8497"/>
                    <a:pt x="9708" y="8527"/>
                  </a:cubicBezTo>
                  <a:cubicBezTo>
                    <a:pt x="9715" y="8579"/>
                    <a:pt x="9760" y="8617"/>
                    <a:pt x="9811" y="8617"/>
                  </a:cubicBezTo>
                  <a:cubicBezTo>
                    <a:pt x="9815" y="8617"/>
                    <a:pt x="9820" y="8617"/>
                    <a:pt x="9825" y="8616"/>
                  </a:cubicBezTo>
                  <a:lnTo>
                    <a:pt x="11241" y="8496"/>
                  </a:lnTo>
                  <a:lnTo>
                    <a:pt x="11305" y="8965"/>
                  </a:lnTo>
                  <a:lnTo>
                    <a:pt x="10544" y="9149"/>
                  </a:lnTo>
                  <a:cubicBezTo>
                    <a:pt x="10517" y="9157"/>
                    <a:pt x="10493" y="9175"/>
                    <a:pt x="10478" y="9198"/>
                  </a:cubicBezTo>
                  <a:cubicBezTo>
                    <a:pt x="10463" y="9224"/>
                    <a:pt x="10459" y="9253"/>
                    <a:pt x="10468" y="9282"/>
                  </a:cubicBezTo>
                  <a:lnTo>
                    <a:pt x="10621" y="9840"/>
                  </a:lnTo>
                  <a:cubicBezTo>
                    <a:pt x="10633" y="9888"/>
                    <a:pt x="10676" y="9919"/>
                    <a:pt x="10723" y="9919"/>
                  </a:cubicBezTo>
                  <a:cubicBezTo>
                    <a:pt x="10728" y="9919"/>
                    <a:pt x="10734" y="9918"/>
                    <a:pt x="10740" y="9918"/>
                  </a:cubicBezTo>
                  <a:lnTo>
                    <a:pt x="11593" y="9791"/>
                  </a:lnTo>
                  <a:lnTo>
                    <a:pt x="11707" y="10543"/>
                  </a:lnTo>
                  <a:lnTo>
                    <a:pt x="8645" y="11092"/>
                  </a:lnTo>
                  <a:cubicBezTo>
                    <a:pt x="8616" y="11097"/>
                    <a:pt x="8589" y="11116"/>
                    <a:pt x="8574" y="11141"/>
                  </a:cubicBezTo>
                  <a:cubicBezTo>
                    <a:pt x="8559" y="11167"/>
                    <a:pt x="8553" y="11198"/>
                    <a:pt x="8560" y="11226"/>
                  </a:cubicBezTo>
                  <a:cubicBezTo>
                    <a:pt x="8837" y="12202"/>
                    <a:pt x="8620" y="13077"/>
                    <a:pt x="8011" y="13455"/>
                  </a:cubicBezTo>
                  <a:cubicBezTo>
                    <a:pt x="7807" y="13582"/>
                    <a:pt x="7571" y="13643"/>
                    <a:pt x="7320" y="13643"/>
                  </a:cubicBezTo>
                  <a:cubicBezTo>
                    <a:pt x="6749" y="13643"/>
                    <a:pt x="6098" y="13328"/>
                    <a:pt x="5562" y="12754"/>
                  </a:cubicBezTo>
                  <a:cubicBezTo>
                    <a:pt x="5551" y="12742"/>
                    <a:pt x="5536" y="12732"/>
                    <a:pt x="5522" y="12726"/>
                  </a:cubicBezTo>
                  <a:cubicBezTo>
                    <a:pt x="5517" y="12709"/>
                    <a:pt x="5510" y="12694"/>
                    <a:pt x="5498" y="12681"/>
                  </a:cubicBezTo>
                  <a:cubicBezTo>
                    <a:pt x="5386" y="12556"/>
                    <a:pt x="5283" y="12422"/>
                    <a:pt x="5191" y="12282"/>
                  </a:cubicBezTo>
                  <a:cubicBezTo>
                    <a:pt x="5171" y="12252"/>
                    <a:pt x="5137" y="12235"/>
                    <a:pt x="5102" y="12235"/>
                  </a:cubicBezTo>
                  <a:cubicBezTo>
                    <a:pt x="5088" y="12235"/>
                    <a:pt x="5074" y="12238"/>
                    <a:pt x="5061" y="12243"/>
                  </a:cubicBezTo>
                  <a:lnTo>
                    <a:pt x="821" y="14009"/>
                  </a:lnTo>
                  <a:lnTo>
                    <a:pt x="668" y="13609"/>
                  </a:lnTo>
                  <a:lnTo>
                    <a:pt x="4838" y="11883"/>
                  </a:lnTo>
                  <a:cubicBezTo>
                    <a:pt x="4866" y="11872"/>
                    <a:pt x="4889" y="11852"/>
                    <a:pt x="4899" y="11823"/>
                  </a:cubicBezTo>
                  <a:cubicBezTo>
                    <a:pt x="4910" y="11797"/>
                    <a:pt x="4910" y="11767"/>
                    <a:pt x="4899" y="11740"/>
                  </a:cubicBezTo>
                  <a:cubicBezTo>
                    <a:pt x="4832" y="11594"/>
                    <a:pt x="4776" y="11444"/>
                    <a:pt x="4729" y="11290"/>
                  </a:cubicBezTo>
                  <a:cubicBezTo>
                    <a:pt x="4722" y="11261"/>
                    <a:pt x="4701" y="11237"/>
                    <a:pt x="4673" y="11225"/>
                  </a:cubicBezTo>
                  <a:cubicBezTo>
                    <a:pt x="4659" y="11218"/>
                    <a:pt x="4645" y="11215"/>
                    <a:pt x="4630" y="11215"/>
                  </a:cubicBezTo>
                  <a:cubicBezTo>
                    <a:pt x="4616" y="11215"/>
                    <a:pt x="4601" y="11218"/>
                    <a:pt x="4588" y="11225"/>
                  </a:cubicBezTo>
                  <a:lnTo>
                    <a:pt x="429" y="12958"/>
                  </a:lnTo>
                  <a:lnTo>
                    <a:pt x="276" y="12557"/>
                  </a:lnTo>
                  <a:lnTo>
                    <a:pt x="4540" y="10781"/>
                  </a:lnTo>
                  <a:cubicBezTo>
                    <a:pt x="4584" y="10762"/>
                    <a:pt x="4609" y="10719"/>
                    <a:pt x="4604" y="10672"/>
                  </a:cubicBezTo>
                  <a:cubicBezTo>
                    <a:pt x="4540" y="9929"/>
                    <a:pt x="4786" y="9312"/>
                    <a:pt x="5261" y="9017"/>
                  </a:cubicBezTo>
                  <a:cubicBezTo>
                    <a:pt x="5494" y="8890"/>
                    <a:pt x="5751" y="8826"/>
                    <a:pt x="6008" y="8826"/>
                  </a:cubicBezTo>
                  <a:cubicBezTo>
                    <a:pt x="6251" y="8826"/>
                    <a:pt x="6494" y="8883"/>
                    <a:pt x="6717" y="8997"/>
                  </a:cubicBezTo>
                  <a:cubicBezTo>
                    <a:pt x="6731" y="9004"/>
                    <a:pt x="6746" y="9008"/>
                    <a:pt x="6761" y="9008"/>
                  </a:cubicBezTo>
                  <a:cubicBezTo>
                    <a:pt x="6785" y="9008"/>
                    <a:pt x="6808" y="8999"/>
                    <a:pt x="6826" y="8982"/>
                  </a:cubicBezTo>
                  <a:cubicBezTo>
                    <a:pt x="6857" y="8959"/>
                    <a:pt x="6872" y="8921"/>
                    <a:pt x="6865" y="8883"/>
                  </a:cubicBezTo>
                  <a:lnTo>
                    <a:pt x="7590" y="8822"/>
                  </a:lnTo>
                  <a:cubicBezTo>
                    <a:pt x="7615" y="8819"/>
                    <a:pt x="7640" y="8807"/>
                    <a:pt x="7658" y="8789"/>
                  </a:cubicBezTo>
                  <a:cubicBezTo>
                    <a:pt x="7698" y="8746"/>
                    <a:pt x="7697" y="8679"/>
                    <a:pt x="7654" y="8637"/>
                  </a:cubicBezTo>
                  <a:cubicBezTo>
                    <a:pt x="7139" y="8149"/>
                    <a:pt x="6823" y="7333"/>
                    <a:pt x="6823" y="6444"/>
                  </a:cubicBezTo>
                  <a:cubicBezTo>
                    <a:pt x="6805" y="5783"/>
                    <a:pt x="6988" y="5131"/>
                    <a:pt x="7347" y="4575"/>
                  </a:cubicBezTo>
                  <a:cubicBezTo>
                    <a:pt x="7682" y="4088"/>
                    <a:pt x="8123" y="3819"/>
                    <a:pt x="8592" y="3819"/>
                  </a:cubicBezTo>
                  <a:cubicBezTo>
                    <a:pt x="9460" y="3819"/>
                    <a:pt x="10198" y="4727"/>
                    <a:pt x="10352" y="5982"/>
                  </a:cubicBezTo>
                  <a:cubicBezTo>
                    <a:pt x="10356" y="6015"/>
                    <a:pt x="10374" y="6043"/>
                    <a:pt x="10401" y="6060"/>
                  </a:cubicBezTo>
                  <a:cubicBezTo>
                    <a:pt x="10418" y="6071"/>
                    <a:pt x="10438" y="6077"/>
                    <a:pt x="10458" y="6077"/>
                  </a:cubicBezTo>
                  <a:cubicBezTo>
                    <a:pt x="10468" y="6077"/>
                    <a:pt x="10479" y="6075"/>
                    <a:pt x="10490" y="6072"/>
                  </a:cubicBezTo>
                  <a:cubicBezTo>
                    <a:pt x="10786" y="5975"/>
                    <a:pt x="11075" y="5857"/>
                    <a:pt x="11357" y="5720"/>
                  </a:cubicBezTo>
                  <a:cubicBezTo>
                    <a:pt x="11388" y="5705"/>
                    <a:pt x="11409" y="5676"/>
                    <a:pt x="11413" y="5641"/>
                  </a:cubicBezTo>
                  <a:cubicBezTo>
                    <a:pt x="11436" y="5513"/>
                    <a:pt x="11450" y="5385"/>
                    <a:pt x="11458" y="5256"/>
                  </a:cubicBezTo>
                  <a:cubicBezTo>
                    <a:pt x="11596" y="2893"/>
                    <a:pt x="10277" y="2696"/>
                    <a:pt x="10222" y="2696"/>
                  </a:cubicBezTo>
                  <a:cubicBezTo>
                    <a:pt x="10048" y="2674"/>
                    <a:pt x="9923" y="2517"/>
                    <a:pt x="9941" y="2342"/>
                  </a:cubicBezTo>
                  <a:cubicBezTo>
                    <a:pt x="9956" y="2179"/>
                    <a:pt x="10093" y="2057"/>
                    <a:pt x="10253" y="2057"/>
                  </a:cubicBezTo>
                  <a:cubicBezTo>
                    <a:pt x="10263" y="2057"/>
                    <a:pt x="10273" y="2058"/>
                    <a:pt x="10283" y="2059"/>
                  </a:cubicBezTo>
                  <a:cubicBezTo>
                    <a:pt x="10302" y="2060"/>
                    <a:pt x="12161" y="2291"/>
                    <a:pt x="12107" y="5028"/>
                  </a:cubicBezTo>
                  <a:cubicBezTo>
                    <a:pt x="12106" y="5070"/>
                    <a:pt x="12129" y="5110"/>
                    <a:pt x="12168" y="5128"/>
                  </a:cubicBezTo>
                  <a:cubicBezTo>
                    <a:pt x="12182" y="5134"/>
                    <a:pt x="12197" y="5137"/>
                    <a:pt x="12212" y="5137"/>
                  </a:cubicBezTo>
                  <a:cubicBezTo>
                    <a:pt x="12238" y="5137"/>
                    <a:pt x="12264" y="5128"/>
                    <a:pt x="12284" y="5110"/>
                  </a:cubicBezTo>
                  <a:cubicBezTo>
                    <a:pt x="12655" y="4822"/>
                    <a:pt x="12904" y="4405"/>
                    <a:pt x="12983" y="3942"/>
                  </a:cubicBezTo>
                  <a:cubicBezTo>
                    <a:pt x="13198" y="2214"/>
                    <a:pt x="11436" y="798"/>
                    <a:pt x="11418" y="786"/>
                  </a:cubicBezTo>
                  <a:cubicBezTo>
                    <a:pt x="11279" y="676"/>
                    <a:pt x="11255" y="475"/>
                    <a:pt x="11364" y="336"/>
                  </a:cubicBezTo>
                  <a:cubicBezTo>
                    <a:pt x="11428" y="255"/>
                    <a:pt x="11521" y="213"/>
                    <a:pt x="11616" y="213"/>
                  </a:cubicBezTo>
                  <a:close/>
                  <a:moveTo>
                    <a:pt x="5389" y="12883"/>
                  </a:moveTo>
                  <a:lnTo>
                    <a:pt x="5545" y="13284"/>
                  </a:lnTo>
                  <a:lnTo>
                    <a:pt x="1230" y="15075"/>
                  </a:lnTo>
                  <a:lnTo>
                    <a:pt x="1077" y="14675"/>
                  </a:lnTo>
                  <a:lnTo>
                    <a:pt x="5389" y="12883"/>
                  </a:lnTo>
                  <a:close/>
                  <a:moveTo>
                    <a:pt x="11589" y="0"/>
                  </a:moveTo>
                  <a:cubicBezTo>
                    <a:pt x="11431" y="0"/>
                    <a:pt x="11276" y="69"/>
                    <a:pt x="11171" y="202"/>
                  </a:cubicBezTo>
                  <a:cubicBezTo>
                    <a:pt x="10987" y="433"/>
                    <a:pt x="11026" y="769"/>
                    <a:pt x="11257" y="953"/>
                  </a:cubicBezTo>
                  <a:cubicBezTo>
                    <a:pt x="11281" y="965"/>
                    <a:pt x="12948" y="2319"/>
                    <a:pt x="12750" y="3914"/>
                  </a:cubicBezTo>
                  <a:cubicBezTo>
                    <a:pt x="12698" y="4245"/>
                    <a:pt x="12539" y="4550"/>
                    <a:pt x="12298" y="4782"/>
                  </a:cubicBezTo>
                  <a:cubicBezTo>
                    <a:pt x="12238" y="2060"/>
                    <a:pt x="10301" y="1847"/>
                    <a:pt x="10282" y="1847"/>
                  </a:cubicBezTo>
                  <a:cubicBezTo>
                    <a:pt x="10264" y="1846"/>
                    <a:pt x="10247" y="1845"/>
                    <a:pt x="10230" y="1845"/>
                  </a:cubicBezTo>
                  <a:cubicBezTo>
                    <a:pt x="9963" y="1845"/>
                    <a:pt x="9734" y="2048"/>
                    <a:pt x="9707" y="2319"/>
                  </a:cubicBezTo>
                  <a:cubicBezTo>
                    <a:pt x="9676" y="2608"/>
                    <a:pt x="9883" y="2870"/>
                    <a:pt x="10171" y="2908"/>
                  </a:cubicBezTo>
                  <a:cubicBezTo>
                    <a:pt x="10221" y="2914"/>
                    <a:pt x="11351" y="3077"/>
                    <a:pt x="11223" y="5232"/>
                  </a:cubicBezTo>
                  <a:cubicBezTo>
                    <a:pt x="11217" y="5327"/>
                    <a:pt x="11206" y="5430"/>
                    <a:pt x="11191" y="5542"/>
                  </a:cubicBezTo>
                  <a:cubicBezTo>
                    <a:pt x="10974" y="5646"/>
                    <a:pt x="10751" y="5738"/>
                    <a:pt x="10523" y="5815"/>
                  </a:cubicBezTo>
                  <a:cubicBezTo>
                    <a:pt x="10323" y="4520"/>
                    <a:pt x="9515" y="3594"/>
                    <a:pt x="8569" y="3594"/>
                  </a:cubicBezTo>
                  <a:cubicBezTo>
                    <a:pt x="8030" y="3594"/>
                    <a:pt x="7524" y="3904"/>
                    <a:pt x="7152" y="4447"/>
                  </a:cubicBezTo>
                  <a:cubicBezTo>
                    <a:pt x="6768" y="5038"/>
                    <a:pt x="6573" y="5732"/>
                    <a:pt x="6589" y="6436"/>
                  </a:cubicBezTo>
                  <a:cubicBezTo>
                    <a:pt x="6573" y="7228"/>
                    <a:pt x="6833" y="8001"/>
                    <a:pt x="7329" y="8621"/>
                  </a:cubicBezTo>
                  <a:lnTo>
                    <a:pt x="6705" y="8674"/>
                  </a:lnTo>
                  <a:cubicBezTo>
                    <a:pt x="6675" y="8677"/>
                    <a:pt x="6649" y="8692"/>
                    <a:pt x="6629" y="8716"/>
                  </a:cubicBezTo>
                  <a:lnTo>
                    <a:pt x="6629" y="8734"/>
                  </a:lnTo>
                  <a:cubicBezTo>
                    <a:pt x="6421" y="8648"/>
                    <a:pt x="6201" y="8606"/>
                    <a:pt x="5981" y="8606"/>
                  </a:cubicBezTo>
                  <a:cubicBezTo>
                    <a:pt x="5689" y="8606"/>
                    <a:pt x="5397" y="8681"/>
                    <a:pt x="5136" y="8829"/>
                  </a:cubicBezTo>
                  <a:cubicBezTo>
                    <a:pt x="4609" y="9158"/>
                    <a:pt x="4327" y="9816"/>
                    <a:pt x="4375" y="10605"/>
                  </a:cubicBezTo>
                  <a:lnTo>
                    <a:pt x="79" y="12395"/>
                  </a:lnTo>
                  <a:cubicBezTo>
                    <a:pt x="27" y="12417"/>
                    <a:pt x="1" y="12477"/>
                    <a:pt x="20" y="12532"/>
                  </a:cubicBezTo>
                  <a:lnTo>
                    <a:pt x="251" y="13131"/>
                  </a:lnTo>
                  <a:cubicBezTo>
                    <a:pt x="263" y="13157"/>
                    <a:pt x="282" y="13178"/>
                    <a:pt x="307" y="13190"/>
                  </a:cubicBezTo>
                  <a:cubicBezTo>
                    <a:pt x="321" y="13195"/>
                    <a:pt x="335" y="13198"/>
                    <a:pt x="349" y="13198"/>
                  </a:cubicBezTo>
                  <a:cubicBezTo>
                    <a:pt x="363" y="13198"/>
                    <a:pt x="377" y="13195"/>
                    <a:pt x="391" y="13190"/>
                  </a:cubicBezTo>
                  <a:lnTo>
                    <a:pt x="4543" y="11459"/>
                  </a:lnTo>
                  <a:cubicBezTo>
                    <a:pt x="4573" y="11548"/>
                    <a:pt x="4604" y="11636"/>
                    <a:pt x="4642" y="11724"/>
                  </a:cubicBezTo>
                  <a:lnTo>
                    <a:pt x="487" y="13457"/>
                  </a:lnTo>
                  <a:lnTo>
                    <a:pt x="486" y="13457"/>
                  </a:lnTo>
                  <a:cubicBezTo>
                    <a:pt x="434" y="13479"/>
                    <a:pt x="407" y="13540"/>
                    <a:pt x="429" y="13594"/>
                  </a:cubicBezTo>
                  <a:lnTo>
                    <a:pt x="657" y="14192"/>
                  </a:lnTo>
                  <a:cubicBezTo>
                    <a:pt x="669" y="14219"/>
                    <a:pt x="690" y="14240"/>
                    <a:pt x="715" y="14252"/>
                  </a:cubicBezTo>
                  <a:cubicBezTo>
                    <a:pt x="729" y="14258"/>
                    <a:pt x="743" y="14261"/>
                    <a:pt x="757" y="14261"/>
                  </a:cubicBezTo>
                  <a:cubicBezTo>
                    <a:pt x="771" y="14261"/>
                    <a:pt x="785" y="14258"/>
                    <a:pt x="799" y="14252"/>
                  </a:cubicBezTo>
                  <a:lnTo>
                    <a:pt x="5063" y="12478"/>
                  </a:lnTo>
                  <a:cubicBezTo>
                    <a:pt x="5121" y="12559"/>
                    <a:pt x="5182" y="12638"/>
                    <a:pt x="5243" y="12715"/>
                  </a:cubicBezTo>
                  <a:lnTo>
                    <a:pt x="898" y="14520"/>
                  </a:lnTo>
                  <a:cubicBezTo>
                    <a:pt x="845" y="14541"/>
                    <a:pt x="819" y="14602"/>
                    <a:pt x="840" y="14655"/>
                  </a:cubicBezTo>
                  <a:lnTo>
                    <a:pt x="1071" y="15255"/>
                  </a:lnTo>
                  <a:cubicBezTo>
                    <a:pt x="1082" y="15281"/>
                    <a:pt x="1102" y="15303"/>
                    <a:pt x="1129" y="15315"/>
                  </a:cubicBezTo>
                  <a:cubicBezTo>
                    <a:pt x="1136" y="15316"/>
                    <a:pt x="1143" y="15316"/>
                    <a:pt x="1149" y="15316"/>
                  </a:cubicBezTo>
                  <a:cubicBezTo>
                    <a:pt x="1156" y="15316"/>
                    <a:pt x="1163" y="15316"/>
                    <a:pt x="1169" y="15315"/>
                  </a:cubicBezTo>
                  <a:cubicBezTo>
                    <a:pt x="1174" y="15310"/>
                    <a:pt x="1177" y="15306"/>
                    <a:pt x="1181" y="15302"/>
                  </a:cubicBezTo>
                  <a:lnTo>
                    <a:pt x="5691" y="13430"/>
                  </a:lnTo>
                  <a:cubicBezTo>
                    <a:pt x="5743" y="13406"/>
                    <a:pt x="5769" y="13345"/>
                    <a:pt x="5748" y="13291"/>
                  </a:cubicBezTo>
                  <a:lnTo>
                    <a:pt x="5718" y="13214"/>
                  </a:lnTo>
                  <a:lnTo>
                    <a:pt x="5718" y="13214"/>
                  </a:lnTo>
                  <a:cubicBezTo>
                    <a:pt x="6220" y="13626"/>
                    <a:pt x="6773" y="13846"/>
                    <a:pt x="7283" y="13846"/>
                  </a:cubicBezTo>
                  <a:cubicBezTo>
                    <a:pt x="7573" y="13846"/>
                    <a:pt x="7849" y="13775"/>
                    <a:pt x="8093" y="13628"/>
                  </a:cubicBezTo>
                  <a:cubicBezTo>
                    <a:pt x="8766" y="13223"/>
                    <a:pt x="9021" y="12306"/>
                    <a:pt x="8766" y="11283"/>
                  </a:cubicBezTo>
                  <a:lnTo>
                    <a:pt x="11814" y="10733"/>
                  </a:lnTo>
                  <a:cubicBezTo>
                    <a:pt x="11870" y="10725"/>
                    <a:pt x="11909" y="10671"/>
                    <a:pt x="11902" y="10614"/>
                  </a:cubicBezTo>
                  <a:lnTo>
                    <a:pt x="11759" y="9655"/>
                  </a:lnTo>
                  <a:cubicBezTo>
                    <a:pt x="11759" y="9654"/>
                    <a:pt x="11757" y="9652"/>
                    <a:pt x="11757" y="9651"/>
                  </a:cubicBezTo>
                  <a:cubicBezTo>
                    <a:pt x="11749" y="9599"/>
                    <a:pt x="11705" y="9564"/>
                    <a:pt x="11656" y="9564"/>
                  </a:cubicBezTo>
                  <a:cubicBezTo>
                    <a:pt x="11649" y="9564"/>
                    <a:pt x="11643" y="9565"/>
                    <a:pt x="11637" y="9566"/>
                  </a:cubicBezTo>
                  <a:lnTo>
                    <a:pt x="10772" y="9693"/>
                  </a:lnTo>
                  <a:lnTo>
                    <a:pt x="10670" y="9331"/>
                  </a:lnTo>
                  <a:lnTo>
                    <a:pt x="11416" y="9149"/>
                  </a:lnTo>
                  <a:cubicBezTo>
                    <a:pt x="11470" y="9137"/>
                    <a:pt x="11504" y="9087"/>
                    <a:pt x="11498" y="9032"/>
                  </a:cubicBezTo>
                  <a:lnTo>
                    <a:pt x="11409" y="8368"/>
                  </a:lnTo>
                  <a:cubicBezTo>
                    <a:pt x="11400" y="8312"/>
                    <a:pt x="11356" y="8273"/>
                    <a:pt x="11301" y="8273"/>
                  </a:cubicBezTo>
                  <a:cubicBezTo>
                    <a:pt x="11299" y="8273"/>
                    <a:pt x="11296" y="8273"/>
                    <a:pt x="11293" y="8274"/>
                  </a:cubicBezTo>
                  <a:lnTo>
                    <a:pt x="10014" y="8384"/>
                  </a:lnTo>
                  <a:cubicBezTo>
                    <a:pt x="10067" y="8304"/>
                    <a:pt x="10118" y="8220"/>
                    <a:pt x="10163" y="8134"/>
                  </a:cubicBezTo>
                  <a:cubicBezTo>
                    <a:pt x="10563" y="8049"/>
                    <a:pt x="10937" y="7870"/>
                    <a:pt x="11255" y="7614"/>
                  </a:cubicBezTo>
                  <a:cubicBezTo>
                    <a:pt x="11674" y="7260"/>
                    <a:pt x="11976" y="6785"/>
                    <a:pt x="12119" y="6253"/>
                  </a:cubicBezTo>
                  <a:cubicBezTo>
                    <a:pt x="13126" y="5662"/>
                    <a:pt x="13693" y="4919"/>
                    <a:pt x="13801" y="4047"/>
                  </a:cubicBezTo>
                  <a:cubicBezTo>
                    <a:pt x="14075" y="1847"/>
                    <a:pt x="12007" y="186"/>
                    <a:pt x="11919" y="116"/>
                  </a:cubicBezTo>
                  <a:cubicBezTo>
                    <a:pt x="11821" y="38"/>
                    <a:pt x="11705" y="0"/>
                    <a:pt x="1158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36"/>
            <p:cNvSpPr/>
            <p:nvPr/>
          </p:nvSpPr>
          <p:spPr>
            <a:xfrm>
              <a:off x="3583797" y="2649509"/>
              <a:ext cx="570735" cy="640500"/>
            </a:xfrm>
            <a:custGeom>
              <a:rect b="b" l="l" r="r" t="t"/>
              <a:pathLst>
                <a:path extrusionOk="0" h="13955" w="12435">
                  <a:moveTo>
                    <a:pt x="3081" y="7261"/>
                  </a:moveTo>
                  <a:lnTo>
                    <a:pt x="3081" y="7261"/>
                  </a:lnTo>
                  <a:cubicBezTo>
                    <a:pt x="3565" y="7447"/>
                    <a:pt x="4079" y="7551"/>
                    <a:pt x="4597" y="7569"/>
                  </a:cubicBezTo>
                  <a:cubicBezTo>
                    <a:pt x="4631" y="7633"/>
                    <a:pt x="4666" y="7695"/>
                    <a:pt x="4704" y="7756"/>
                  </a:cubicBezTo>
                  <a:cubicBezTo>
                    <a:pt x="4838" y="7974"/>
                    <a:pt x="4995" y="8176"/>
                    <a:pt x="5169" y="8362"/>
                  </a:cubicBezTo>
                  <a:cubicBezTo>
                    <a:pt x="5148" y="8363"/>
                    <a:pt x="5126" y="8363"/>
                    <a:pt x="5105" y="8363"/>
                  </a:cubicBezTo>
                  <a:cubicBezTo>
                    <a:pt x="4450" y="8363"/>
                    <a:pt x="3821" y="8097"/>
                    <a:pt x="3364" y="7625"/>
                  </a:cubicBezTo>
                  <a:cubicBezTo>
                    <a:pt x="3258" y="7512"/>
                    <a:pt x="3163" y="7390"/>
                    <a:pt x="3081" y="7261"/>
                  </a:cubicBezTo>
                  <a:close/>
                  <a:moveTo>
                    <a:pt x="954" y="1"/>
                  </a:moveTo>
                  <a:cubicBezTo>
                    <a:pt x="782" y="1"/>
                    <a:pt x="619" y="105"/>
                    <a:pt x="553" y="276"/>
                  </a:cubicBezTo>
                  <a:cubicBezTo>
                    <a:pt x="121" y="1559"/>
                    <a:pt x="1" y="2928"/>
                    <a:pt x="202" y="4268"/>
                  </a:cubicBezTo>
                  <a:cubicBezTo>
                    <a:pt x="343" y="5191"/>
                    <a:pt x="960" y="6050"/>
                    <a:pt x="1935" y="6687"/>
                  </a:cubicBezTo>
                  <a:cubicBezTo>
                    <a:pt x="2264" y="8168"/>
                    <a:pt x="3578" y="9216"/>
                    <a:pt x="5087" y="9216"/>
                  </a:cubicBezTo>
                  <a:cubicBezTo>
                    <a:pt x="5112" y="9216"/>
                    <a:pt x="5138" y="9216"/>
                    <a:pt x="5163" y="9215"/>
                  </a:cubicBezTo>
                  <a:cubicBezTo>
                    <a:pt x="5501" y="9213"/>
                    <a:pt x="5839" y="9171"/>
                    <a:pt x="6169" y="9089"/>
                  </a:cubicBezTo>
                  <a:cubicBezTo>
                    <a:pt x="6238" y="9122"/>
                    <a:pt x="6309" y="9150"/>
                    <a:pt x="6382" y="9174"/>
                  </a:cubicBezTo>
                  <a:lnTo>
                    <a:pt x="5026" y="9869"/>
                  </a:lnTo>
                  <a:lnTo>
                    <a:pt x="5303" y="10481"/>
                  </a:lnTo>
                  <a:lnTo>
                    <a:pt x="6137" y="10204"/>
                  </a:lnTo>
                  <a:lnTo>
                    <a:pt x="6303" y="10758"/>
                  </a:lnTo>
                  <a:lnTo>
                    <a:pt x="5414" y="11151"/>
                  </a:lnTo>
                  <a:lnTo>
                    <a:pt x="5805" y="12040"/>
                  </a:lnTo>
                  <a:lnTo>
                    <a:pt x="7937" y="11187"/>
                  </a:lnTo>
                  <a:cubicBezTo>
                    <a:pt x="8025" y="11628"/>
                    <a:pt x="8191" y="12049"/>
                    <a:pt x="8430" y="12430"/>
                  </a:cubicBezTo>
                  <a:cubicBezTo>
                    <a:pt x="9021" y="13385"/>
                    <a:pt x="9927" y="13954"/>
                    <a:pt x="10718" y="13954"/>
                  </a:cubicBezTo>
                  <a:cubicBezTo>
                    <a:pt x="10988" y="13954"/>
                    <a:pt x="11244" y="13888"/>
                    <a:pt x="11470" y="13748"/>
                  </a:cubicBezTo>
                  <a:cubicBezTo>
                    <a:pt x="12357" y="13198"/>
                    <a:pt x="12435" y="11715"/>
                    <a:pt x="11641" y="10439"/>
                  </a:cubicBezTo>
                  <a:cubicBezTo>
                    <a:pt x="11113" y="9562"/>
                    <a:pt x="10319" y="9014"/>
                    <a:pt x="9575" y="8922"/>
                  </a:cubicBezTo>
                  <a:lnTo>
                    <a:pt x="9575" y="8924"/>
                  </a:lnTo>
                  <a:lnTo>
                    <a:pt x="9147" y="7761"/>
                  </a:lnTo>
                  <a:lnTo>
                    <a:pt x="8400" y="8149"/>
                  </a:lnTo>
                  <a:cubicBezTo>
                    <a:pt x="8578" y="7464"/>
                    <a:pt x="8427" y="6576"/>
                    <a:pt x="7923" y="5766"/>
                  </a:cubicBezTo>
                  <a:cubicBezTo>
                    <a:pt x="7334" y="4811"/>
                    <a:pt x="6426" y="4241"/>
                    <a:pt x="5634" y="4241"/>
                  </a:cubicBezTo>
                  <a:cubicBezTo>
                    <a:pt x="5365" y="4241"/>
                    <a:pt x="5108" y="4307"/>
                    <a:pt x="4883" y="4446"/>
                  </a:cubicBezTo>
                  <a:cubicBezTo>
                    <a:pt x="4243" y="4848"/>
                    <a:pt x="4030" y="5742"/>
                    <a:pt x="4261" y="6690"/>
                  </a:cubicBezTo>
                  <a:cubicBezTo>
                    <a:pt x="3720" y="6607"/>
                    <a:pt x="3200" y="6427"/>
                    <a:pt x="2722" y="6162"/>
                  </a:cubicBezTo>
                  <a:cubicBezTo>
                    <a:pt x="2688" y="5764"/>
                    <a:pt x="2742" y="5364"/>
                    <a:pt x="2876" y="4988"/>
                  </a:cubicBezTo>
                  <a:cubicBezTo>
                    <a:pt x="3352" y="3659"/>
                    <a:pt x="3477" y="2795"/>
                    <a:pt x="3260" y="2349"/>
                  </a:cubicBezTo>
                  <a:cubicBezTo>
                    <a:pt x="3197" y="2204"/>
                    <a:pt x="3078" y="2091"/>
                    <a:pt x="2929" y="2037"/>
                  </a:cubicBezTo>
                  <a:cubicBezTo>
                    <a:pt x="2885" y="2022"/>
                    <a:pt x="2839" y="2015"/>
                    <a:pt x="2795" y="2015"/>
                  </a:cubicBezTo>
                  <a:cubicBezTo>
                    <a:pt x="2616" y="2015"/>
                    <a:pt x="2450" y="2128"/>
                    <a:pt x="2390" y="2307"/>
                  </a:cubicBezTo>
                  <a:cubicBezTo>
                    <a:pt x="2338" y="2463"/>
                    <a:pt x="2382" y="2636"/>
                    <a:pt x="2501" y="2749"/>
                  </a:cubicBezTo>
                  <a:cubicBezTo>
                    <a:pt x="2524" y="2865"/>
                    <a:pt x="2563" y="3334"/>
                    <a:pt x="2075" y="4701"/>
                  </a:cubicBezTo>
                  <a:cubicBezTo>
                    <a:pt x="1975" y="4976"/>
                    <a:pt x="1910" y="5262"/>
                    <a:pt x="1878" y="5554"/>
                  </a:cubicBezTo>
                  <a:cubicBezTo>
                    <a:pt x="1451" y="5186"/>
                    <a:pt x="1159" y="4685"/>
                    <a:pt x="1053" y="4131"/>
                  </a:cubicBezTo>
                  <a:cubicBezTo>
                    <a:pt x="878" y="2941"/>
                    <a:pt x="979" y="1725"/>
                    <a:pt x="1351" y="581"/>
                  </a:cubicBezTo>
                  <a:cubicBezTo>
                    <a:pt x="1436" y="361"/>
                    <a:pt x="1326" y="114"/>
                    <a:pt x="1105" y="29"/>
                  </a:cubicBezTo>
                  <a:cubicBezTo>
                    <a:pt x="1056" y="10"/>
                    <a:pt x="1004" y="1"/>
                    <a:pt x="95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36"/>
            <p:cNvSpPr/>
            <p:nvPr/>
          </p:nvSpPr>
          <p:spPr>
            <a:xfrm>
              <a:off x="3578564" y="2645057"/>
              <a:ext cx="570506" cy="649541"/>
            </a:xfrm>
            <a:custGeom>
              <a:rect b="b" l="l" r="r" t="t"/>
              <a:pathLst>
                <a:path extrusionOk="0" h="14152" w="12430">
                  <a:moveTo>
                    <a:pt x="3496" y="7557"/>
                  </a:moveTo>
                  <a:lnTo>
                    <a:pt x="3496" y="7557"/>
                  </a:lnTo>
                  <a:cubicBezTo>
                    <a:pt x="3874" y="7679"/>
                    <a:pt x="4266" y="7752"/>
                    <a:pt x="4662" y="7770"/>
                  </a:cubicBezTo>
                  <a:cubicBezTo>
                    <a:pt x="4687" y="7818"/>
                    <a:pt x="4714" y="7864"/>
                    <a:pt x="4744" y="7910"/>
                  </a:cubicBezTo>
                  <a:cubicBezTo>
                    <a:pt x="4836" y="8059"/>
                    <a:pt x="4940" y="8200"/>
                    <a:pt x="5052" y="8336"/>
                  </a:cubicBezTo>
                  <a:cubicBezTo>
                    <a:pt x="4489" y="8297"/>
                    <a:pt x="3961" y="8050"/>
                    <a:pt x="3571" y="7643"/>
                  </a:cubicBezTo>
                  <a:lnTo>
                    <a:pt x="3571" y="7642"/>
                  </a:lnTo>
                  <a:cubicBezTo>
                    <a:pt x="3545" y="7615"/>
                    <a:pt x="3520" y="7587"/>
                    <a:pt x="3496" y="7557"/>
                  </a:cubicBezTo>
                  <a:close/>
                  <a:moveTo>
                    <a:pt x="3212" y="7244"/>
                  </a:moveTo>
                  <a:cubicBezTo>
                    <a:pt x="3192" y="7244"/>
                    <a:pt x="3173" y="7249"/>
                    <a:pt x="3155" y="7259"/>
                  </a:cubicBezTo>
                  <a:cubicBezTo>
                    <a:pt x="3106" y="7291"/>
                    <a:pt x="3090" y="7356"/>
                    <a:pt x="3121" y="7407"/>
                  </a:cubicBezTo>
                  <a:cubicBezTo>
                    <a:pt x="3206" y="7544"/>
                    <a:pt x="3305" y="7672"/>
                    <a:pt x="3417" y="7789"/>
                  </a:cubicBezTo>
                  <a:cubicBezTo>
                    <a:pt x="3893" y="8282"/>
                    <a:pt x="4546" y="8560"/>
                    <a:pt x="5229" y="8560"/>
                  </a:cubicBezTo>
                  <a:cubicBezTo>
                    <a:pt x="5252" y="8560"/>
                    <a:pt x="5275" y="8560"/>
                    <a:pt x="5298" y="8559"/>
                  </a:cubicBezTo>
                  <a:lnTo>
                    <a:pt x="5298" y="8561"/>
                  </a:lnTo>
                  <a:cubicBezTo>
                    <a:pt x="5324" y="8561"/>
                    <a:pt x="5351" y="8550"/>
                    <a:pt x="5371" y="8531"/>
                  </a:cubicBezTo>
                  <a:cubicBezTo>
                    <a:pt x="5414" y="8491"/>
                    <a:pt x="5417" y="8424"/>
                    <a:pt x="5377" y="8380"/>
                  </a:cubicBezTo>
                  <a:cubicBezTo>
                    <a:pt x="5207" y="8200"/>
                    <a:pt x="5055" y="8002"/>
                    <a:pt x="4924" y="7792"/>
                  </a:cubicBezTo>
                  <a:cubicBezTo>
                    <a:pt x="4887" y="7730"/>
                    <a:pt x="4852" y="7670"/>
                    <a:pt x="4820" y="7609"/>
                  </a:cubicBezTo>
                  <a:cubicBezTo>
                    <a:pt x="4802" y="7575"/>
                    <a:pt x="4766" y="7554"/>
                    <a:pt x="4729" y="7553"/>
                  </a:cubicBezTo>
                  <a:cubicBezTo>
                    <a:pt x="4221" y="7535"/>
                    <a:pt x="3721" y="7432"/>
                    <a:pt x="3249" y="7250"/>
                  </a:cubicBezTo>
                  <a:cubicBezTo>
                    <a:pt x="3237" y="7246"/>
                    <a:pt x="3224" y="7244"/>
                    <a:pt x="3212" y="7244"/>
                  </a:cubicBezTo>
                  <a:close/>
                  <a:moveTo>
                    <a:pt x="1069" y="198"/>
                  </a:moveTo>
                  <a:cubicBezTo>
                    <a:pt x="1111" y="198"/>
                    <a:pt x="1154" y="206"/>
                    <a:pt x="1196" y="224"/>
                  </a:cubicBezTo>
                  <a:cubicBezTo>
                    <a:pt x="1358" y="294"/>
                    <a:pt x="1432" y="482"/>
                    <a:pt x="1362" y="644"/>
                  </a:cubicBezTo>
                  <a:cubicBezTo>
                    <a:pt x="984" y="1805"/>
                    <a:pt x="882" y="3040"/>
                    <a:pt x="1060" y="4249"/>
                  </a:cubicBezTo>
                  <a:cubicBezTo>
                    <a:pt x="1166" y="4828"/>
                    <a:pt x="1467" y="5355"/>
                    <a:pt x="1913" y="5741"/>
                  </a:cubicBezTo>
                  <a:cubicBezTo>
                    <a:pt x="1934" y="5760"/>
                    <a:pt x="1960" y="5769"/>
                    <a:pt x="1986" y="5769"/>
                  </a:cubicBezTo>
                  <a:cubicBezTo>
                    <a:pt x="1999" y="5769"/>
                    <a:pt x="2012" y="5767"/>
                    <a:pt x="2024" y="5763"/>
                  </a:cubicBezTo>
                  <a:cubicBezTo>
                    <a:pt x="2062" y="5748"/>
                    <a:pt x="2089" y="5714"/>
                    <a:pt x="2092" y="5672"/>
                  </a:cubicBezTo>
                  <a:cubicBezTo>
                    <a:pt x="2122" y="5388"/>
                    <a:pt x="2186" y="5106"/>
                    <a:pt x="2283" y="4837"/>
                  </a:cubicBezTo>
                  <a:cubicBezTo>
                    <a:pt x="2762" y="3480"/>
                    <a:pt x="2741" y="2979"/>
                    <a:pt x="2708" y="2828"/>
                  </a:cubicBezTo>
                  <a:cubicBezTo>
                    <a:pt x="2704" y="2807"/>
                    <a:pt x="2694" y="2788"/>
                    <a:pt x="2679" y="2772"/>
                  </a:cubicBezTo>
                  <a:cubicBezTo>
                    <a:pt x="2589" y="2687"/>
                    <a:pt x="2557" y="2557"/>
                    <a:pt x="2595" y="2440"/>
                  </a:cubicBezTo>
                  <a:cubicBezTo>
                    <a:pt x="2622" y="2359"/>
                    <a:pt x="2679" y="2292"/>
                    <a:pt x="2756" y="2253"/>
                  </a:cubicBezTo>
                  <a:cubicBezTo>
                    <a:pt x="2800" y="2231"/>
                    <a:pt x="2849" y="2219"/>
                    <a:pt x="2897" y="2219"/>
                  </a:cubicBezTo>
                  <a:cubicBezTo>
                    <a:pt x="2932" y="2219"/>
                    <a:pt x="2967" y="2225"/>
                    <a:pt x="3000" y="2237"/>
                  </a:cubicBezTo>
                  <a:cubicBezTo>
                    <a:pt x="3121" y="2283"/>
                    <a:pt x="3218" y="2377"/>
                    <a:pt x="3267" y="2495"/>
                  </a:cubicBezTo>
                  <a:cubicBezTo>
                    <a:pt x="3471" y="2909"/>
                    <a:pt x="3338" y="3775"/>
                    <a:pt x="2880" y="5054"/>
                  </a:cubicBezTo>
                  <a:cubicBezTo>
                    <a:pt x="2737" y="5444"/>
                    <a:pt x="2683" y="5861"/>
                    <a:pt x="2722" y="6274"/>
                  </a:cubicBezTo>
                  <a:cubicBezTo>
                    <a:pt x="2725" y="6309"/>
                    <a:pt x="2744" y="6339"/>
                    <a:pt x="2775" y="6357"/>
                  </a:cubicBezTo>
                  <a:cubicBezTo>
                    <a:pt x="3264" y="6629"/>
                    <a:pt x="3797" y="6811"/>
                    <a:pt x="4349" y="6896"/>
                  </a:cubicBezTo>
                  <a:cubicBezTo>
                    <a:pt x="4356" y="6897"/>
                    <a:pt x="4362" y="6898"/>
                    <a:pt x="4368" y="6898"/>
                  </a:cubicBezTo>
                  <a:cubicBezTo>
                    <a:pt x="4396" y="6898"/>
                    <a:pt x="4424" y="6885"/>
                    <a:pt x="4443" y="6863"/>
                  </a:cubicBezTo>
                  <a:cubicBezTo>
                    <a:pt x="4465" y="6836"/>
                    <a:pt x="4474" y="6801"/>
                    <a:pt x="4465" y="6766"/>
                  </a:cubicBezTo>
                  <a:cubicBezTo>
                    <a:pt x="4236" y="5830"/>
                    <a:pt x="4461" y="4995"/>
                    <a:pt x="5045" y="4634"/>
                  </a:cubicBezTo>
                  <a:cubicBezTo>
                    <a:pt x="5245" y="4507"/>
                    <a:pt x="5481" y="4444"/>
                    <a:pt x="5736" y="4444"/>
                  </a:cubicBezTo>
                  <a:cubicBezTo>
                    <a:pt x="5978" y="4444"/>
                    <a:pt x="6237" y="4501"/>
                    <a:pt x="6501" y="4615"/>
                  </a:cubicBezTo>
                  <a:cubicBezTo>
                    <a:pt x="7099" y="4896"/>
                    <a:pt x="7601" y="5350"/>
                    <a:pt x="7938" y="5919"/>
                  </a:cubicBezTo>
                  <a:cubicBezTo>
                    <a:pt x="8399" y="6676"/>
                    <a:pt x="8579" y="7535"/>
                    <a:pt x="8399" y="8220"/>
                  </a:cubicBezTo>
                  <a:cubicBezTo>
                    <a:pt x="8392" y="8245"/>
                    <a:pt x="8395" y="8273"/>
                    <a:pt x="8408" y="8297"/>
                  </a:cubicBezTo>
                  <a:cubicBezTo>
                    <a:pt x="8426" y="8333"/>
                    <a:pt x="8463" y="8353"/>
                    <a:pt x="8501" y="8353"/>
                  </a:cubicBezTo>
                  <a:cubicBezTo>
                    <a:pt x="8519" y="8353"/>
                    <a:pt x="8536" y="8349"/>
                    <a:pt x="8552" y="8340"/>
                  </a:cubicBezTo>
                  <a:lnTo>
                    <a:pt x="9191" y="8008"/>
                  </a:lnTo>
                  <a:lnTo>
                    <a:pt x="9580" y="9056"/>
                  </a:lnTo>
                  <a:cubicBezTo>
                    <a:pt x="9598" y="9093"/>
                    <a:pt x="9636" y="9116"/>
                    <a:pt x="9676" y="9116"/>
                  </a:cubicBezTo>
                  <a:cubicBezTo>
                    <a:pt x="9680" y="9116"/>
                    <a:pt x="9683" y="9116"/>
                    <a:pt x="9687" y="9116"/>
                  </a:cubicBezTo>
                  <a:cubicBezTo>
                    <a:pt x="10415" y="9207"/>
                    <a:pt x="11182" y="9765"/>
                    <a:pt x="11685" y="10575"/>
                  </a:cubicBezTo>
                  <a:cubicBezTo>
                    <a:pt x="12044" y="11130"/>
                    <a:pt x="12227" y="11781"/>
                    <a:pt x="12214" y="12441"/>
                  </a:cubicBezTo>
                  <a:cubicBezTo>
                    <a:pt x="12188" y="13032"/>
                    <a:pt x="11947" y="13492"/>
                    <a:pt x="11548" y="13738"/>
                  </a:cubicBezTo>
                  <a:cubicBezTo>
                    <a:pt x="11338" y="13869"/>
                    <a:pt x="11100" y="13931"/>
                    <a:pt x="10848" y="13931"/>
                  </a:cubicBezTo>
                  <a:cubicBezTo>
                    <a:pt x="10094" y="13931"/>
                    <a:pt x="9223" y="13377"/>
                    <a:pt x="8654" y="12459"/>
                  </a:cubicBezTo>
                  <a:cubicBezTo>
                    <a:pt x="8421" y="12089"/>
                    <a:pt x="8259" y="11680"/>
                    <a:pt x="8174" y="11251"/>
                  </a:cubicBezTo>
                  <a:cubicBezTo>
                    <a:pt x="8168" y="11220"/>
                    <a:pt x="8149" y="11194"/>
                    <a:pt x="8121" y="11178"/>
                  </a:cubicBezTo>
                  <a:cubicBezTo>
                    <a:pt x="8106" y="11171"/>
                    <a:pt x="8088" y="11166"/>
                    <a:pt x="8070" y="11166"/>
                  </a:cubicBezTo>
                  <a:lnTo>
                    <a:pt x="8060" y="11172"/>
                  </a:lnTo>
                  <a:cubicBezTo>
                    <a:pt x="8049" y="11166"/>
                    <a:pt x="8040" y="11162"/>
                    <a:pt x="8030" y="11157"/>
                  </a:cubicBezTo>
                  <a:lnTo>
                    <a:pt x="5990" y="11979"/>
                  </a:lnTo>
                  <a:lnTo>
                    <a:pt x="5686" y="11284"/>
                  </a:lnTo>
                  <a:lnTo>
                    <a:pt x="6477" y="10935"/>
                  </a:lnTo>
                  <a:cubicBezTo>
                    <a:pt x="6528" y="10916"/>
                    <a:pt x="6554" y="10859"/>
                    <a:pt x="6536" y="10807"/>
                  </a:cubicBezTo>
                  <a:lnTo>
                    <a:pt x="6370" y="10253"/>
                  </a:lnTo>
                  <a:cubicBezTo>
                    <a:pt x="6362" y="10225"/>
                    <a:pt x="6343" y="10203"/>
                    <a:pt x="6318" y="10189"/>
                  </a:cubicBezTo>
                  <a:cubicBezTo>
                    <a:pt x="6304" y="10184"/>
                    <a:pt x="6290" y="10181"/>
                    <a:pt x="6275" y="10181"/>
                  </a:cubicBezTo>
                  <a:cubicBezTo>
                    <a:pt x="6261" y="10181"/>
                    <a:pt x="6247" y="10184"/>
                    <a:pt x="6234" y="10189"/>
                  </a:cubicBezTo>
                  <a:lnTo>
                    <a:pt x="5491" y="10440"/>
                  </a:lnTo>
                  <a:lnTo>
                    <a:pt x="5296" y="10012"/>
                  </a:lnTo>
                  <a:lnTo>
                    <a:pt x="6562" y="9362"/>
                  </a:lnTo>
                  <a:cubicBezTo>
                    <a:pt x="6599" y="9341"/>
                    <a:pt x="6621" y="9302"/>
                    <a:pt x="6620" y="9259"/>
                  </a:cubicBezTo>
                  <a:cubicBezTo>
                    <a:pt x="6617" y="9216"/>
                    <a:pt x="6587" y="9180"/>
                    <a:pt x="6545" y="9168"/>
                  </a:cubicBezTo>
                  <a:cubicBezTo>
                    <a:pt x="6472" y="9144"/>
                    <a:pt x="6402" y="9116"/>
                    <a:pt x="6332" y="9085"/>
                  </a:cubicBezTo>
                  <a:cubicBezTo>
                    <a:pt x="6321" y="9082"/>
                    <a:pt x="6310" y="9080"/>
                    <a:pt x="6298" y="9080"/>
                  </a:cubicBezTo>
                  <a:cubicBezTo>
                    <a:pt x="6287" y="9080"/>
                    <a:pt x="6275" y="9082"/>
                    <a:pt x="6264" y="9085"/>
                  </a:cubicBezTo>
                  <a:cubicBezTo>
                    <a:pt x="5922" y="9165"/>
                    <a:pt x="5591" y="9205"/>
                    <a:pt x="5275" y="9205"/>
                  </a:cubicBezTo>
                  <a:cubicBezTo>
                    <a:pt x="4350" y="9205"/>
                    <a:pt x="3546" y="8867"/>
                    <a:pt x="2944" y="8232"/>
                  </a:cubicBezTo>
                  <a:cubicBezTo>
                    <a:pt x="2557" y="7818"/>
                    <a:pt x="2287" y="7310"/>
                    <a:pt x="2161" y="6757"/>
                  </a:cubicBezTo>
                  <a:cubicBezTo>
                    <a:pt x="2155" y="6731"/>
                    <a:pt x="2138" y="6707"/>
                    <a:pt x="2116" y="6692"/>
                  </a:cubicBezTo>
                  <a:cubicBezTo>
                    <a:pt x="1164" y="6073"/>
                    <a:pt x="566" y="5240"/>
                    <a:pt x="427" y="4345"/>
                  </a:cubicBezTo>
                  <a:cubicBezTo>
                    <a:pt x="228" y="3028"/>
                    <a:pt x="344" y="1680"/>
                    <a:pt x="765" y="416"/>
                  </a:cubicBezTo>
                  <a:cubicBezTo>
                    <a:pt x="768" y="407"/>
                    <a:pt x="771" y="400"/>
                    <a:pt x="776" y="391"/>
                  </a:cubicBezTo>
                  <a:cubicBezTo>
                    <a:pt x="827" y="270"/>
                    <a:pt x="945" y="198"/>
                    <a:pt x="1069" y="198"/>
                  </a:cubicBezTo>
                  <a:close/>
                  <a:moveTo>
                    <a:pt x="1052" y="0"/>
                  </a:moveTo>
                  <a:cubicBezTo>
                    <a:pt x="836" y="0"/>
                    <a:pt x="633" y="132"/>
                    <a:pt x="552" y="346"/>
                  </a:cubicBezTo>
                  <a:cubicBezTo>
                    <a:pt x="119" y="1644"/>
                    <a:pt x="0" y="3028"/>
                    <a:pt x="203" y="4383"/>
                  </a:cubicBezTo>
                  <a:cubicBezTo>
                    <a:pt x="348" y="5325"/>
                    <a:pt x="969" y="6202"/>
                    <a:pt x="1949" y="6854"/>
                  </a:cubicBezTo>
                  <a:cubicBezTo>
                    <a:pt x="2086" y="7427"/>
                    <a:pt x="2372" y="7955"/>
                    <a:pt x="2777" y="8383"/>
                  </a:cubicBezTo>
                  <a:cubicBezTo>
                    <a:pt x="3417" y="9059"/>
                    <a:pt x="4273" y="9422"/>
                    <a:pt x="5253" y="9422"/>
                  </a:cubicBezTo>
                  <a:cubicBezTo>
                    <a:pt x="5548" y="9422"/>
                    <a:pt x="5853" y="9390"/>
                    <a:pt x="6167" y="9323"/>
                  </a:cubicBezTo>
                  <a:lnTo>
                    <a:pt x="6167" y="9323"/>
                  </a:lnTo>
                  <a:lnTo>
                    <a:pt x="5091" y="9875"/>
                  </a:lnTo>
                  <a:cubicBezTo>
                    <a:pt x="5040" y="9902"/>
                    <a:pt x="5018" y="9963"/>
                    <a:pt x="5042" y="10014"/>
                  </a:cubicBezTo>
                  <a:lnTo>
                    <a:pt x="5322" y="10626"/>
                  </a:lnTo>
                  <a:cubicBezTo>
                    <a:pt x="5339" y="10666"/>
                    <a:pt x="5377" y="10689"/>
                    <a:pt x="5418" y="10689"/>
                  </a:cubicBezTo>
                  <a:cubicBezTo>
                    <a:pt x="5429" y="10689"/>
                    <a:pt x="5440" y="10687"/>
                    <a:pt x="5451" y="10684"/>
                  </a:cubicBezTo>
                  <a:lnTo>
                    <a:pt x="6181" y="10441"/>
                  </a:lnTo>
                  <a:lnTo>
                    <a:pt x="6289" y="10798"/>
                  </a:lnTo>
                  <a:lnTo>
                    <a:pt x="5485" y="11151"/>
                  </a:lnTo>
                  <a:cubicBezTo>
                    <a:pt x="5460" y="11162"/>
                    <a:pt x="5439" y="11184"/>
                    <a:pt x="5430" y="11211"/>
                  </a:cubicBezTo>
                  <a:cubicBezTo>
                    <a:pt x="5418" y="11236"/>
                    <a:pt x="5418" y="11266"/>
                    <a:pt x="5430" y="11291"/>
                  </a:cubicBezTo>
                  <a:lnTo>
                    <a:pt x="5817" y="12182"/>
                  </a:lnTo>
                  <a:cubicBezTo>
                    <a:pt x="5835" y="12221"/>
                    <a:pt x="5873" y="12245"/>
                    <a:pt x="5914" y="12245"/>
                  </a:cubicBezTo>
                  <a:cubicBezTo>
                    <a:pt x="5927" y="12245"/>
                    <a:pt x="5941" y="12242"/>
                    <a:pt x="5954" y="12237"/>
                  </a:cubicBezTo>
                  <a:lnTo>
                    <a:pt x="7991" y="11424"/>
                  </a:lnTo>
                  <a:cubicBezTo>
                    <a:pt x="8088" y="11832"/>
                    <a:pt x="8250" y="12222"/>
                    <a:pt x="8474" y="12578"/>
                  </a:cubicBezTo>
                  <a:cubicBezTo>
                    <a:pt x="9083" y="13563"/>
                    <a:pt x="10030" y="14152"/>
                    <a:pt x="10859" y="14152"/>
                  </a:cubicBezTo>
                  <a:cubicBezTo>
                    <a:pt x="10864" y="14152"/>
                    <a:pt x="10870" y="14152"/>
                    <a:pt x="10875" y="14152"/>
                  </a:cubicBezTo>
                  <a:cubicBezTo>
                    <a:pt x="11149" y="14152"/>
                    <a:pt x="11416" y="14077"/>
                    <a:pt x="11651" y="13936"/>
                  </a:cubicBezTo>
                  <a:cubicBezTo>
                    <a:pt x="12110" y="13653"/>
                    <a:pt x="12381" y="13132"/>
                    <a:pt x="12416" y="12469"/>
                  </a:cubicBezTo>
                  <a:cubicBezTo>
                    <a:pt x="12430" y="11762"/>
                    <a:pt x="12230" y="11065"/>
                    <a:pt x="11843" y="10472"/>
                  </a:cubicBezTo>
                  <a:cubicBezTo>
                    <a:pt x="11322" y="9636"/>
                    <a:pt x="10527" y="9046"/>
                    <a:pt x="9753" y="8925"/>
                  </a:cubicBezTo>
                  <a:lnTo>
                    <a:pt x="9345" y="7822"/>
                  </a:lnTo>
                  <a:cubicBezTo>
                    <a:pt x="9336" y="7794"/>
                    <a:pt x="9313" y="7771"/>
                    <a:pt x="9285" y="7761"/>
                  </a:cubicBezTo>
                  <a:cubicBezTo>
                    <a:pt x="9272" y="7754"/>
                    <a:pt x="9257" y="7750"/>
                    <a:pt x="9242" y="7750"/>
                  </a:cubicBezTo>
                  <a:cubicBezTo>
                    <a:pt x="9227" y="7750"/>
                    <a:pt x="9212" y="7754"/>
                    <a:pt x="9199" y="7761"/>
                  </a:cubicBezTo>
                  <a:lnTo>
                    <a:pt x="8642" y="8045"/>
                  </a:lnTo>
                  <a:cubicBezTo>
                    <a:pt x="8731" y="7259"/>
                    <a:pt x="8542" y="6466"/>
                    <a:pt x="8109" y="5803"/>
                  </a:cubicBezTo>
                  <a:cubicBezTo>
                    <a:pt x="7748" y="5197"/>
                    <a:pt x="7214" y="4713"/>
                    <a:pt x="6575" y="4417"/>
                  </a:cubicBezTo>
                  <a:cubicBezTo>
                    <a:pt x="6284" y="4290"/>
                    <a:pt x="5997" y="4227"/>
                    <a:pt x="5727" y="4227"/>
                  </a:cubicBezTo>
                  <a:cubicBezTo>
                    <a:pt x="5434" y="4227"/>
                    <a:pt x="5160" y="4301"/>
                    <a:pt x="4921" y="4448"/>
                  </a:cubicBezTo>
                  <a:cubicBezTo>
                    <a:pt x="4293" y="4838"/>
                    <a:pt x="4023" y="5691"/>
                    <a:pt x="4214" y="6653"/>
                  </a:cubicBezTo>
                  <a:cubicBezTo>
                    <a:pt x="3761" y="6564"/>
                    <a:pt x="3325" y="6408"/>
                    <a:pt x="2918" y="6189"/>
                  </a:cubicBezTo>
                  <a:cubicBezTo>
                    <a:pt x="2896" y="5827"/>
                    <a:pt x="2947" y="5464"/>
                    <a:pt x="3069" y="5123"/>
                  </a:cubicBezTo>
                  <a:cubicBezTo>
                    <a:pt x="3562" y="3745"/>
                    <a:pt x="3684" y="2879"/>
                    <a:pt x="3448" y="2399"/>
                  </a:cubicBezTo>
                  <a:cubicBezTo>
                    <a:pt x="3374" y="2228"/>
                    <a:pt x="3233" y="2096"/>
                    <a:pt x="3057" y="2032"/>
                  </a:cubicBezTo>
                  <a:cubicBezTo>
                    <a:pt x="3003" y="2014"/>
                    <a:pt x="2947" y="2005"/>
                    <a:pt x="2890" y="2005"/>
                  </a:cubicBezTo>
                  <a:cubicBezTo>
                    <a:pt x="2807" y="2005"/>
                    <a:pt x="2724" y="2024"/>
                    <a:pt x="2649" y="2061"/>
                  </a:cubicBezTo>
                  <a:cubicBezTo>
                    <a:pt x="2606" y="2084"/>
                    <a:pt x="2565" y="2112"/>
                    <a:pt x="2528" y="2145"/>
                  </a:cubicBezTo>
                  <a:cubicBezTo>
                    <a:pt x="2311" y="2343"/>
                    <a:pt x="2295" y="2681"/>
                    <a:pt x="2494" y="2898"/>
                  </a:cubicBezTo>
                  <a:cubicBezTo>
                    <a:pt x="2513" y="3028"/>
                    <a:pt x="2516" y="3506"/>
                    <a:pt x="2067" y="4764"/>
                  </a:cubicBezTo>
                  <a:cubicBezTo>
                    <a:pt x="1989" y="4981"/>
                    <a:pt x="1933" y="5206"/>
                    <a:pt x="1897" y="5434"/>
                  </a:cubicBezTo>
                  <a:cubicBezTo>
                    <a:pt x="1565" y="5103"/>
                    <a:pt x="1342" y="4680"/>
                    <a:pt x="1257" y="4220"/>
                  </a:cubicBezTo>
                  <a:cubicBezTo>
                    <a:pt x="1084" y="3047"/>
                    <a:pt x="1185" y="1850"/>
                    <a:pt x="1552" y="723"/>
                  </a:cubicBezTo>
                  <a:cubicBezTo>
                    <a:pt x="1656" y="447"/>
                    <a:pt x="1516" y="139"/>
                    <a:pt x="1240" y="35"/>
                  </a:cubicBezTo>
                  <a:cubicBezTo>
                    <a:pt x="1178" y="11"/>
                    <a:pt x="1114" y="0"/>
                    <a:pt x="105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36"/>
            <p:cNvSpPr/>
            <p:nvPr/>
          </p:nvSpPr>
          <p:spPr>
            <a:xfrm>
              <a:off x="4141635" y="3197892"/>
              <a:ext cx="1060967" cy="1455960"/>
            </a:xfrm>
            <a:custGeom>
              <a:rect b="b" l="l" r="r" t="t"/>
              <a:pathLst>
                <a:path extrusionOk="0" h="31722" w="23116">
                  <a:moveTo>
                    <a:pt x="7444" y="0"/>
                  </a:moveTo>
                  <a:cubicBezTo>
                    <a:pt x="6732" y="0"/>
                    <a:pt x="6043" y="131"/>
                    <a:pt x="5394" y="403"/>
                  </a:cubicBezTo>
                  <a:lnTo>
                    <a:pt x="1" y="2465"/>
                  </a:lnTo>
                  <a:lnTo>
                    <a:pt x="1980" y="4422"/>
                  </a:lnTo>
                  <a:cubicBezTo>
                    <a:pt x="730" y="7979"/>
                    <a:pt x="1103" y="13227"/>
                    <a:pt x="3300" y="18476"/>
                  </a:cubicBezTo>
                  <a:cubicBezTo>
                    <a:pt x="5532" y="23808"/>
                    <a:pt x="9089" y="27804"/>
                    <a:pt x="12557" y="29351"/>
                  </a:cubicBezTo>
                  <a:lnTo>
                    <a:pt x="10444" y="30100"/>
                  </a:lnTo>
                  <a:lnTo>
                    <a:pt x="12250" y="31721"/>
                  </a:lnTo>
                  <a:lnTo>
                    <a:pt x="17643" y="29659"/>
                  </a:lnTo>
                  <a:cubicBezTo>
                    <a:pt x="22183" y="27765"/>
                    <a:pt x="23115" y="19674"/>
                    <a:pt x="19738" y="11594"/>
                  </a:cubicBezTo>
                  <a:cubicBezTo>
                    <a:pt x="16840" y="4670"/>
                    <a:pt x="11707" y="0"/>
                    <a:pt x="74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36"/>
            <p:cNvSpPr/>
            <p:nvPr/>
          </p:nvSpPr>
          <p:spPr>
            <a:xfrm>
              <a:off x="4136540" y="3192063"/>
              <a:ext cx="1071661" cy="1466976"/>
            </a:xfrm>
            <a:custGeom>
              <a:rect b="b" l="l" r="r" t="t"/>
              <a:pathLst>
                <a:path extrusionOk="0" h="31962" w="23349">
                  <a:moveTo>
                    <a:pt x="7574" y="228"/>
                  </a:moveTo>
                  <a:cubicBezTo>
                    <a:pt x="9273" y="228"/>
                    <a:pt x="11143" y="984"/>
                    <a:pt x="13043" y="2466"/>
                  </a:cubicBezTo>
                  <a:cubicBezTo>
                    <a:pt x="15740" y="4568"/>
                    <a:pt x="18119" y="7869"/>
                    <a:pt x="19748" y="11761"/>
                  </a:cubicBezTo>
                  <a:cubicBezTo>
                    <a:pt x="23102" y="19776"/>
                    <a:pt x="22194" y="27819"/>
                    <a:pt x="17715" y="29694"/>
                  </a:cubicBezTo>
                  <a:lnTo>
                    <a:pt x="12385" y="31731"/>
                  </a:lnTo>
                  <a:lnTo>
                    <a:pt x="10759" y="30275"/>
                  </a:lnTo>
                  <a:lnTo>
                    <a:pt x="12708" y="29585"/>
                  </a:lnTo>
                  <a:cubicBezTo>
                    <a:pt x="12736" y="29575"/>
                    <a:pt x="12757" y="29553"/>
                    <a:pt x="12769" y="29526"/>
                  </a:cubicBezTo>
                  <a:cubicBezTo>
                    <a:pt x="12790" y="29471"/>
                    <a:pt x="12763" y="29408"/>
                    <a:pt x="12708" y="29387"/>
                  </a:cubicBezTo>
                  <a:cubicBezTo>
                    <a:pt x="9162" y="27799"/>
                    <a:pt x="5627" y="23622"/>
                    <a:pt x="3507" y="18560"/>
                  </a:cubicBezTo>
                  <a:cubicBezTo>
                    <a:pt x="1388" y="13497"/>
                    <a:pt x="895" y="8271"/>
                    <a:pt x="2189" y="4583"/>
                  </a:cubicBezTo>
                  <a:cubicBezTo>
                    <a:pt x="2202" y="4544"/>
                    <a:pt x="2193" y="4501"/>
                    <a:pt x="2164" y="4473"/>
                  </a:cubicBezTo>
                  <a:lnTo>
                    <a:pt x="301" y="2633"/>
                  </a:lnTo>
                  <a:lnTo>
                    <a:pt x="5543" y="627"/>
                  </a:lnTo>
                  <a:cubicBezTo>
                    <a:pt x="6183" y="360"/>
                    <a:pt x="6864" y="228"/>
                    <a:pt x="7574" y="228"/>
                  </a:cubicBezTo>
                  <a:close/>
                  <a:moveTo>
                    <a:pt x="7564" y="1"/>
                  </a:moveTo>
                  <a:cubicBezTo>
                    <a:pt x="6829" y="1"/>
                    <a:pt x="6125" y="137"/>
                    <a:pt x="5466" y="413"/>
                  </a:cubicBezTo>
                  <a:lnTo>
                    <a:pt x="73" y="2475"/>
                  </a:lnTo>
                  <a:cubicBezTo>
                    <a:pt x="40" y="2488"/>
                    <a:pt x="15" y="2518"/>
                    <a:pt x="8" y="2554"/>
                  </a:cubicBezTo>
                  <a:cubicBezTo>
                    <a:pt x="0" y="2588"/>
                    <a:pt x="12" y="2624"/>
                    <a:pt x="37" y="2649"/>
                  </a:cubicBezTo>
                  <a:lnTo>
                    <a:pt x="1967" y="4568"/>
                  </a:lnTo>
                  <a:cubicBezTo>
                    <a:pt x="684" y="8308"/>
                    <a:pt x="1178" y="13542"/>
                    <a:pt x="3313" y="18643"/>
                  </a:cubicBezTo>
                  <a:cubicBezTo>
                    <a:pt x="5448" y="23744"/>
                    <a:pt x="8825" y="27766"/>
                    <a:pt x="12385" y="29472"/>
                  </a:cubicBezTo>
                  <a:lnTo>
                    <a:pt x="10518" y="30132"/>
                  </a:lnTo>
                  <a:cubicBezTo>
                    <a:pt x="10484" y="30145"/>
                    <a:pt x="10458" y="30175"/>
                    <a:pt x="10451" y="30212"/>
                  </a:cubicBezTo>
                  <a:cubicBezTo>
                    <a:pt x="10442" y="30249"/>
                    <a:pt x="10455" y="30288"/>
                    <a:pt x="10484" y="30312"/>
                  </a:cubicBezTo>
                  <a:lnTo>
                    <a:pt x="12291" y="31933"/>
                  </a:lnTo>
                  <a:cubicBezTo>
                    <a:pt x="12309" y="31951"/>
                    <a:pt x="12334" y="31962"/>
                    <a:pt x="12361" y="31962"/>
                  </a:cubicBezTo>
                  <a:lnTo>
                    <a:pt x="12361" y="31960"/>
                  </a:lnTo>
                  <a:lnTo>
                    <a:pt x="12400" y="31939"/>
                  </a:lnTo>
                  <a:lnTo>
                    <a:pt x="17797" y="29876"/>
                  </a:lnTo>
                  <a:cubicBezTo>
                    <a:pt x="22382" y="27956"/>
                    <a:pt x="23348" y="19787"/>
                    <a:pt x="19949" y="11663"/>
                  </a:cubicBezTo>
                  <a:cubicBezTo>
                    <a:pt x="18305" y="7737"/>
                    <a:pt x="15917" y="4419"/>
                    <a:pt x="13176" y="2280"/>
                  </a:cubicBezTo>
                  <a:cubicBezTo>
                    <a:pt x="11246" y="774"/>
                    <a:pt x="9316" y="1"/>
                    <a:pt x="756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36"/>
            <p:cNvSpPr/>
            <p:nvPr/>
          </p:nvSpPr>
          <p:spPr>
            <a:xfrm>
              <a:off x="4151640" y="3230525"/>
              <a:ext cx="983905" cy="1423236"/>
            </a:xfrm>
            <a:custGeom>
              <a:rect b="b" l="l" r="r" t="t"/>
              <a:pathLst>
                <a:path extrusionOk="0" h="31009" w="21437">
                  <a:moveTo>
                    <a:pt x="6127" y="1"/>
                  </a:moveTo>
                  <a:cubicBezTo>
                    <a:pt x="5414" y="1"/>
                    <a:pt x="4725" y="131"/>
                    <a:pt x="4075" y="404"/>
                  </a:cubicBezTo>
                  <a:lnTo>
                    <a:pt x="0" y="1960"/>
                  </a:lnTo>
                  <a:lnTo>
                    <a:pt x="1768" y="3711"/>
                  </a:lnTo>
                  <a:cubicBezTo>
                    <a:pt x="518" y="7268"/>
                    <a:pt x="892" y="12516"/>
                    <a:pt x="3088" y="17765"/>
                  </a:cubicBezTo>
                  <a:cubicBezTo>
                    <a:pt x="5322" y="23097"/>
                    <a:pt x="8879" y="27093"/>
                    <a:pt x="12345" y="28640"/>
                  </a:cubicBezTo>
                  <a:lnTo>
                    <a:pt x="10853" y="29167"/>
                  </a:lnTo>
                  <a:cubicBezTo>
                    <a:pt x="10983" y="29231"/>
                    <a:pt x="11111" y="29294"/>
                    <a:pt x="11239" y="29350"/>
                  </a:cubicBezTo>
                  <a:lnTo>
                    <a:pt x="10488" y="29617"/>
                  </a:lnTo>
                  <a:lnTo>
                    <a:pt x="12038" y="31009"/>
                  </a:lnTo>
                  <a:lnTo>
                    <a:pt x="17431" y="28947"/>
                  </a:lnTo>
                  <a:cubicBezTo>
                    <a:pt x="17506" y="28917"/>
                    <a:pt x="17577" y="28880"/>
                    <a:pt x="17646" y="28846"/>
                  </a:cubicBezTo>
                  <a:cubicBezTo>
                    <a:pt x="21008" y="26039"/>
                    <a:pt x="21436" y="18813"/>
                    <a:pt x="18418" y="11593"/>
                  </a:cubicBezTo>
                  <a:lnTo>
                    <a:pt x="18420" y="11593"/>
                  </a:lnTo>
                  <a:cubicBezTo>
                    <a:pt x="15522" y="4671"/>
                    <a:pt x="10389" y="1"/>
                    <a:pt x="61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36"/>
            <p:cNvSpPr/>
            <p:nvPr/>
          </p:nvSpPr>
          <p:spPr>
            <a:xfrm>
              <a:off x="4146362" y="3225385"/>
              <a:ext cx="992855" cy="1433654"/>
            </a:xfrm>
            <a:custGeom>
              <a:rect b="b" l="l" r="r" t="t"/>
              <a:pathLst>
                <a:path extrusionOk="0" h="31236" w="21632">
                  <a:moveTo>
                    <a:pt x="6255" y="215"/>
                  </a:moveTo>
                  <a:cubicBezTo>
                    <a:pt x="7952" y="215"/>
                    <a:pt x="9822" y="970"/>
                    <a:pt x="11723" y="2452"/>
                  </a:cubicBezTo>
                  <a:cubicBezTo>
                    <a:pt x="14418" y="4555"/>
                    <a:pt x="16799" y="7856"/>
                    <a:pt x="18428" y="11748"/>
                  </a:cubicBezTo>
                  <a:cubicBezTo>
                    <a:pt x="21392" y="18828"/>
                    <a:pt x="21084" y="26027"/>
                    <a:pt x="17698" y="28874"/>
                  </a:cubicBezTo>
                  <a:lnTo>
                    <a:pt x="17640" y="28902"/>
                  </a:lnTo>
                  <a:cubicBezTo>
                    <a:pt x="17594" y="28925"/>
                    <a:pt x="17546" y="28949"/>
                    <a:pt x="17501" y="28968"/>
                  </a:cubicBezTo>
                  <a:lnTo>
                    <a:pt x="12171" y="31005"/>
                  </a:lnTo>
                  <a:lnTo>
                    <a:pt x="10801" y="29776"/>
                  </a:lnTo>
                  <a:lnTo>
                    <a:pt x="11397" y="29564"/>
                  </a:lnTo>
                  <a:cubicBezTo>
                    <a:pt x="11425" y="29553"/>
                    <a:pt x="11447" y="29529"/>
                    <a:pt x="11459" y="29501"/>
                  </a:cubicBezTo>
                  <a:cubicBezTo>
                    <a:pt x="11479" y="29447"/>
                    <a:pt x="11450" y="29386"/>
                    <a:pt x="11397" y="29367"/>
                  </a:cubicBezTo>
                  <a:lnTo>
                    <a:pt x="11245" y="29297"/>
                  </a:lnTo>
                  <a:lnTo>
                    <a:pt x="12494" y="28853"/>
                  </a:lnTo>
                  <a:cubicBezTo>
                    <a:pt x="12522" y="28841"/>
                    <a:pt x="12543" y="28821"/>
                    <a:pt x="12555" y="28794"/>
                  </a:cubicBezTo>
                  <a:cubicBezTo>
                    <a:pt x="12576" y="28739"/>
                    <a:pt x="12549" y="28676"/>
                    <a:pt x="12494" y="28655"/>
                  </a:cubicBezTo>
                  <a:cubicBezTo>
                    <a:pt x="8948" y="27067"/>
                    <a:pt x="5413" y="22890"/>
                    <a:pt x="3293" y="17828"/>
                  </a:cubicBezTo>
                  <a:cubicBezTo>
                    <a:pt x="1172" y="12765"/>
                    <a:pt x="681" y="7538"/>
                    <a:pt x="1975" y="3851"/>
                  </a:cubicBezTo>
                  <a:cubicBezTo>
                    <a:pt x="1988" y="3812"/>
                    <a:pt x="1978" y="3769"/>
                    <a:pt x="1950" y="3739"/>
                  </a:cubicBezTo>
                  <a:lnTo>
                    <a:pt x="298" y="2106"/>
                  </a:lnTo>
                  <a:lnTo>
                    <a:pt x="4223" y="614"/>
                  </a:lnTo>
                  <a:cubicBezTo>
                    <a:pt x="4863" y="347"/>
                    <a:pt x="5544" y="215"/>
                    <a:pt x="6255" y="215"/>
                  </a:cubicBezTo>
                  <a:close/>
                  <a:moveTo>
                    <a:pt x="6249" y="1"/>
                  </a:moveTo>
                  <a:cubicBezTo>
                    <a:pt x="5514" y="1"/>
                    <a:pt x="4810" y="137"/>
                    <a:pt x="4150" y="413"/>
                  </a:cubicBezTo>
                  <a:lnTo>
                    <a:pt x="75" y="1972"/>
                  </a:lnTo>
                  <a:cubicBezTo>
                    <a:pt x="41" y="1984"/>
                    <a:pt x="15" y="2014"/>
                    <a:pt x="8" y="2050"/>
                  </a:cubicBezTo>
                  <a:cubicBezTo>
                    <a:pt x="1" y="2085"/>
                    <a:pt x="11" y="2121"/>
                    <a:pt x="36" y="2148"/>
                  </a:cubicBezTo>
                  <a:lnTo>
                    <a:pt x="1758" y="3853"/>
                  </a:lnTo>
                  <a:cubicBezTo>
                    <a:pt x="474" y="7594"/>
                    <a:pt x="968" y="12826"/>
                    <a:pt x="3104" y="17928"/>
                  </a:cubicBezTo>
                  <a:cubicBezTo>
                    <a:pt x="5237" y="23029"/>
                    <a:pt x="8616" y="27052"/>
                    <a:pt x="12176" y="28757"/>
                  </a:cubicBezTo>
                  <a:lnTo>
                    <a:pt x="10932" y="29196"/>
                  </a:lnTo>
                  <a:cubicBezTo>
                    <a:pt x="10891" y="29211"/>
                    <a:pt x="10864" y="29248"/>
                    <a:pt x="10859" y="29290"/>
                  </a:cubicBezTo>
                  <a:cubicBezTo>
                    <a:pt x="10856" y="29333"/>
                    <a:pt x="10880" y="29373"/>
                    <a:pt x="10919" y="29392"/>
                  </a:cubicBezTo>
                  <a:lnTo>
                    <a:pt x="11071" y="29467"/>
                  </a:lnTo>
                  <a:lnTo>
                    <a:pt x="10560" y="29635"/>
                  </a:lnTo>
                  <a:cubicBezTo>
                    <a:pt x="10526" y="29647"/>
                    <a:pt x="10499" y="29678"/>
                    <a:pt x="10493" y="29714"/>
                  </a:cubicBezTo>
                  <a:cubicBezTo>
                    <a:pt x="10484" y="29751"/>
                    <a:pt x="10496" y="29790"/>
                    <a:pt x="10524" y="29815"/>
                  </a:cubicBezTo>
                  <a:lnTo>
                    <a:pt x="12077" y="31207"/>
                  </a:lnTo>
                  <a:cubicBezTo>
                    <a:pt x="12095" y="31225"/>
                    <a:pt x="12120" y="31236"/>
                    <a:pt x="12147" y="31236"/>
                  </a:cubicBezTo>
                  <a:lnTo>
                    <a:pt x="12147" y="31234"/>
                  </a:lnTo>
                  <a:lnTo>
                    <a:pt x="12189" y="31228"/>
                  </a:lnTo>
                  <a:lnTo>
                    <a:pt x="17586" y="29165"/>
                  </a:lnTo>
                  <a:cubicBezTo>
                    <a:pt x="17638" y="29142"/>
                    <a:pt x="17689" y="29117"/>
                    <a:pt x="17741" y="29092"/>
                  </a:cubicBezTo>
                  <a:lnTo>
                    <a:pt x="17808" y="29060"/>
                  </a:lnTo>
                  <a:lnTo>
                    <a:pt x="17832" y="29045"/>
                  </a:lnTo>
                  <a:cubicBezTo>
                    <a:pt x="21298" y="26146"/>
                    <a:pt x="21632" y="18836"/>
                    <a:pt x="18632" y="11665"/>
                  </a:cubicBezTo>
                  <a:cubicBezTo>
                    <a:pt x="16988" y="7737"/>
                    <a:pt x="14600" y="4420"/>
                    <a:pt x="11858" y="2282"/>
                  </a:cubicBezTo>
                  <a:cubicBezTo>
                    <a:pt x="9929" y="775"/>
                    <a:pt x="8000" y="1"/>
                    <a:pt x="62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36"/>
            <p:cNvSpPr/>
            <p:nvPr/>
          </p:nvSpPr>
          <p:spPr>
            <a:xfrm>
              <a:off x="4149575" y="3255906"/>
              <a:ext cx="915976" cy="1397946"/>
            </a:xfrm>
            <a:custGeom>
              <a:rect b="b" l="l" r="r" t="t"/>
              <a:pathLst>
                <a:path extrusionOk="0" h="30458" w="19957">
                  <a:moveTo>
                    <a:pt x="4584" y="1"/>
                  </a:moveTo>
                  <a:cubicBezTo>
                    <a:pt x="3872" y="1"/>
                    <a:pt x="3184" y="131"/>
                    <a:pt x="2535" y="403"/>
                  </a:cubicBezTo>
                  <a:lnTo>
                    <a:pt x="1" y="1371"/>
                  </a:lnTo>
                  <a:lnTo>
                    <a:pt x="1807" y="3158"/>
                  </a:lnTo>
                  <a:cubicBezTo>
                    <a:pt x="557" y="6715"/>
                    <a:pt x="931" y="11963"/>
                    <a:pt x="3127" y="17212"/>
                  </a:cubicBezTo>
                  <a:cubicBezTo>
                    <a:pt x="5359" y="22544"/>
                    <a:pt x="8916" y="26540"/>
                    <a:pt x="12384" y="28087"/>
                  </a:cubicBezTo>
                  <a:lnTo>
                    <a:pt x="10271" y="28836"/>
                  </a:lnTo>
                  <a:lnTo>
                    <a:pt x="12077" y="30457"/>
                  </a:lnTo>
                  <a:lnTo>
                    <a:pt x="15954" y="28964"/>
                  </a:lnTo>
                  <a:cubicBezTo>
                    <a:pt x="19459" y="26265"/>
                    <a:pt x="19957" y="18924"/>
                    <a:pt x="16878" y="11594"/>
                  </a:cubicBezTo>
                  <a:cubicBezTo>
                    <a:pt x="13979" y="4669"/>
                    <a:pt x="8846" y="1"/>
                    <a:pt x="45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36"/>
            <p:cNvSpPr/>
            <p:nvPr/>
          </p:nvSpPr>
          <p:spPr>
            <a:xfrm>
              <a:off x="4144526" y="3250491"/>
              <a:ext cx="925294" cy="1408548"/>
            </a:xfrm>
            <a:custGeom>
              <a:rect b="b" l="l" r="r" t="t"/>
              <a:pathLst>
                <a:path extrusionOk="0" h="30689" w="20160">
                  <a:moveTo>
                    <a:pt x="4717" y="220"/>
                  </a:moveTo>
                  <a:cubicBezTo>
                    <a:pt x="6415" y="220"/>
                    <a:pt x="8291" y="975"/>
                    <a:pt x="10189" y="2457"/>
                  </a:cubicBezTo>
                  <a:cubicBezTo>
                    <a:pt x="12883" y="4561"/>
                    <a:pt x="15265" y="7862"/>
                    <a:pt x="16894" y="11752"/>
                  </a:cubicBezTo>
                  <a:cubicBezTo>
                    <a:pt x="19878" y="18878"/>
                    <a:pt x="19498" y="26290"/>
                    <a:pt x="16015" y="29006"/>
                  </a:cubicBezTo>
                  <a:lnTo>
                    <a:pt x="12211" y="30458"/>
                  </a:lnTo>
                  <a:lnTo>
                    <a:pt x="10585" y="29002"/>
                  </a:lnTo>
                  <a:lnTo>
                    <a:pt x="12542" y="28312"/>
                  </a:lnTo>
                  <a:cubicBezTo>
                    <a:pt x="12568" y="28302"/>
                    <a:pt x="12591" y="28280"/>
                    <a:pt x="12601" y="28253"/>
                  </a:cubicBezTo>
                  <a:cubicBezTo>
                    <a:pt x="12622" y="28198"/>
                    <a:pt x="12595" y="28135"/>
                    <a:pt x="12542" y="28114"/>
                  </a:cubicBezTo>
                  <a:cubicBezTo>
                    <a:pt x="8995" y="26526"/>
                    <a:pt x="5459" y="22349"/>
                    <a:pt x="3339" y="17287"/>
                  </a:cubicBezTo>
                  <a:cubicBezTo>
                    <a:pt x="1220" y="12224"/>
                    <a:pt x="727" y="6998"/>
                    <a:pt x="2021" y="3310"/>
                  </a:cubicBezTo>
                  <a:cubicBezTo>
                    <a:pt x="2034" y="3271"/>
                    <a:pt x="2025" y="3228"/>
                    <a:pt x="1996" y="3200"/>
                  </a:cubicBezTo>
                  <a:lnTo>
                    <a:pt x="307" y="1529"/>
                  </a:lnTo>
                  <a:lnTo>
                    <a:pt x="2689" y="620"/>
                  </a:lnTo>
                  <a:cubicBezTo>
                    <a:pt x="3326" y="352"/>
                    <a:pt x="4006" y="220"/>
                    <a:pt x="4717" y="220"/>
                  </a:cubicBezTo>
                  <a:close/>
                  <a:moveTo>
                    <a:pt x="4705" y="1"/>
                  </a:moveTo>
                  <a:cubicBezTo>
                    <a:pt x="3970" y="1"/>
                    <a:pt x="3266" y="137"/>
                    <a:pt x="2606" y="413"/>
                  </a:cubicBezTo>
                  <a:lnTo>
                    <a:pt x="72" y="1380"/>
                  </a:lnTo>
                  <a:cubicBezTo>
                    <a:pt x="39" y="1394"/>
                    <a:pt x="14" y="1424"/>
                    <a:pt x="6" y="1459"/>
                  </a:cubicBezTo>
                  <a:cubicBezTo>
                    <a:pt x="0" y="1495"/>
                    <a:pt x="11" y="1531"/>
                    <a:pt x="36" y="1558"/>
                  </a:cubicBezTo>
                  <a:lnTo>
                    <a:pt x="1793" y="3295"/>
                  </a:lnTo>
                  <a:cubicBezTo>
                    <a:pt x="510" y="7035"/>
                    <a:pt x="1004" y="12269"/>
                    <a:pt x="3139" y="17370"/>
                  </a:cubicBezTo>
                  <a:cubicBezTo>
                    <a:pt x="5274" y="22471"/>
                    <a:pt x="8651" y="26493"/>
                    <a:pt x="12211" y="28199"/>
                  </a:cubicBezTo>
                  <a:lnTo>
                    <a:pt x="10344" y="28859"/>
                  </a:lnTo>
                  <a:cubicBezTo>
                    <a:pt x="10310" y="28872"/>
                    <a:pt x="10284" y="28902"/>
                    <a:pt x="10277" y="28939"/>
                  </a:cubicBezTo>
                  <a:cubicBezTo>
                    <a:pt x="10268" y="28976"/>
                    <a:pt x="10281" y="29015"/>
                    <a:pt x="10310" y="29039"/>
                  </a:cubicBezTo>
                  <a:lnTo>
                    <a:pt x="12117" y="30660"/>
                  </a:lnTo>
                  <a:cubicBezTo>
                    <a:pt x="12135" y="30678"/>
                    <a:pt x="12160" y="30689"/>
                    <a:pt x="12187" y="30689"/>
                  </a:cubicBezTo>
                  <a:lnTo>
                    <a:pt x="12187" y="30687"/>
                  </a:lnTo>
                  <a:lnTo>
                    <a:pt x="12226" y="30675"/>
                  </a:lnTo>
                  <a:lnTo>
                    <a:pt x="16100" y="29192"/>
                  </a:lnTo>
                  <a:lnTo>
                    <a:pt x="16128" y="29177"/>
                  </a:lnTo>
                  <a:cubicBezTo>
                    <a:pt x="19756" y="26368"/>
                    <a:pt x="20159" y="19002"/>
                    <a:pt x="17086" y="11663"/>
                  </a:cubicBezTo>
                  <a:cubicBezTo>
                    <a:pt x="15444" y="7738"/>
                    <a:pt x="13055" y="4419"/>
                    <a:pt x="10316" y="2280"/>
                  </a:cubicBezTo>
                  <a:cubicBezTo>
                    <a:pt x="8385" y="774"/>
                    <a:pt x="6456" y="1"/>
                    <a:pt x="47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36"/>
            <p:cNvSpPr/>
            <p:nvPr/>
          </p:nvSpPr>
          <p:spPr>
            <a:xfrm>
              <a:off x="4152513" y="3284960"/>
              <a:ext cx="844514" cy="1368893"/>
            </a:xfrm>
            <a:custGeom>
              <a:rect b="b" l="l" r="r" t="t"/>
              <a:pathLst>
                <a:path extrusionOk="0" h="29825" w="18400">
                  <a:moveTo>
                    <a:pt x="3098" y="0"/>
                  </a:moveTo>
                  <a:cubicBezTo>
                    <a:pt x="2385" y="0"/>
                    <a:pt x="1697" y="131"/>
                    <a:pt x="1047" y="403"/>
                  </a:cubicBezTo>
                  <a:lnTo>
                    <a:pt x="1" y="802"/>
                  </a:lnTo>
                  <a:lnTo>
                    <a:pt x="1743" y="2525"/>
                  </a:lnTo>
                  <a:cubicBezTo>
                    <a:pt x="493" y="6082"/>
                    <a:pt x="866" y="11330"/>
                    <a:pt x="3063" y="16579"/>
                  </a:cubicBezTo>
                  <a:cubicBezTo>
                    <a:pt x="5295" y="21911"/>
                    <a:pt x="8852" y="25907"/>
                    <a:pt x="12320" y="27456"/>
                  </a:cubicBezTo>
                  <a:lnTo>
                    <a:pt x="10207" y="28203"/>
                  </a:lnTo>
                  <a:lnTo>
                    <a:pt x="12013" y="29824"/>
                  </a:lnTo>
                  <a:lnTo>
                    <a:pt x="14659" y="28813"/>
                  </a:lnTo>
                  <a:cubicBezTo>
                    <a:pt x="17987" y="25983"/>
                    <a:pt x="18399" y="18786"/>
                    <a:pt x="15390" y="11592"/>
                  </a:cubicBezTo>
                  <a:lnTo>
                    <a:pt x="15392" y="11592"/>
                  </a:lnTo>
                  <a:cubicBezTo>
                    <a:pt x="12493" y="4670"/>
                    <a:pt x="7360" y="0"/>
                    <a:pt x="309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36"/>
            <p:cNvSpPr/>
            <p:nvPr/>
          </p:nvSpPr>
          <p:spPr>
            <a:xfrm>
              <a:off x="4147097" y="3279865"/>
              <a:ext cx="853326" cy="1379174"/>
            </a:xfrm>
            <a:custGeom>
              <a:rect b="b" l="l" r="r" t="t"/>
              <a:pathLst>
                <a:path extrusionOk="0" h="30049" w="18592">
                  <a:moveTo>
                    <a:pt x="3209" y="218"/>
                  </a:moveTo>
                  <a:cubicBezTo>
                    <a:pt x="7427" y="218"/>
                    <a:pt x="12525" y="4872"/>
                    <a:pt x="15402" y="11745"/>
                  </a:cubicBezTo>
                  <a:cubicBezTo>
                    <a:pt x="18349" y="18786"/>
                    <a:pt x="18057" y="25969"/>
                    <a:pt x="14713" y="28837"/>
                  </a:cubicBezTo>
                  <a:lnTo>
                    <a:pt x="12155" y="29818"/>
                  </a:lnTo>
                  <a:lnTo>
                    <a:pt x="10529" y="28362"/>
                  </a:lnTo>
                  <a:lnTo>
                    <a:pt x="12472" y="27672"/>
                  </a:lnTo>
                  <a:cubicBezTo>
                    <a:pt x="12499" y="27662"/>
                    <a:pt x="12521" y="27640"/>
                    <a:pt x="12532" y="27613"/>
                  </a:cubicBezTo>
                  <a:cubicBezTo>
                    <a:pt x="12554" y="27558"/>
                    <a:pt x="12527" y="27495"/>
                    <a:pt x="12472" y="27474"/>
                  </a:cubicBezTo>
                  <a:cubicBezTo>
                    <a:pt x="8926" y="25886"/>
                    <a:pt x="5389" y="21709"/>
                    <a:pt x="3271" y="16647"/>
                  </a:cubicBezTo>
                  <a:cubicBezTo>
                    <a:pt x="1150" y="11584"/>
                    <a:pt x="658" y="6358"/>
                    <a:pt x="1953" y="2670"/>
                  </a:cubicBezTo>
                  <a:cubicBezTo>
                    <a:pt x="1966" y="2631"/>
                    <a:pt x="1956" y="2588"/>
                    <a:pt x="1928" y="2560"/>
                  </a:cubicBezTo>
                  <a:lnTo>
                    <a:pt x="305" y="953"/>
                  </a:lnTo>
                  <a:lnTo>
                    <a:pt x="1198" y="612"/>
                  </a:lnTo>
                  <a:cubicBezTo>
                    <a:pt x="1835" y="346"/>
                    <a:pt x="2510" y="218"/>
                    <a:pt x="3209" y="218"/>
                  </a:cubicBezTo>
                  <a:close/>
                  <a:moveTo>
                    <a:pt x="3205" y="0"/>
                  </a:moveTo>
                  <a:cubicBezTo>
                    <a:pt x="2483" y="0"/>
                    <a:pt x="1785" y="133"/>
                    <a:pt x="1127" y="408"/>
                  </a:cubicBezTo>
                  <a:lnTo>
                    <a:pt x="83" y="806"/>
                  </a:lnTo>
                  <a:cubicBezTo>
                    <a:pt x="66" y="812"/>
                    <a:pt x="53" y="821"/>
                    <a:pt x="41" y="833"/>
                  </a:cubicBezTo>
                  <a:cubicBezTo>
                    <a:pt x="1" y="874"/>
                    <a:pt x="1" y="943"/>
                    <a:pt x="44" y="983"/>
                  </a:cubicBezTo>
                  <a:lnTo>
                    <a:pt x="1737" y="2655"/>
                  </a:lnTo>
                  <a:cubicBezTo>
                    <a:pt x="454" y="6395"/>
                    <a:pt x="948" y="11629"/>
                    <a:pt x="3083" y="16730"/>
                  </a:cubicBezTo>
                  <a:cubicBezTo>
                    <a:pt x="5218" y="21831"/>
                    <a:pt x="8595" y="25853"/>
                    <a:pt x="12155" y="27559"/>
                  </a:cubicBezTo>
                  <a:lnTo>
                    <a:pt x="10288" y="28219"/>
                  </a:lnTo>
                  <a:cubicBezTo>
                    <a:pt x="10254" y="28232"/>
                    <a:pt x="10228" y="28262"/>
                    <a:pt x="10221" y="28299"/>
                  </a:cubicBezTo>
                  <a:cubicBezTo>
                    <a:pt x="10212" y="28336"/>
                    <a:pt x="10225" y="28375"/>
                    <a:pt x="10254" y="28399"/>
                  </a:cubicBezTo>
                  <a:lnTo>
                    <a:pt x="12061" y="30020"/>
                  </a:lnTo>
                  <a:cubicBezTo>
                    <a:pt x="12079" y="30038"/>
                    <a:pt x="12104" y="30049"/>
                    <a:pt x="12131" y="30049"/>
                  </a:cubicBezTo>
                  <a:lnTo>
                    <a:pt x="12131" y="30047"/>
                  </a:lnTo>
                  <a:lnTo>
                    <a:pt x="12170" y="30035"/>
                  </a:lnTo>
                  <a:lnTo>
                    <a:pt x="14814" y="29024"/>
                  </a:lnTo>
                  <a:cubicBezTo>
                    <a:pt x="14826" y="29020"/>
                    <a:pt x="14837" y="29014"/>
                    <a:pt x="14846" y="29005"/>
                  </a:cubicBezTo>
                  <a:cubicBezTo>
                    <a:pt x="18273" y="26085"/>
                    <a:pt x="18592" y="18791"/>
                    <a:pt x="15606" y="11657"/>
                  </a:cubicBezTo>
                  <a:cubicBezTo>
                    <a:pt x="12703" y="4700"/>
                    <a:pt x="7514" y="0"/>
                    <a:pt x="3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36"/>
            <p:cNvSpPr/>
            <p:nvPr/>
          </p:nvSpPr>
          <p:spPr>
            <a:xfrm>
              <a:off x="3938951" y="3292992"/>
              <a:ext cx="967106" cy="1379817"/>
            </a:xfrm>
            <a:custGeom>
              <a:rect b="b" l="l" r="r" t="t"/>
              <a:pathLst>
                <a:path extrusionOk="0" h="30063" w="21071">
                  <a:moveTo>
                    <a:pt x="6455" y="0"/>
                  </a:moveTo>
                  <a:cubicBezTo>
                    <a:pt x="5737" y="0"/>
                    <a:pt x="5051" y="132"/>
                    <a:pt x="4412" y="399"/>
                  </a:cubicBezTo>
                  <a:cubicBezTo>
                    <a:pt x="2233" y="1312"/>
                    <a:pt x="787" y="3729"/>
                    <a:pt x="394" y="7117"/>
                  </a:cubicBezTo>
                  <a:cubicBezTo>
                    <a:pt x="1" y="10506"/>
                    <a:pt x="693" y="14590"/>
                    <a:pt x="2317" y="18472"/>
                  </a:cubicBezTo>
                  <a:cubicBezTo>
                    <a:pt x="3940" y="22352"/>
                    <a:pt x="6364" y="25711"/>
                    <a:pt x="9055" y="27811"/>
                  </a:cubicBezTo>
                  <a:cubicBezTo>
                    <a:pt x="10956" y="29295"/>
                    <a:pt x="12882" y="30063"/>
                    <a:pt x="14617" y="30063"/>
                  </a:cubicBezTo>
                  <a:cubicBezTo>
                    <a:pt x="15336" y="30063"/>
                    <a:pt x="16022" y="29931"/>
                    <a:pt x="16660" y="29664"/>
                  </a:cubicBezTo>
                  <a:cubicBezTo>
                    <a:pt x="18840" y="28752"/>
                    <a:pt x="20284" y="26335"/>
                    <a:pt x="20677" y="22946"/>
                  </a:cubicBezTo>
                  <a:cubicBezTo>
                    <a:pt x="21071" y="19556"/>
                    <a:pt x="20380" y="15473"/>
                    <a:pt x="18755" y="11592"/>
                  </a:cubicBezTo>
                  <a:cubicBezTo>
                    <a:pt x="17131" y="7711"/>
                    <a:pt x="14707" y="4352"/>
                    <a:pt x="12018" y="2253"/>
                  </a:cubicBezTo>
                  <a:cubicBezTo>
                    <a:pt x="10115" y="769"/>
                    <a:pt x="8191" y="0"/>
                    <a:pt x="64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36"/>
            <p:cNvSpPr/>
            <p:nvPr/>
          </p:nvSpPr>
          <p:spPr>
            <a:xfrm>
              <a:off x="3934178" y="3287438"/>
              <a:ext cx="1026498" cy="1390189"/>
            </a:xfrm>
            <a:custGeom>
              <a:rect b="b" l="l" r="r" t="t"/>
              <a:pathLst>
                <a:path extrusionOk="0" h="30289" w="22365">
                  <a:moveTo>
                    <a:pt x="6582" y="215"/>
                  </a:moveTo>
                  <a:cubicBezTo>
                    <a:pt x="8285" y="215"/>
                    <a:pt x="10170" y="974"/>
                    <a:pt x="12065" y="2446"/>
                  </a:cubicBezTo>
                  <a:cubicBezTo>
                    <a:pt x="14762" y="4548"/>
                    <a:pt x="17141" y="7850"/>
                    <a:pt x="18770" y="11741"/>
                  </a:cubicBezTo>
                  <a:cubicBezTo>
                    <a:pt x="22124" y="19756"/>
                    <a:pt x="21212" y="27799"/>
                    <a:pt x="16735" y="29674"/>
                  </a:cubicBezTo>
                  <a:cubicBezTo>
                    <a:pt x="16095" y="29941"/>
                    <a:pt x="15414" y="30074"/>
                    <a:pt x="14703" y="30074"/>
                  </a:cubicBezTo>
                  <a:cubicBezTo>
                    <a:pt x="13005" y="30074"/>
                    <a:pt x="11136" y="29318"/>
                    <a:pt x="9236" y="27836"/>
                  </a:cubicBezTo>
                  <a:cubicBezTo>
                    <a:pt x="6540" y="25732"/>
                    <a:pt x="4162" y="22434"/>
                    <a:pt x="2529" y="18539"/>
                  </a:cubicBezTo>
                  <a:cubicBezTo>
                    <a:pt x="895" y="14646"/>
                    <a:pt x="219" y="10611"/>
                    <a:pt x="609" y="7237"/>
                  </a:cubicBezTo>
                  <a:cubicBezTo>
                    <a:pt x="1000" y="3864"/>
                    <a:pt x="2404" y="1509"/>
                    <a:pt x="4561" y="605"/>
                  </a:cubicBezTo>
                  <a:cubicBezTo>
                    <a:pt x="5186" y="350"/>
                    <a:pt x="5852" y="219"/>
                    <a:pt x="6526" y="219"/>
                  </a:cubicBezTo>
                  <a:cubicBezTo>
                    <a:pt x="6544" y="219"/>
                    <a:pt x="6563" y="219"/>
                    <a:pt x="6582" y="220"/>
                  </a:cubicBezTo>
                  <a:lnTo>
                    <a:pt x="6582" y="215"/>
                  </a:lnTo>
                  <a:close/>
                  <a:moveTo>
                    <a:pt x="6583" y="0"/>
                  </a:moveTo>
                  <a:cubicBezTo>
                    <a:pt x="5847" y="0"/>
                    <a:pt x="5142" y="137"/>
                    <a:pt x="4481" y="413"/>
                  </a:cubicBezTo>
                  <a:cubicBezTo>
                    <a:pt x="2247" y="1348"/>
                    <a:pt x="794" y="3787"/>
                    <a:pt x="397" y="7219"/>
                  </a:cubicBezTo>
                  <a:cubicBezTo>
                    <a:pt x="0" y="10650"/>
                    <a:pt x="676" y="14699"/>
                    <a:pt x="2329" y="18626"/>
                  </a:cubicBezTo>
                  <a:cubicBezTo>
                    <a:pt x="3982" y="22551"/>
                    <a:pt x="6376" y="25875"/>
                    <a:pt x="9099" y="28009"/>
                  </a:cubicBezTo>
                  <a:cubicBezTo>
                    <a:pt x="11029" y="29514"/>
                    <a:pt x="12960" y="30289"/>
                    <a:pt x="14710" y="30289"/>
                  </a:cubicBezTo>
                  <a:cubicBezTo>
                    <a:pt x="14717" y="30289"/>
                    <a:pt x="14725" y="30289"/>
                    <a:pt x="14732" y="30289"/>
                  </a:cubicBezTo>
                  <a:cubicBezTo>
                    <a:pt x="15447" y="30289"/>
                    <a:pt x="16153" y="30149"/>
                    <a:pt x="16813" y="29875"/>
                  </a:cubicBezTo>
                  <a:cubicBezTo>
                    <a:pt x="21398" y="27955"/>
                    <a:pt x="22364" y="19786"/>
                    <a:pt x="18965" y="11662"/>
                  </a:cubicBezTo>
                  <a:cubicBezTo>
                    <a:pt x="17321" y="7737"/>
                    <a:pt x="14931" y="4418"/>
                    <a:pt x="12192" y="2279"/>
                  </a:cubicBezTo>
                  <a:cubicBezTo>
                    <a:pt x="10263" y="773"/>
                    <a:pt x="8335" y="0"/>
                    <a:pt x="65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36"/>
            <p:cNvSpPr/>
            <p:nvPr/>
          </p:nvSpPr>
          <p:spPr>
            <a:xfrm>
              <a:off x="4923315" y="3906733"/>
              <a:ext cx="79035" cy="388568"/>
            </a:xfrm>
            <a:custGeom>
              <a:rect b="b" l="l" r="r" t="t"/>
              <a:pathLst>
                <a:path extrusionOk="0" h="8466" w="1722">
                  <a:moveTo>
                    <a:pt x="240" y="1"/>
                  </a:moveTo>
                  <a:cubicBezTo>
                    <a:pt x="219" y="1"/>
                    <a:pt x="197" y="4"/>
                    <a:pt x="176" y="11"/>
                  </a:cubicBezTo>
                  <a:cubicBezTo>
                    <a:pt x="63" y="45"/>
                    <a:pt x="0" y="164"/>
                    <a:pt x="34" y="276"/>
                  </a:cubicBezTo>
                  <a:cubicBezTo>
                    <a:pt x="903" y="3036"/>
                    <a:pt x="1284" y="5789"/>
                    <a:pt x="1139" y="8240"/>
                  </a:cubicBezTo>
                  <a:cubicBezTo>
                    <a:pt x="1132" y="8358"/>
                    <a:pt x="1221" y="8459"/>
                    <a:pt x="1340" y="8465"/>
                  </a:cubicBezTo>
                  <a:lnTo>
                    <a:pt x="1352" y="8465"/>
                  </a:lnTo>
                  <a:cubicBezTo>
                    <a:pt x="1353" y="8465"/>
                    <a:pt x="1354" y="8465"/>
                    <a:pt x="1355" y="8465"/>
                  </a:cubicBezTo>
                  <a:cubicBezTo>
                    <a:pt x="1467" y="8465"/>
                    <a:pt x="1559" y="8378"/>
                    <a:pt x="1565" y="8266"/>
                  </a:cubicBezTo>
                  <a:cubicBezTo>
                    <a:pt x="1721" y="5764"/>
                    <a:pt x="1325" y="2957"/>
                    <a:pt x="442" y="149"/>
                  </a:cubicBezTo>
                  <a:cubicBezTo>
                    <a:pt x="414" y="59"/>
                    <a:pt x="330" y="1"/>
                    <a:pt x="2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36"/>
            <p:cNvSpPr/>
            <p:nvPr/>
          </p:nvSpPr>
          <p:spPr>
            <a:xfrm>
              <a:off x="4989867" y="3880801"/>
              <a:ext cx="78577" cy="387742"/>
            </a:xfrm>
            <a:custGeom>
              <a:rect b="b" l="l" r="r" t="t"/>
              <a:pathLst>
                <a:path extrusionOk="0" h="8448" w="1712">
                  <a:moveTo>
                    <a:pt x="235" y="0"/>
                  </a:moveTo>
                  <a:cubicBezTo>
                    <a:pt x="219" y="0"/>
                    <a:pt x="204" y="2"/>
                    <a:pt x="188" y="6"/>
                  </a:cubicBezTo>
                  <a:cubicBezTo>
                    <a:pt x="73" y="31"/>
                    <a:pt x="0" y="144"/>
                    <a:pt x="26" y="259"/>
                  </a:cubicBezTo>
                  <a:cubicBezTo>
                    <a:pt x="894" y="3019"/>
                    <a:pt x="1276" y="5772"/>
                    <a:pt x="1129" y="8223"/>
                  </a:cubicBezTo>
                  <a:cubicBezTo>
                    <a:pt x="1122" y="8341"/>
                    <a:pt x="1211" y="8442"/>
                    <a:pt x="1329" y="8448"/>
                  </a:cubicBezTo>
                  <a:lnTo>
                    <a:pt x="1342" y="8448"/>
                  </a:lnTo>
                  <a:cubicBezTo>
                    <a:pt x="1455" y="8448"/>
                    <a:pt x="1549" y="8360"/>
                    <a:pt x="1555" y="8248"/>
                  </a:cubicBezTo>
                  <a:cubicBezTo>
                    <a:pt x="1711" y="5747"/>
                    <a:pt x="1317" y="2937"/>
                    <a:pt x="431" y="132"/>
                  </a:cubicBezTo>
                  <a:cubicBezTo>
                    <a:pt x="398" y="50"/>
                    <a:pt x="320" y="0"/>
                    <a:pt x="2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36"/>
            <p:cNvSpPr/>
            <p:nvPr/>
          </p:nvSpPr>
          <p:spPr>
            <a:xfrm>
              <a:off x="5055454" y="3853171"/>
              <a:ext cx="79127" cy="388660"/>
            </a:xfrm>
            <a:custGeom>
              <a:rect b="b" l="l" r="r" t="t"/>
              <a:pathLst>
                <a:path extrusionOk="0" h="8468" w="1724">
                  <a:moveTo>
                    <a:pt x="240" y="0"/>
                  </a:moveTo>
                  <a:cubicBezTo>
                    <a:pt x="219" y="0"/>
                    <a:pt x="197" y="4"/>
                    <a:pt x="175" y="11"/>
                  </a:cubicBezTo>
                  <a:lnTo>
                    <a:pt x="174" y="11"/>
                  </a:lnTo>
                  <a:cubicBezTo>
                    <a:pt x="62" y="46"/>
                    <a:pt x="1" y="167"/>
                    <a:pt x="37" y="279"/>
                  </a:cubicBezTo>
                  <a:cubicBezTo>
                    <a:pt x="905" y="3036"/>
                    <a:pt x="1286" y="5789"/>
                    <a:pt x="1141" y="8241"/>
                  </a:cubicBezTo>
                  <a:cubicBezTo>
                    <a:pt x="1134" y="8359"/>
                    <a:pt x="1222" y="8460"/>
                    <a:pt x="1339" y="8468"/>
                  </a:cubicBezTo>
                  <a:lnTo>
                    <a:pt x="1353" y="8468"/>
                  </a:lnTo>
                  <a:cubicBezTo>
                    <a:pt x="1466" y="8468"/>
                    <a:pt x="1558" y="8380"/>
                    <a:pt x="1566" y="8268"/>
                  </a:cubicBezTo>
                  <a:cubicBezTo>
                    <a:pt x="1724" y="5764"/>
                    <a:pt x="1327" y="2957"/>
                    <a:pt x="445" y="150"/>
                  </a:cubicBezTo>
                  <a:cubicBezTo>
                    <a:pt x="443" y="150"/>
                    <a:pt x="443" y="149"/>
                    <a:pt x="443" y="149"/>
                  </a:cubicBezTo>
                  <a:cubicBezTo>
                    <a:pt x="414" y="58"/>
                    <a:pt x="330" y="0"/>
                    <a:pt x="2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36"/>
            <p:cNvSpPr/>
            <p:nvPr/>
          </p:nvSpPr>
          <p:spPr>
            <a:xfrm>
              <a:off x="4858737" y="3922430"/>
              <a:ext cx="79081" cy="388614"/>
            </a:xfrm>
            <a:custGeom>
              <a:rect b="b" l="l" r="r" t="t"/>
              <a:pathLst>
                <a:path extrusionOk="0" h="8467" w="1723">
                  <a:moveTo>
                    <a:pt x="239" y="0"/>
                  </a:moveTo>
                  <a:cubicBezTo>
                    <a:pt x="218" y="0"/>
                    <a:pt x="197" y="3"/>
                    <a:pt x="176" y="10"/>
                  </a:cubicBezTo>
                  <a:cubicBezTo>
                    <a:pt x="63" y="46"/>
                    <a:pt x="0" y="166"/>
                    <a:pt x="36" y="278"/>
                  </a:cubicBezTo>
                  <a:cubicBezTo>
                    <a:pt x="904" y="3035"/>
                    <a:pt x="1285" y="5790"/>
                    <a:pt x="1141" y="8241"/>
                  </a:cubicBezTo>
                  <a:lnTo>
                    <a:pt x="1141" y="8242"/>
                  </a:lnTo>
                  <a:cubicBezTo>
                    <a:pt x="1133" y="8358"/>
                    <a:pt x="1224" y="8460"/>
                    <a:pt x="1342" y="8467"/>
                  </a:cubicBezTo>
                  <a:lnTo>
                    <a:pt x="1354" y="8467"/>
                  </a:lnTo>
                  <a:cubicBezTo>
                    <a:pt x="1467" y="8467"/>
                    <a:pt x="1561" y="8379"/>
                    <a:pt x="1568" y="8266"/>
                  </a:cubicBezTo>
                  <a:cubicBezTo>
                    <a:pt x="1723" y="5763"/>
                    <a:pt x="1327" y="2956"/>
                    <a:pt x="444" y="150"/>
                  </a:cubicBezTo>
                  <a:cubicBezTo>
                    <a:pt x="415" y="59"/>
                    <a:pt x="330" y="0"/>
                    <a:pt x="2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36"/>
            <p:cNvSpPr/>
            <p:nvPr/>
          </p:nvSpPr>
          <p:spPr>
            <a:xfrm>
              <a:off x="4167842" y="3652828"/>
              <a:ext cx="486100" cy="660098"/>
            </a:xfrm>
            <a:custGeom>
              <a:rect b="b" l="l" r="r" t="t"/>
              <a:pathLst>
                <a:path extrusionOk="0" h="14382" w="10591">
                  <a:moveTo>
                    <a:pt x="3599" y="1"/>
                  </a:moveTo>
                  <a:cubicBezTo>
                    <a:pt x="3255" y="1"/>
                    <a:pt x="2927" y="64"/>
                    <a:pt x="2622" y="192"/>
                  </a:cubicBezTo>
                  <a:cubicBezTo>
                    <a:pt x="450" y="1101"/>
                    <a:pt x="0" y="4971"/>
                    <a:pt x="1619" y="8838"/>
                  </a:cubicBezTo>
                  <a:cubicBezTo>
                    <a:pt x="2396" y="10693"/>
                    <a:pt x="3554" y="12301"/>
                    <a:pt x="4842" y="13305"/>
                  </a:cubicBezTo>
                  <a:cubicBezTo>
                    <a:pt x="5752" y="14014"/>
                    <a:pt x="6672" y="14381"/>
                    <a:pt x="7502" y="14381"/>
                  </a:cubicBezTo>
                  <a:cubicBezTo>
                    <a:pt x="7846" y="14381"/>
                    <a:pt x="8174" y="14318"/>
                    <a:pt x="8480" y="14191"/>
                  </a:cubicBezTo>
                  <a:cubicBezTo>
                    <a:pt x="9523" y="13754"/>
                    <a:pt x="10214" y="12599"/>
                    <a:pt x="10403" y="10977"/>
                  </a:cubicBezTo>
                  <a:cubicBezTo>
                    <a:pt x="10591" y="9356"/>
                    <a:pt x="10260" y="7403"/>
                    <a:pt x="9483" y="5546"/>
                  </a:cubicBezTo>
                  <a:cubicBezTo>
                    <a:pt x="8706" y="3689"/>
                    <a:pt x="7548" y="2083"/>
                    <a:pt x="6260" y="1079"/>
                  </a:cubicBezTo>
                  <a:cubicBezTo>
                    <a:pt x="5350" y="368"/>
                    <a:pt x="4429" y="1"/>
                    <a:pt x="359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36"/>
            <p:cNvSpPr/>
            <p:nvPr/>
          </p:nvSpPr>
          <p:spPr>
            <a:xfrm>
              <a:off x="4162610" y="3647550"/>
              <a:ext cx="520661" cy="669874"/>
            </a:xfrm>
            <a:custGeom>
              <a:rect b="b" l="l" r="r" t="t"/>
              <a:pathLst>
                <a:path extrusionOk="0" h="14595" w="11344">
                  <a:moveTo>
                    <a:pt x="3712" y="223"/>
                  </a:moveTo>
                  <a:cubicBezTo>
                    <a:pt x="3716" y="223"/>
                    <a:pt x="3720" y="223"/>
                    <a:pt x="3723" y="223"/>
                  </a:cubicBezTo>
                  <a:cubicBezTo>
                    <a:pt x="4532" y="223"/>
                    <a:pt x="5416" y="573"/>
                    <a:pt x="6304" y="1280"/>
                  </a:cubicBezTo>
                  <a:cubicBezTo>
                    <a:pt x="7595" y="2281"/>
                    <a:pt x="8726" y="3853"/>
                    <a:pt x="9503" y="5705"/>
                  </a:cubicBezTo>
                  <a:cubicBezTo>
                    <a:pt x="11096" y="9519"/>
                    <a:pt x="10672" y="13321"/>
                    <a:pt x="8558" y="14210"/>
                  </a:cubicBezTo>
                  <a:cubicBezTo>
                    <a:pt x="8258" y="14337"/>
                    <a:pt x="7939" y="14397"/>
                    <a:pt x="7610" y="14397"/>
                  </a:cubicBezTo>
                  <a:cubicBezTo>
                    <a:pt x="5617" y="14397"/>
                    <a:pt x="3204" y="12188"/>
                    <a:pt x="1837" y="8916"/>
                  </a:cubicBezTo>
                  <a:cubicBezTo>
                    <a:pt x="244" y="5101"/>
                    <a:pt x="667" y="1294"/>
                    <a:pt x="2781" y="409"/>
                  </a:cubicBezTo>
                  <a:cubicBezTo>
                    <a:pt x="3077" y="286"/>
                    <a:pt x="3393" y="223"/>
                    <a:pt x="3712" y="223"/>
                  </a:cubicBezTo>
                  <a:close/>
                  <a:moveTo>
                    <a:pt x="3733" y="0"/>
                  </a:moveTo>
                  <a:cubicBezTo>
                    <a:pt x="3373" y="0"/>
                    <a:pt x="3028" y="67"/>
                    <a:pt x="2705" y="202"/>
                  </a:cubicBezTo>
                  <a:cubicBezTo>
                    <a:pt x="476" y="1131"/>
                    <a:pt x="1" y="5073"/>
                    <a:pt x="1639" y="8986"/>
                  </a:cubicBezTo>
                  <a:cubicBezTo>
                    <a:pt x="3041" y="12334"/>
                    <a:pt x="5543" y="14594"/>
                    <a:pt x="7629" y="14594"/>
                  </a:cubicBezTo>
                  <a:cubicBezTo>
                    <a:pt x="7636" y="14595"/>
                    <a:pt x="7643" y="14595"/>
                    <a:pt x="7650" y="14595"/>
                  </a:cubicBezTo>
                  <a:cubicBezTo>
                    <a:pt x="7990" y="14595"/>
                    <a:pt x="8325" y="14526"/>
                    <a:pt x="8638" y="14396"/>
                  </a:cubicBezTo>
                  <a:cubicBezTo>
                    <a:pt x="10870" y="13466"/>
                    <a:pt x="11344" y="9526"/>
                    <a:pt x="9706" y="5612"/>
                  </a:cubicBezTo>
                  <a:cubicBezTo>
                    <a:pt x="8917" y="3725"/>
                    <a:pt x="7775" y="2138"/>
                    <a:pt x="6450" y="1102"/>
                  </a:cubicBezTo>
                  <a:cubicBezTo>
                    <a:pt x="5517" y="374"/>
                    <a:pt x="4583" y="0"/>
                    <a:pt x="373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36"/>
            <p:cNvSpPr/>
            <p:nvPr/>
          </p:nvSpPr>
          <p:spPr>
            <a:xfrm>
              <a:off x="4262529" y="3736729"/>
              <a:ext cx="379894" cy="492297"/>
            </a:xfrm>
            <a:custGeom>
              <a:rect b="b" l="l" r="r" t="t"/>
              <a:pathLst>
                <a:path extrusionOk="0" h="10726" w="8277">
                  <a:moveTo>
                    <a:pt x="2686" y="1"/>
                  </a:moveTo>
                  <a:cubicBezTo>
                    <a:pt x="2432" y="1"/>
                    <a:pt x="2186" y="47"/>
                    <a:pt x="1954" y="144"/>
                  </a:cubicBezTo>
                  <a:cubicBezTo>
                    <a:pt x="336" y="822"/>
                    <a:pt x="1" y="3707"/>
                    <a:pt x="1208" y="6590"/>
                  </a:cubicBezTo>
                  <a:cubicBezTo>
                    <a:pt x="2242" y="9060"/>
                    <a:pt x="4071" y="10725"/>
                    <a:pt x="5592" y="10725"/>
                  </a:cubicBezTo>
                  <a:cubicBezTo>
                    <a:pt x="5846" y="10725"/>
                    <a:pt x="6091" y="10679"/>
                    <a:pt x="6323" y="10582"/>
                  </a:cubicBezTo>
                  <a:cubicBezTo>
                    <a:pt x="7941" y="9904"/>
                    <a:pt x="8276" y="7019"/>
                    <a:pt x="7070" y="4136"/>
                  </a:cubicBezTo>
                  <a:cubicBezTo>
                    <a:pt x="6037" y="1666"/>
                    <a:pt x="4208" y="1"/>
                    <a:pt x="268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36"/>
            <p:cNvSpPr/>
            <p:nvPr/>
          </p:nvSpPr>
          <p:spPr>
            <a:xfrm>
              <a:off x="4275242" y="3731680"/>
              <a:ext cx="372779" cy="501751"/>
            </a:xfrm>
            <a:custGeom>
              <a:rect b="b" l="l" r="r" t="t"/>
              <a:pathLst>
                <a:path extrusionOk="0" h="10932" w="8122">
                  <a:moveTo>
                    <a:pt x="2408" y="210"/>
                  </a:moveTo>
                  <a:cubicBezTo>
                    <a:pt x="2411" y="210"/>
                    <a:pt x="2415" y="210"/>
                    <a:pt x="2419" y="210"/>
                  </a:cubicBezTo>
                  <a:cubicBezTo>
                    <a:pt x="3893" y="210"/>
                    <a:pt x="5684" y="1853"/>
                    <a:pt x="6699" y="4280"/>
                  </a:cubicBezTo>
                  <a:cubicBezTo>
                    <a:pt x="7880" y="7103"/>
                    <a:pt x="7572" y="9931"/>
                    <a:pt x="6010" y="10586"/>
                  </a:cubicBezTo>
                  <a:cubicBezTo>
                    <a:pt x="5793" y="10676"/>
                    <a:pt x="5562" y="10723"/>
                    <a:pt x="5326" y="10723"/>
                  </a:cubicBezTo>
                  <a:cubicBezTo>
                    <a:pt x="5322" y="10723"/>
                    <a:pt x="5318" y="10723"/>
                    <a:pt x="5315" y="10723"/>
                  </a:cubicBezTo>
                  <a:cubicBezTo>
                    <a:pt x="3839" y="10723"/>
                    <a:pt x="2048" y="9078"/>
                    <a:pt x="1033" y="6652"/>
                  </a:cubicBezTo>
                  <a:cubicBezTo>
                    <a:pt x="458" y="5274"/>
                    <a:pt x="218" y="3832"/>
                    <a:pt x="355" y="2656"/>
                  </a:cubicBezTo>
                  <a:cubicBezTo>
                    <a:pt x="492" y="1478"/>
                    <a:pt x="977" y="658"/>
                    <a:pt x="1723" y="345"/>
                  </a:cubicBezTo>
                  <a:cubicBezTo>
                    <a:pt x="1940" y="256"/>
                    <a:pt x="2173" y="210"/>
                    <a:pt x="2408" y="210"/>
                  </a:cubicBezTo>
                  <a:close/>
                  <a:moveTo>
                    <a:pt x="2400" y="0"/>
                  </a:moveTo>
                  <a:cubicBezTo>
                    <a:pt x="2135" y="0"/>
                    <a:pt x="1879" y="49"/>
                    <a:pt x="1637" y="150"/>
                  </a:cubicBezTo>
                  <a:cubicBezTo>
                    <a:pt x="823" y="500"/>
                    <a:pt x="287" y="1398"/>
                    <a:pt x="144" y="2632"/>
                  </a:cubicBezTo>
                  <a:cubicBezTo>
                    <a:pt x="1" y="3867"/>
                    <a:pt x="246" y="5323"/>
                    <a:pt x="837" y="6736"/>
                  </a:cubicBezTo>
                  <a:cubicBezTo>
                    <a:pt x="1886" y="9240"/>
                    <a:pt x="3763" y="10932"/>
                    <a:pt x="5328" y="10932"/>
                  </a:cubicBezTo>
                  <a:cubicBezTo>
                    <a:pt x="5336" y="10932"/>
                    <a:pt x="5343" y="10932"/>
                    <a:pt x="5350" y="10932"/>
                  </a:cubicBezTo>
                  <a:cubicBezTo>
                    <a:pt x="5603" y="10932"/>
                    <a:pt x="5853" y="10883"/>
                    <a:pt x="6087" y="10787"/>
                  </a:cubicBezTo>
                  <a:cubicBezTo>
                    <a:pt x="7760" y="10087"/>
                    <a:pt x="8121" y="7136"/>
                    <a:pt x="6893" y="4202"/>
                  </a:cubicBezTo>
                  <a:cubicBezTo>
                    <a:pt x="5843" y="1692"/>
                    <a:pt x="3966" y="0"/>
                    <a:pt x="24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36"/>
            <p:cNvSpPr/>
            <p:nvPr/>
          </p:nvSpPr>
          <p:spPr>
            <a:xfrm>
              <a:off x="4137642" y="3172557"/>
              <a:ext cx="901473" cy="671205"/>
            </a:xfrm>
            <a:custGeom>
              <a:rect b="b" l="l" r="r" t="t"/>
              <a:pathLst>
                <a:path extrusionOk="0" h="14624" w="19641">
                  <a:moveTo>
                    <a:pt x="7735" y="0"/>
                  </a:moveTo>
                  <a:cubicBezTo>
                    <a:pt x="6982" y="0"/>
                    <a:pt x="6254" y="138"/>
                    <a:pt x="5567" y="425"/>
                  </a:cubicBezTo>
                  <a:lnTo>
                    <a:pt x="0" y="2091"/>
                  </a:lnTo>
                  <a:lnTo>
                    <a:pt x="2347" y="3720"/>
                  </a:lnTo>
                  <a:cubicBezTo>
                    <a:pt x="1470" y="5575"/>
                    <a:pt x="1088" y="7996"/>
                    <a:pt x="1237" y="10705"/>
                  </a:cubicBezTo>
                  <a:lnTo>
                    <a:pt x="9537" y="14624"/>
                  </a:lnTo>
                  <a:lnTo>
                    <a:pt x="13819" y="11690"/>
                  </a:lnTo>
                  <a:lnTo>
                    <a:pt x="19640" y="9932"/>
                  </a:lnTo>
                  <a:cubicBezTo>
                    <a:pt x="16487" y="3912"/>
                    <a:pt x="11750" y="0"/>
                    <a:pt x="77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36"/>
            <p:cNvSpPr/>
            <p:nvPr/>
          </p:nvSpPr>
          <p:spPr>
            <a:xfrm>
              <a:off x="4131950" y="3167737"/>
              <a:ext cx="911800" cy="680935"/>
            </a:xfrm>
            <a:custGeom>
              <a:rect b="b" l="l" r="r" t="t"/>
              <a:pathLst>
                <a:path extrusionOk="0" h="14836" w="19866">
                  <a:moveTo>
                    <a:pt x="7815" y="222"/>
                  </a:moveTo>
                  <a:cubicBezTo>
                    <a:pt x="11724" y="222"/>
                    <a:pt x="16444" y="4007"/>
                    <a:pt x="19604" y="9974"/>
                  </a:cubicBezTo>
                  <a:lnTo>
                    <a:pt x="13903" y="11693"/>
                  </a:lnTo>
                  <a:lnTo>
                    <a:pt x="13873" y="11708"/>
                  </a:lnTo>
                  <a:lnTo>
                    <a:pt x="9650" y="14605"/>
                  </a:lnTo>
                  <a:lnTo>
                    <a:pt x="1461" y="10741"/>
                  </a:lnTo>
                  <a:cubicBezTo>
                    <a:pt x="1323" y="8066"/>
                    <a:pt x="1705" y="5692"/>
                    <a:pt x="2564" y="3862"/>
                  </a:cubicBezTo>
                  <a:cubicBezTo>
                    <a:pt x="2585" y="3815"/>
                    <a:pt x="2570" y="3758"/>
                    <a:pt x="2527" y="3728"/>
                  </a:cubicBezTo>
                  <a:lnTo>
                    <a:pt x="364" y="2235"/>
                  </a:lnTo>
                  <a:lnTo>
                    <a:pt x="5727" y="628"/>
                  </a:lnTo>
                  <a:cubicBezTo>
                    <a:pt x="6384" y="354"/>
                    <a:pt x="7086" y="222"/>
                    <a:pt x="7815" y="222"/>
                  </a:cubicBezTo>
                  <a:close/>
                  <a:moveTo>
                    <a:pt x="7846" y="1"/>
                  </a:moveTo>
                  <a:cubicBezTo>
                    <a:pt x="7075" y="1"/>
                    <a:pt x="6340" y="142"/>
                    <a:pt x="5657" y="429"/>
                  </a:cubicBezTo>
                  <a:lnTo>
                    <a:pt x="91" y="2094"/>
                  </a:lnTo>
                  <a:cubicBezTo>
                    <a:pt x="67" y="2101"/>
                    <a:pt x="48" y="2116"/>
                    <a:pt x="33" y="2135"/>
                  </a:cubicBezTo>
                  <a:cubicBezTo>
                    <a:pt x="0" y="2184"/>
                    <a:pt x="12" y="2250"/>
                    <a:pt x="60" y="2284"/>
                  </a:cubicBezTo>
                  <a:lnTo>
                    <a:pt x="2334" y="3862"/>
                  </a:lnTo>
                  <a:cubicBezTo>
                    <a:pt x="1479" y="5718"/>
                    <a:pt x="1105" y="8121"/>
                    <a:pt x="1253" y="10816"/>
                  </a:cubicBezTo>
                  <a:cubicBezTo>
                    <a:pt x="1254" y="10856"/>
                    <a:pt x="1278" y="10890"/>
                    <a:pt x="1315" y="10905"/>
                  </a:cubicBezTo>
                  <a:lnTo>
                    <a:pt x="9616" y="14825"/>
                  </a:lnTo>
                  <a:cubicBezTo>
                    <a:pt x="9631" y="14831"/>
                    <a:pt x="9646" y="14836"/>
                    <a:pt x="9661" y="14836"/>
                  </a:cubicBezTo>
                  <a:lnTo>
                    <a:pt x="9662" y="14836"/>
                  </a:lnTo>
                  <a:cubicBezTo>
                    <a:pt x="9681" y="14834"/>
                    <a:pt x="9699" y="14828"/>
                    <a:pt x="9714" y="14816"/>
                  </a:cubicBezTo>
                  <a:lnTo>
                    <a:pt x="13980" y="11894"/>
                  </a:lnTo>
                  <a:lnTo>
                    <a:pt x="19787" y="10140"/>
                  </a:lnTo>
                  <a:cubicBezTo>
                    <a:pt x="19817" y="10131"/>
                    <a:pt x="19840" y="10110"/>
                    <a:pt x="19852" y="10080"/>
                  </a:cubicBezTo>
                  <a:cubicBezTo>
                    <a:pt x="19866" y="10050"/>
                    <a:pt x="19866" y="10018"/>
                    <a:pt x="19852" y="9988"/>
                  </a:cubicBezTo>
                  <a:cubicBezTo>
                    <a:pt x="18021" y="6490"/>
                    <a:pt x="15590" y="3594"/>
                    <a:pt x="13008" y="1833"/>
                  </a:cubicBezTo>
                  <a:cubicBezTo>
                    <a:pt x="11232" y="621"/>
                    <a:pt x="9460" y="1"/>
                    <a:pt x="78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36"/>
            <p:cNvSpPr/>
            <p:nvPr/>
          </p:nvSpPr>
          <p:spPr>
            <a:xfrm>
              <a:off x="3914855" y="3253244"/>
              <a:ext cx="857044" cy="751526"/>
            </a:xfrm>
            <a:custGeom>
              <a:rect b="b" l="l" r="r" t="t"/>
              <a:pathLst>
                <a:path extrusionOk="0" h="16374" w="18673">
                  <a:moveTo>
                    <a:pt x="6768" y="0"/>
                  </a:moveTo>
                  <a:cubicBezTo>
                    <a:pt x="6014" y="0"/>
                    <a:pt x="5286" y="138"/>
                    <a:pt x="4598" y="426"/>
                  </a:cubicBezTo>
                  <a:cubicBezTo>
                    <a:pt x="1508" y="1719"/>
                    <a:pt x="0" y="5731"/>
                    <a:pt x="271" y="10704"/>
                  </a:cubicBezTo>
                  <a:lnTo>
                    <a:pt x="12276" y="16374"/>
                  </a:lnTo>
                  <a:lnTo>
                    <a:pt x="18673" y="9932"/>
                  </a:lnTo>
                  <a:cubicBezTo>
                    <a:pt x="15520" y="3910"/>
                    <a:pt x="10783" y="0"/>
                    <a:pt x="676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36"/>
            <p:cNvSpPr/>
            <p:nvPr/>
          </p:nvSpPr>
          <p:spPr>
            <a:xfrm>
              <a:off x="3908843" y="3249297"/>
              <a:ext cx="867784" cy="760981"/>
            </a:xfrm>
            <a:custGeom>
              <a:rect b="b" l="l" r="r" t="t"/>
              <a:pathLst>
                <a:path extrusionOk="0" h="16580" w="18907">
                  <a:moveTo>
                    <a:pt x="6859" y="214"/>
                  </a:moveTo>
                  <a:cubicBezTo>
                    <a:pt x="10775" y="214"/>
                    <a:pt x="15505" y="4021"/>
                    <a:pt x="18659" y="10008"/>
                  </a:cubicBezTo>
                  <a:lnTo>
                    <a:pt x="12385" y="16340"/>
                  </a:lnTo>
                  <a:lnTo>
                    <a:pt x="496" y="10729"/>
                  </a:lnTo>
                  <a:lnTo>
                    <a:pt x="497" y="10729"/>
                  </a:lnTo>
                  <a:lnTo>
                    <a:pt x="500" y="10720"/>
                  </a:lnTo>
                  <a:cubicBezTo>
                    <a:pt x="237" y="5617"/>
                    <a:pt x="1827" y="1840"/>
                    <a:pt x="4762" y="625"/>
                  </a:cubicBezTo>
                  <a:cubicBezTo>
                    <a:pt x="5422" y="347"/>
                    <a:pt x="6126" y="214"/>
                    <a:pt x="6859" y="214"/>
                  </a:cubicBezTo>
                  <a:close/>
                  <a:moveTo>
                    <a:pt x="6881" y="1"/>
                  </a:moveTo>
                  <a:cubicBezTo>
                    <a:pt x="6106" y="1"/>
                    <a:pt x="5366" y="143"/>
                    <a:pt x="4678" y="431"/>
                  </a:cubicBezTo>
                  <a:cubicBezTo>
                    <a:pt x="1641" y="1703"/>
                    <a:pt x="0" y="5584"/>
                    <a:pt x="286" y="10814"/>
                  </a:cubicBezTo>
                  <a:cubicBezTo>
                    <a:pt x="287" y="10852"/>
                    <a:pt x="311" y="10888"/>
                    <a:pt x="347" y="10904"/>
                  </a:cubicBezTo>
                  <a:lnTo>
                    <a:pt x="12361" y="16577"/>
                  </a:lnTo>
                  <a:cubicBezTo>
                    <a:pt x="12369" y="16579"/>
                    <a:pt x="12376" y="16579"/>
                    <a:pt x="12384" y="16579"/>
                  </a:cubicBezTo>
                  <a:cubicBezTo>
                    <a:pt x="12392" y="16579"/>
                    <a:pt x="12400" y="16579"/>
                    <a:pt x="12407" y="16577"/>
                  </a:cubicBezTo>
                  <a:cubicBezTo>
                    <a:pt x="12410" y="16577"/>
                    <a:pt x="12412" y="16577"/>
                    <a:pt x="12414" y="16577"/>
                  </a:cubicBezTo>
                  <a:cubicBezTo>
                    <a:pt x="12439" y="16577"/>
                    <a:pt x="12463" y="16570"/>
                    <a:pt x="12483" y="16556"/>
                  </a:cubicBezTo>
                  <a:lnTo>
                    <a:pt x="18866" y="10111"/>
                  </a:lnTo>
                  <a:cubicBezTo>
                    <a:pt x="18899" y="10079"/>
                    <a:pt x="18907" y="10029"/>
                    <a:pt x="18886" y="9987"/>
                  </a:cubicBezTo>
                  <a:cubicBezTo>
                    <a:pt x="17053" y="6490"/>
                    <a:pt x="14623" y="3592"/>
                    <a:pt x="12043" y="1831"/>
                  </a:cubicBezTo>
                  <a:cubicBezTo>
                    <a:pt x="10268" y="620"/>
                    <a:pt x="8498" y="1"/>
                    <a:pt x="68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36"/>
            <p:cNvSpPr/>
            <p:nvPr/>
          </p:nvSpPr>
          <p:spPr>
            <a:xfrm>
              <a:off x="3552219" y="3527711"/>
              <a:ext cx="900555" cy="454844"/>
            </a:xfrm>
            <a:custGeom>
              <a:rect b="b" l="l" r="r" t="t"/>
              <a:pathLst>
                <a:path extrusionOk="0" h="9910" w="19621">
                  <a:moveTo>
                    <a:pt x="2501" y="0"/>
                  </a:moveTo>
                  <a:cubicBezTo>
                    <a:pt x="1651" y="0"/>
                    <a:pt x="838" y="488"/>
                    <a:pt x="465" y="1314"/>
                  </a:cubicBezTo>
                  <a:cubicBezTo>
                    <a:pt x="428" y="1397"/>
                    <a:pt x="395" y="1482"/>
                    <a:pt x="369" y="1569"/>
                  </a:cubicBezTo>
                  <a:cubicBezTo>
                    <a:pt x="1" y="2746"/>
                    <a:pt x="657" y="3999"/>
                    <a:pt x="1835" y="4365"/>
                  </a:cubicBezTo>
                  <a:lnTo>
                    <a:pt x="19620" y="9910"/>
                  </a:lnTo>
                  <a:lnTo>
                    <a:pt x="3652" y="319"/>
                  </a:lnTo>
                  <a:cubicBezTo>
                    <a:pt x="3577" y="275"/>
                    <a:pt x="3500" y="235"/>
                    <a:pt x="3419" y="199"/>
                  </a:cubicBezTo>
                  <a:cubicBezTo>
                    <a:pt x="3121" y="64"/>
                    <a:pt x="2809" y="0"/>
                    <a:pt x="2501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36"/>
            <p:cNvSpPr/>
            <p:nvPr/>
          </p:nvSpPr>
          <p:spPr>
            <a:xfrm>
              <a:off x="3545105" y="3521882"/>
              <a:ext cx="913131" cy="465584"/>
            </a:xfrm>
            <a:custGeom>
              <a:rect b="b" l="l" r="r" t="t"/>
              <a:pathLst>
                <a:path extrusionOk="0" h="10144" w="19895">
                  <a:moveTo>
                    <a:pt x="2656" y="228"/>
                  </a:moveTo>
                  <a:cubicBezTo>
                    <a:pt x="3040" y="229"/>
                    <a:pt x="3415" y="335"/>
                    <a:pt x="3746" y="533"/>
                  </a:cubicBezTo>
                  <a:lnTo>
                    <a:pt x="18952" y="9670"/>
                  </a:lnTo>
                  <a:lnTo>
                    <a:pt x="2016" y="4383"/>
                  </a:lnTo>
                  <a:cubicBezTo>
                    <a:pt x="1155" y="4099"/>
                    <a:pt x="568" y="3299"/>
                    <a:pt x="555" y="2391"/>
                  </a:cubicBezTo>
                  <a:cubicBezTo>
                    <a:pt x="537" y="1215"/>
                    <a:pt x="1478" y="245"/>
                    <a:pt x="2656" y="228"/>
                  </a:cubicBezTo>
                  <a:close/>
                  <a:moveTo>
                    <a:pt x="2614" y="1"/>
                  </a:moveTo>
                  <a:cubicBezTo>
                    <a:pt x="1598" y="1"/>
                    <a:pt x="662" y="667"/>
                    <a:pt x="363" y="1691"/>
                  </a:cubicBezTo>
                  <a:cubicBezTo>
                    <a:pt x="1" y="2934"/>
                    <a:pt x="716" y="4237"/>
                    <a:pt x="1960" y="4599"/>
                  </a:cubicBezTo>
                  <a:lnTo>
                    <a:pt x="19743" y="10144"/>
                  </a:lnTo>
                  <a:lnTo>
                    <a:pt x="19775" y="10144"/>
                  </a:lnTo>
                  <a:cubicBezTo>
                    <a:pt x="19777" y="10144"/>
                    <a:pt x="19778" y="10144"/>
                    <a:pt x="19779" y="10144"/>
                  </a:cubicBezTo>
                  <a:cubicBezTo>
                    <a:pt x="19817" y="10144"/>
                    <a:pt x="19852" y="10123"/>
                    <a:pt x="19871" y="10090"/>
                  </a:cubicBezTo>
                  <a:cubicBezTo>
                    <a:pt x="19895" y="10041"/>
                    <a:pt x="19877" y="9983"/>
                    <a:pt x="19831" y="9956"/>
                  </a:cubicBezTo>
                  <a:lnTo>
                    <a:pt x="3862" y="360"/>
                  </a:lnTo>
                  <a:cubicBezTo>
                    <a:pt x="3679" y="244"/>
                    <a:pt x="3479" y="155"/>
                    <a:pt x="3272" y="95"/>
                  </a:cubicBezTo>
                  <a:cubicBezTo>
                    <a:pt x="3053" y="31"/>
                    <a:pt x="2832" y="1"/>
                    <a:pt x="261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36"/>
            <p:cNvSpPr/>
            <p:nvPr/>
          </p:nvSpPr>
          <p:spPr>
            <a:xfrm>
              <a:off x="3684817" y="3582605"/>
              <a:ext cx="767957" cy="399951"/>
            </a:xfrm>
            <a:custGeom>
              <a:rect b="b" l="l" r="r" t="t"/>
              <a:pathLst>
                <a:path extrusionOk="0" h="8714" w="16732">
                  <a:moveTo>
                    <a:pt x="2232" y="0"/>
                  </a:moveTo>
                  <a:cubicBezTo>
                    <a:pt x="999" y="0"/>
                    <a:pt x="0" y="998"/>
                    <a:pt x="0" y="2231"/>
                  </a:cubicBezTo>
                  <a:cubicBezTo>
                    <a:pt x="0" y="2749"/>
                    <a:pt x="181" y="3251"/>
                    <a:pt x="511" y="3651"/>
                  </a:cubicBezTo>
                  <a:lnTo>
                    <a:pt x="16731" y="8714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36"/>
            <p:cNvSpPr/>
            <p:nvPr/>
          </p:nvSpPr>
          <p:spPr>
            <a:xfrm>
              <a:off x="3667055" y="3577877"/>
              <a:ext cx="791043" cy="409589"/>
            </a:xfrm>
            <a:custGeom>
              <a:rect b="b" l="l" r="r" t="t"/>
              <a:pathLst>
                <a:path extrusionOk="0" h="8924" w="17235">
                  <a:moveTo>
                    <a:pt x="2589" y="208"/>
                  </a:moveTo>
                  <a:lnTo>
                    <a:pt x="16301" y="8447"/>
                  </a:lnTo>
                  <a:lnTo>
                    <a:pt x="962" y="3660"/>
                  </a:lnTo>
                  <a:cubicBezTo>
                    <a:pt x="675" y="3297"/>
                    <a:pt x="515" y="2850"/>
                    <a:pt x="505" y="2387"/>
                  </a:cubicBezTo>
                  <a:cubicBezTo>
                    <a:pt x="478" y="1210"/>
                    <a:pt x="1412" y="234"/>
                    <a:pt x="2589" y="208"/>
                  </a:cubicBezTo>
                  <a:close/>
                  <a:moveTo>
                    <a:pt x="2616" y="1"/>
                  </a:moveTo>
                  <a:cubicBezTo>
                    <a:pt x="2085" y="5"/>
                    <a:pt x="1570" y="191"/>
                    <a:pt x="1157" y="528"/>
                  </a:cubicBezTo>
                  <a:cubicBezTo>
                    <a:pt x="152" y="1345"/>
                    <a:pt x="0" y="2822"/>
                    <a:pt x="818" y="3827"/>
                  </a:cubicBezTo>
                  <a:cubicBezTo>
                    <a:pt x="830" y="3844"/>
                    <a:pt x="846" y="3856"/>
                    <a:pt x="867" y="3861"/>
                  </a:cubicBezTo>
                  <a:lnTo>
                    <a:pt x="17086" y="8924"/>
                  </a:lnTo>
                  <a:lnTo>
                    <a:pt x="17118" y="8924"/>
                  </a:lnTo>
                  <a:cubicBezTo>
                    <a:pt x="17159" y="8924"/>
                    <a:pt x="17194" y="8900"/>
                    <a:pt x="17212" y="8864"/>
                  </a:cubicBezTo>
                  <a:cubicBezTo>
                    <a:pt x="17235" y="8815"/>
                    <a:pt x="17217" y="8757"/>
                    <a:pt x="17172" y="8730"/>
                  </a:cubicBezTo>
                  <a:lnTo>
                    <a:pt x="2670" y="16"/>
                  </a:lnTo>
                  <a:cubicBezTo>
                    <a:pt x="2655" y="7"/>
                    <a:pt x="2636" y="1"/>
                    <a:pt x="261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36"/>
            <p:cNvSpPr/>
            <p:nvPr/>
          </p:nvSpPr>
          <p:spPr>
            <a:xfrm>
              <a:off x="4340738" y="3801169"/>
              <a:ext cx="270290" cy="349923"/>
            </a:xfrm>
            <a:custGeom>
              <a:rect b="b" l="l" r="r" t="t"/>
              <a:pathLst>
                <a:path extrusionOk="0" h="7624" w="5889">
                  <a:moveTo>
                    <a:pt x="1920" y="0"/>
                  </a:moveTo>
                  <a:cubicBezTo>
                    <a:pt x="1739" y="0"/>
                    <a:pt x="1565" y="34"/>
                    <a:pt x="1400" y="103"/>
                  </a:cubicBezTo>
                  <a:cubicBezTo>
                    <a:pt x="247" y="585"/>
                    <a:pt x="0" y="2637"/>
                    <a:pt x="867" y="4686"/>
                  </a:cubicBezTo>
                  <a:cubicBezTo>
                    <a:pt x="1608" y="6442"/>
                    <a:pt x="2905" y="7623"/>
                    <a:pt x="3985" y="7623"/>
                  </a:cubicBezTo>
                  <a:cubicBezTo>
                    <a:pt x="4166" y="7623"/>
                    <a:pt x="4340" y="7591"/>
                    <a:pt x="4504" y="7522"/>
                  </a:cubicBezTo>
                  <a:cubicBezTo>
                    <a:pt x="5657" y="7043"/>
                    <a:pt x="5889" y="4988"/>
                    <a:pt x="5036" y="2939"/>
                  </a:cubicBezTo>
                  <a:cubicBezTo>
                    <a:pt x="4301" y="1184"/>
                    <a:pt x="3001" y="0"/>
                    <a:pt x="19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6"/>
            <p:cNvSpPr/>
            <p:nvPr/>
          </p:nvSpPr>
          <p:spPr>
            <a:xfrm>
              <a:off x="4335644" y="3796395"/>
              <a:ext cx="267353" cy="359561"/>
            </a:xfrm>
            <a:custGeom>
              <a:rect b="b" l="l" r="r" t="t"/>
              <a:pathLst>
                <a:path extrusionOk="0" h="7834" w="5825">
                  <a:moveTo>
                    <a:pt x="2041" y="208"/>
                  </a:moveTo>
                  <a:cubicBezTo>
                    <a:pt x="3070" y="208"/>
                    <a:pt x="4332" y="1371"/>
                    <a:pt x="5054" y="3077"/>
                  </a:cubicBezTo>
                  <a:cubicBezTo>
                    <a:pt x="5450" y="3963"/>
                    <a:pt x="5616" y="4936"/>
                    <a:pt x="5534" y="5903"/>
                  </a:cubicBezTo>
                  <a:cubicBezTo>
                    <a:pt x="5434" y="6728"/>
                    <a:pt x="5102" y="7306"/>
                    <a:pt x="4581" y="7519"/>
                  </a:cubicBezTo>
                  <a:cubicBezTo>
                    <a:pt x="4425" y="7586"/>
                    <a:pt x="4260" y="7618"/>
                    <a:pt x="4088" y="7618"/>
                  </a:cubicBezTo>
                  <a:cubicBezTo>
                    <a:pt x="3054" y="7618"/>
                    <a:pt x="1799" y="6455"/>
                    <a:pt x="1083" y="4747"/>
                  </a:cubicBezTo>
                  <a:cubicBezTo>
                    <a:pt x="250" y="2756"/>
                    <a:pt x="461" y="764"/>
                    <a:pt x="1557" y="305"/>
                  </a:cubicBezTo>
                  <a:cubicBezTo>
                    <a:pt x="1710" y="241"/>
                    <a:pt x="1875" y="208"/>
                    <a:pt x="2041" y="208"/>
                  </a:cubicBezTo>
                  <a:close/>
                  <a:moveTo>
                    <a:pt x="2020" y="0"/>
                  </a:moveTo>
                  <a:cubicBezTo>
                    <a:pt x="1828" y="0"/>
                    <a:pt x="1643" y="35"/>
                    <a:pt x="1468" y="108"/>
                  </a:cubicBezTo>
                  <a:cubicBezTo>
                    <a:pt x="264" y="612"/>
                    <a:pt x="1" y="2729"/>
                    <a:pt x="879" y="4830"/>
                  </a:cubicBezTo>
                  <a:cubicBezTo>
                    <a:pt x="1631" y="6624"/>
                    <a:pt x="2977" y="7833"/>
                    <a:pt x="4103" y="7833"/>
                  </a:cubicBezTo>
                  <a:cubicBezTo>
                    <a:pt x="4107" y="7833"/>
                    <a:pt x="4111" y="7833"/>
                    <a:pt x="4114" y="7833"/>
                  </a:cubicBezTo>
                  <a:cubicBezTo>
                    <a:pt x="4301" y="7833"/>
                    <a:pt x="4485" y="7797"/>
                    <a:pt x="4658" y="7729"/>
                  </a:cubicBezTo>
                  <a:cubicBezTo>
                    <a:pt x="5251" y="7479"/>
                    <a:pt x="5637" y="6843"/>
                    <a:pt x="5741" y="5938"/>
                  </a:cubicBezTo>
                  <a:cubicBezTo>
                    <a:pt x="5824" y="4933"/>
                    <a:pt x="5653" y="3925"/>
                    <a:pt x="5246" y="3003"/>
                  </a:cubicBezTo>
                  <a:cubicBezTo>
                    <a:pt x="4493" y="1208"/>
                    <a:pt x="3147" y="0"/>
                    <a:pt x="20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6"/>
            <p:cNvSpPr/>
            <p:nvPr/>
          </p:nvSpPr>
          <p:spPr>
            <a:xfrm>
              <a:off x="4160223" y="3412371"/>
              <a:ext cx="269097" cy="350060"/>
            </a:xfrm>
            <a:custGeom>
              <a:rect b="b" l="l" r="r" t="t"/>
              <a:pathLst>
                <a:path extrusionOk="0" h="7627" w="5863">
                  <a:moveTo>
                    <a:pt x="1905" y="1"/>
                  </a:moveTo>
                  <a:cubicBezTo>
                    <a:pt x="1725" y="1"/>
                    <a:pt x="1550" y="34"/>
                    <a:pt x="1386" y="103"/>
                  </a:cubicBezTo>
                  <a:cubicBezTo>
                    <a:pt x="233" y="586"/>
                    <a:pt x="1" y="2636"/>
                    <a:pt x="854" y="4686"/>
                  </a:cubicBezTo>
                  <a:cubicBezTo>
                    <a:pt x="1585" y="6441"/>
                    <a:pt x="2880" y="7626"/>
                    <a:pt x="3960" y="7626"/>
                  </a:cubicBezTo>
                  <a:cubicBezTo>
                    <a:pt x="4140" y="7626"/>
                    <a:pt x="4315" y="7593"/>
                    <a:pt x="4480" y="7524"/>
                  </a:cubicBezTo>
                  <a:cubicBezTo>
                    <a:pt x="5630" y="7043"/>
                    <a:pt x="5863" y="4991"/>
                    <a:pt x="5011" y="2941"/>
                  </a:cubicBezTo>
                  <a:cubicBezTo>
                    <a:pt x="4279" y="1186"/>
                    <a:pt x="2985" y="1"/>
                    <a:pt x="19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6"/>
            <p:cNvSpPr/>
            <p:nvPr/>
          </p:nvSpPr>
          <p:spPr>
            <a:xfrm>
              <a:off x="4167980" y="3407598"/>
              <a:ext cx="253446" cy="359653"/>
            </a:xfrm>
            <a:custGeom>
              <a:rect b="b" l="l" r="r" t="t"/>
              <a:pathLst>
                <a:path extrusionOk="0" h="7836" w="5522">
                  <a:moveTo>
                    <a:pt x="1721" y="212"/>
                  </a:moveTo>
                  <a:cubicBezTo>
                    <a:pt x="1725" y="212"/>
                    <a:pt x="1728" y="212"/>
                    <a:pt x="1732" y="212"/>
                  </a:cubicBezTo>
                  <a:cubicBezTo>
                    <a:pt x="2768" y="212"/>
                    <a:pt x="4029" y="1375"/>
                    <a:pt x="4745" y="3078"/>
                  </a:cubicBezTo>
                  <a:cubicBezTo>
                    <a:pt x="5141" y="3965"/>
                    <a:pt x="5307" y="4938"/>
                    <a:pt x="5225" y="5905"/>
                  </a:cubicBezTo>
                  <a:cubicBezTo>
                    <a:pt x="5125" y="6730"/>
                    <a:pt x="4793" y="7308"/>
                    <a:pt x="4272" y="7522"/>
                  </a:cubicBezTo>
                  <a:cubicBezTo>
                    <a:pt x="4116" y="7588"/>
                    <a:pt x="3952" y="7620"/>
                    <a:pt x="3781" y="7620"/>
                  </a:cubicBezTo>
                  <a:cubicBezTo>
                    <a:pt x="2746" y="7620"/>
                    <a:pt x="1490" y="6460"/>
                    <a:pt x="774" y="4750"/>
                  </a:cubicBezTo>
                  <a:cubicBezTo>
                    <a:pt x="380" y="3863"/>
                    <a:pt x="214" y="2892"/>
                    <a:pt x="293" y="1924"/>
                  </a:cubicBezTo>
                  <a:cubicBezTo>
                    <a:pt x="395" y="1099"/>
                    <a:pt x="728" y="518"/>
                    <a:pt x="1248" y="305"/>
                  </a:cubicBezTo>
                  <a:cubicBezTo>
                    <a:pt x="1398" y="244"/>
                    <a:pt x="1559" y="212"/>
                    <a:pt x="1721" y="212"/>
                  </a:cubicBezTo>
                  <a:close/>
                  <a:moveTo>
                    <a:pt x="1718" y="0"/>
                  </a:moveTo>
                  <a:cubicBezTo>
                    <a:pt x="1526" y="0"/>
                    <a:pt x="1340" y="35"/>
                    <a:pt x="1164" y="109"/>
                  </a:cubicBezTo>
                  <a:cubicBezTo>
                    <a:pt x="572" y="359"/>
                    <a:pt x="186" y="995"/>
                    <a:pt x="82" y="1899"/>
                  </a:cubicBezTo>
                  <a:cubicBezTo>
                    <a:pt x="0" y="2902"/>
                    <a:pt x="170" y="3912"/>
                    <a:pt x="576" y="4833"/>
                  </a:cubicBezTo>
                  <a:cubicBezTo>
                    <a:pt x="1330" y="6626"/>
                    <a:pt x="2674" y="7835"/>
                    <a:pt x="3801" y="7835"/>
                  </a:cubicBezTo>
                  <a:cubicBezTo>
                    <a:pt x="3805" y="7835"/>
                    <a:pt x="3809" y="7835"/>
                    <a:pt x="3813" y="7835"/>
                  </a:cubicBezTo>
                  <a:cubicBezTo>
                    <a:pt x="3998" y="7835"/>
                    <a:pt x="4183" y="7799"/>
                    <a:pt x="4355" y="7726"/>
                  </a:cubicBezTo>
                  <a:cubicBezTo>
                    <a:pt x="4948" y="7479"/>
                    <a:pt x="5335" y="6843"/>
                    <a:pt x="5439" y="5938"/>
                  </a:cubicBezTo>
                  <a:cubicBezTo>
                    <a:pt x="5521" y="4935"/>
                    <a:pt x="5351" y="3927"/>
                    <a:pt x="4943" y="3005"/>
                  </a:cubicBezTo>
                  <a:cubicBezTo>
                    <a:pt x="4192" y="1211"/>
                    <a:pt x="2846" y="0"/>
                    <a:pt x="17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6"/>
            <p:cNvSpPr/>
            <p:nvPr/>
          </p:nvSpPr>
          <p:spPr>
            <a:xfrm>
              <a:off x="3783910" y="2561569"/>
              <a:ext cx="710402" cy="1069136"/>
            </a:xfrm>
            <a:custGeom>
              <a:rect b="b" l="l" r="r" t="t"/>
              <a:pathLst>
                <a:path extrusionOk="0" h="23294" w="15478">
                  <a:moveTo>
                    <a:pt x="6385" y="0"/>
                  </a:moveTo>
                  <a:lnTo>
                    <a:pt x="3827" y="1111"/>
                  </a:lnTo>
                  <a:cubicBezTo>
                    <a:pt x="3827" y="1111"/>
                    <a:pt x="270" y="4001"/>
                    <a:pt x="103" y="4835"/>
                  </a:cubicBezTo>
                  <a:cubicBezTo>
                    <a:pt x="0" y="5342"/>
                    <a:pt x="2177" y="10135"/>
                    <a:pt x="3901" y="13821"/>
                  </a:cubicBezTo>
                  <a:lnTo>
                    <a:pt x="5768" y="17973"/>
                  </a:lnTo>
                  <a:cubicBezTo>
                    <a:pt x="6483" y="19560"/>
                    <a:pt x="7639" y="20909"/>
                    <a:pt x="9098" y="21858"/>
                  </a:cubicBezTo>
                  <a:lnTo>
                    <a:pt x="10365" y="22680"/>
                  </a:lnTo>
                  <a:lnTo>
                    <a:pt x="12649" y="23293"/>
                  </a:lnTo>
                  <a:lnTo>
                    <a:pt x="10010" y="19078"/>
                  </a:lnTo>
                  <a:lnTo>
                    <a:pt x="9078" y="19322"/>
                  </a:lnTo>
                  <a:lnTo>
                    <a:pt x="6270" y="12020"/>
                  </a:lnTo>
                  <a:lnTo>
                    <a:pt x="7947" y="10010"/>
                  </a:lnTo>
                  <a:lnTo>
                    <a:pt x="12116" y="10509"/>
                  </a:lnTo>
                  <a:lnTo>
                    <a:pt x="13917" y="13512"/>
                  </a:lnTo>
                  <a:cubicBezTo>
                    <a:pt x="14351" y="13398"/>
                    <a:pt x="14796" y="13340"/>
                    <a:pt x="15244" y="13340"/>
                  </a:cubicBezTo>
                  <a:cubicBezTo>
                    <a:pt x="15322" y="13340"/>
                    <a:pt x="15400" y="13342"/>
                    <a:pt x="15478" y="13346"/>
                  </a:cubicBezTo>
                  <a:cubicBezTo>
                    <a:pt x="14312" y="10268"/>
                    <a:pt x="11726" y="4122"/>
                    <a:pt x="11726" y="2397"/>
                  </a:cubicBezTo>
                  <a:lnTo>
                    <a:pt x="638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6"/>
            <p:cNvSpPr/>
            <p:nvPr/>
          </p:nvSpPr>
          <p:spPr>
            <a:xfrm>
              <a:off x="3780284" y="2557438"/>
              <a:ext cx="719352" cy="1078454"/>
            </a:xfrm>
            <a:custGeom>
              <a:rect b="b" l="l" r="r" t="t"/>
              <a:pathLst>
                <a:path extrusionOk="0" h="23497" w="15673">
                  <a:moveTo>
                    <a:pt x="6471" y="211"/>
                  </a:moveTo>
                  <a:lnTo>
                    <a:pt x="11702" y="2557"/>
                  </a:lnTo>
                  <a:cubicBezTo>
                    <a:pt x="11753" y="4015"/>
                    <a:pt x="13334" y="8049"/>
                    <a:pt x="14613" y="11300"/>
                  </a:cubicBezTo>
                  <a:cubicBezTo>
                    <a:pt x="14903" y="12040"/>
                    <a:pt x="15176" y="12731"/>
                    <a:pt x="15400" y="13319"/>
                  </a:cubicBezTo>
                  <a:cubicBezTo>
                    <a:pt x="15394" y="13319"/>
                    <a:pt x="15388" y="13319"/>
                    <a:pt x="15382" y="13319"/>
                  </a:cubicBezTo>
                  <a:cubicBezTo>
                    <a:pt x="14933" y="13319"/>
                    <a:pt x="14486" y="13373"/>
                    <a:pt x="14050" y="13480"/>
                  </a:cubicBezTo>
                  <a:lnTo>
                    <a:pt x="12289" y="10546"/>
                  </a:lnTo>
                  <a:cubicBezTo>
                    <a:pt x="12272" y="10517"/>
                    <a:pt x="12242" y="10498"/>
                    <a:pt x="12210" y="10495"/>
                  </a:cubicBezTo>
                  <a:lnTo>
                    <a:pt x="8041" y="9993"/>
                  </a:lnTo>
                  <a:cubicBezTo>
                    <a:pt x="8036" y="9993"/>
                    <a:pt x="8032" y="9992"/>
                    <a:pt x="8028" y="9992"/>
                  </a:cubicBezTo>
                  <a:cubicBezTo>
                    <a:pt x="7997" y="9992"/>
                    <a:pt x="7967" y="10007"/>
                    <a:pt x="7947" y="10032"/>
                  </a:cubicBezTo>
                  <a:lnTo>
                    <a:pt x="6270" y="12042"/>
                  </a:lnTo>
                  <a:cubicBezTo>
                    <a:pt x="6245" y="12072"/>
                    <a:pt x="6238" y="12112"/>
                    <a:pt x="6251" y="12149"/>
                  </a:cubicBezTo>
                  <a:lnTo>
                    <a:pt x="9053" y="19431"/>
                  </a:lnTo>
                  <a:cubicBezTo>
                    <a:pt x="9069" y="19473"/>
                    <a:pt x="9110" y="19499"/>
                    <a:pt x="9153" y="19499"/>
                  </a:cubicBezTo>
                  <a:cubicBezTo>
                    <a:pt x="9162" y="19499"/>
                    <a:pt x="9172" y="19498"/>
                    <a:pt x="9181" y="19496"/>
                  </a:cubicBezTo>
                  <a:lnTo>
                    <a:pt x="10034" y="19283"/>
                  </a:lnTo>
                  <a:lnTo>
                    <a:pt x="12501" y="23215"/>
                  </a:lnTo>
                  <a:lnTo>
                    <a:pt x="10494" y="22677"/>
                  </a:lnTo>
                  <a:lnTo>
                    <a:pt x="9245" y="21863"/>
                  </a:lnTo>
                  <a:cubicBezTo>
                    <a:pt x="7804" y="20925"/>
                    <a:pt x="6662" y="19594"/>
                    <a:pt x="5956" y="18024"/>
                  </a:cubicBezTo>
                  <a:lnTo>
                    <a:pt x="4086" y="13870"/>
                  </a:lnTo>
                  <a:cubicBezTo>
                    <a:pt x="563" y="6333"/>
                    <a:pt x="262" y="5123"/>
                    <a:pt x="297" y="4950"/>
                  </a:cubicBezTo>
                  <a:cubicBezTo>
                    <a:pt x="428" y="4299"/>
                    <a:pt x="2981" y="2103"/>
                    <a:pt x="3971" y="1296"/>
                  </a:cubicBezTo>
                  <a:lnTo>
                    <a:pt x="6471" y="211"/>
                  </a:lnTo>
                  <a:close/>
                  <a:moveTo>
                    <a:pt x="6473" y="0"/>
                  </a:moveTo>
                  <a:cubicBezTo>
                    <a:pt x="6458" y="0"/>
                    <a:pt x="6444" y="3"/>
                    <a:pt x="6430" y="8"/>
                  </a:cubicBezTo>
                  <a:lnTo>
                    <a:pt x="3872" y="1121"/>
                  </a:lnTo>
                  <a:lnTo>
                    <a:pt x="3845" y="1135"/>
                  </a:lnTo>
                  <a:cubicBezTo>
                    <a:pt x="3479" y="1433"/>
                    <a:pt x="254" y="4067"/>
                    <a:pt x="85" y="4920"/>
                  </a:cubicBezTo>
                  <a:cubicBezTo>
                    <a:pt x="0" y="5346"/>
                    <a:pt x="1279" y="8393"/>
                    <a:pt x="3889" y="13973"/>
                  </a:cubicBezTo>
                  <a:lnTo>
                    <a:pt x="5758" y="18124"/>
                  </a:lnTo>
                  <a:cubicBezTo>
                    <a:pt x="6480" y="19731"/>
                    <a:pt x="7651" y="21096"/>
                    <a:pt x="9128" y="22055"/>
                  </a:cubicBezTo>
                  <a:lnTo>
                    <a:pt x="10392" y="22869"/>
                  </a:lnTo>
                  <a:lnTo>
                    <a:pt x="10424" y="22884"/>
                  </a:lnTo>
                  <a:lnTo>
                    <a:pt x="12708" y="23496"/>
                  </a:lnTo>
                  <a:lnTo>
                    <a:pt x="12735" y="23496"/>
                  </a:lnTo>
                  <a:cubicBezTo>
                    <a:pt x="12737" y="23496"/>
                    <a:pt x="12738" y="23496"/>
                    <a:pt x="12740" y="23496"/>
                  </a:cubicBezTo>
                  <a:cubicBezTo>
                    <a:pt x="12774" y="23496"/>
                    <a:pt x="12805" y="23480"/>
                    <a:pt x="12826" y="23455"/>
                  </a:cubicBezTo>
                  <a:cubicBezTo>
                    <a:pt x="12850" y="23417"/>
                    <a:pt x="12850" y="23371"/>
                    <a:pt x="12826" y="23334"/>
                  </a:cubicBezTo>
                  <a:lnTo>
                    <a:pt x="10173" y="19116"/>
                  </a:lnTo>
                  <a:cubicBezTo>
                    <a:pt x="10152" y="19085"/>
                    <a:pt x="10118" y="19066"/>
                    <a:pt x="10082" y="19066"/>
                  </a:cubicBezTo>
                  <a:cubicBezTo>
                    <a:pt x="10073" y="19066"/>
                    <a:pt x="10064" y="19067"/>
                    <a:pt x="10055" y="19070"/>
                  </a:cubicBezTo>
                  <a:lnTo>
                    <a:pt x="9223" y="19283"/>
                  </a:lnTo>
                  <a:lnTo>
                    <a:pt x="6482" y="12152"/>
                  </a:lnTo>
                  <a:lnTo>
                    <a:pt x="8081" y="10233"/>
                  </a:lnTo>
                  <a:lnTo>
                    <a:pt x="12132" y="10718"/>
                  </a:lnTo>
                  <a:lnTo>
                    <a:pt x="13911" y="13677"/>
                  </a:lnTo>
                  <a:cubicBezTo>
                    <a:pt x="13931" y="13710"/>
                    <a:pt x="13967" y="13729"/>
                    <a:pt x="14003" y="13729"/>
                  </a:cubicBezTo>
                  <a:cubicBezTo>
                    <a:pt x="14011" y="13729"/>
                    <a:pt x="14020" y="13728"/>
                    <a:pt x="14028" y="13726"/>
                  </a:cubicBezTo>
                  <a:cubicBezTo>
                    <a:pt x="14457" y="13613"/>
                    <a:pt x="14897" y="13556"/>
                    <a:pt x="15339" y="13556"/>
                  </a:cubicBezTo>
                  <a:cubicBezTo>
                    <a:pt x="15410" y="13556"/>
                    <a:pt x="15480" y="13558"/>
                    <a:pt x="15551" y="13561"/>
                  </a:cubicBezTo>
                  <a:cubicBezTo>
                    <a:pt x="15554" y="13561"/>
                    <a:pt x="15557" y="13561"/>
                    <a:pt x="15560" y="13561"/>
                  </a:cubicBezTo>
                  <a:cubicBezTo>
                    <a:pt x="15592" y="13561"/>
                    <a:pt x="15624" y="13546"/>
                    <a:pt x="15645" y="13520"/>
                  </a:cubicBezTo>
                  <a:cubicBezTo>
                    <a:pt x="15667" y="13492"/>
                    <a:pt x="15673" y="13453"/>
                    <a:pt x="15659" y="13418"/>
                  </a:cubicBezTo>
                  <a:cubicBezTo>
                    <a:pt x="15418" y="12795"/>
                    <a:pt x="15122" y="12040"/>
                    <a:pt x="14806" y="11241"/>
                  </a:cubicBezTo>
                  <a:cubicBezTo>
                    <a:pt x="13584" y="8119"/>
                    <a:pt x="11909" y="3854"/>
                    <a:pt x="11909" y="2498"/>
                  </a:cubicBezTo>
                  <a:cubicBezTo>
                    <a:pt x="11909" y="2456"/>
                    <a:pt x="11885" y="2417"/>
                    <a:pt x="11846" y="2400"/>
                  </a:cubicBezTo>
                  <a:lnTo>
                    <a:pt x="6516" y="8"/>
                  </a:lnTo>
                  <a:cubicBezTo>
                    <a:pt x="6502" y="3"/>
                    <a:pt x="6487" y="0"/>
                    <a:pt x="647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36"/>
            <p:cNvSpPr/>
            <p:nvPr/>
          </p:nvSpPr>
          <p:spPr>
            <a:xfrm>
              <a:off x="3544325" y="2317027"/>
              <a:ext cx="1168000" cy="567936"/>
            </a:xfrm>
            <a:custGeom>
              <a:rect b="b" l="l" r="r" t="t"/>
              <a:pathLst>
                <a:path extrusionOk="0" h="12374" w="25448">
                  <a:moveTo>
                    <a:pt x="25066" y="1"/>
                  </a:moveTo>
                  <a:cubicBezTo>
                    <a:pt x="25066" y="1"/>
                    <a:pt x="23010" y="3168"/>
                    <a:pt x="17284" y="4392"/>
                  </a:cubicBezTo>
                  <a:cubicBezTo>
                    <a:pt x="15929" y="4681"/>
                    <a:pt x="14523" y="4806"/>
                    <a:pt x="13132" y="4806"/>
                  </a:cubicBezTo>
                  <a:cubicBezTo>
                    <a:pt x="8641" y="4806"/>
                    <a:pt x="4314" y="3509"/>
                    <a:pt x="2446" y="2279"/>
                  </a:cubicBezTo>
                  <a:lnTo>
                    <a:pt x="0" y="668"/>
                  </a:lnTo>
                  <a:lnTo>
                    <a:pt x="0" y="668"/>
                  </a:lnTo>
                  <a:cubicBezTo>
                    <a:pt x="0" y="668"/>
                    <a:pt x="168" y="6336"/>
                    <a:pt x="1002" y="7780"/>
                  </a:cubicBezTo>
                  <a:cubicBezTo>
                    <a:pt x="1836" y="9225"/>
                    <a:pt x="4781" y="11894"/>
                    <a:pt x="9449" y="12282"/>
                  </a:cubicBezTo>
                  <a:cubicBezTo>
                    <a:pt x="10159" y="12343"/>
                    <a:pt x="10870" y="12374"/>
                    <a:pt x="11581" y="12374"/>
                  </a:cubicBezTo>
                  <a:cubicBezTo>
                    <a:pt x="13912" y="12374"/>
                    <a:pt x="16236" y="12043"/>
                    <a:pt x="18481" y="11388"/>
                  </a:cubicBezTo>
                  <a:cubicBezTo>
                    <a:pt x="20763" y="10708"/>
                    <a:pt x="22752" y="9281"/>
                    <a:pt x="24130" y="7337"/>
                  </a:cubicBezTo>
                  <a:cubicBezTo>
                    <a:pt x="25447" y="5452"/>
                    <a:pt x="25409" y="3086"/>
                    <a:pt x="25176" y="890"/>
                  </a:cubicBezTo>
                  <a:lnTo>
                    <a:pt x="2506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36"/>
            <p:cNvSpPr/>
            <p:nvPr/>
          </p:nvSpPr>
          <p:spPr>
            <a:xfrm>
              <a:off x="3539735" y="2312116"/>
              <a:ext cx="1178281" cy="577666"/>
            </a:xfrm>
            <a:custGeom>
              <a:rect b="b" l="l" r="r" t="t"/>
              <a:pathLst>
                <a:path extrusionOk="0" h="12586" w="25672">
                  <a:moveTo>
                    <a:pt x="25093" y="383"/>
                  </a:moveTo>
                  <a:lnTo>
                    <a:pt x="25171" y="1007"/>
                  </a:lnTo>
                  <a:cubicBezTo>
                    <a:pt x="25394" y="3117"/>
                    <a:pt x="25448" y="5516"/>
                    <a:pt x="24142" y="7381"/>
                  </a:cubicBezTo>
                  <a:cubicBezTo>
                    <a:pt x="22780" y="9308"/>
                    <a:pt x="20810" y="10719"/>
                    <a:pt x="18548" y="11392"/>
                  </a:cubicBezTo>
                  <a:cubicBezTo>
                    <a:pt x="16315" y="12046"/>
                    <a:pt x="14004" y="12375"/>
                    <a:pt x="11684" y="12375"/>
                  </a:cubicBezTo>
                  <a:cubicBezTo>
                    <a:pt x="10976" y="12375"/>
                    <a:pt x="10266" y="12345"/>
                    <a:pt x="9558" y="12283"/>
                  </a:cubicBezTo>
                  <a:cubicBezTo>
                    <a:pt x="5090" y="11911"/>
                    <a:pt x="2109" y="9418"/>
                    <a:pt x="1194" y="7834"/>
                  </a:cubicBezTo>
                  <a:cubicBezTo>
                    <a:pt x="471" y="6585"/>
                    <a:pt x="256" y="2006"/>
                    <a:pt x="215" y="977"/>
                  </a:cubicBezTo>
                  <a:lnTo>
                    <a:pt x="216" y="977"/>
                  </a:lnTo>
                  <a:lnTo>
                    <a:pt x="2488" y="2468"/>
                  </a:lnTo>
                  <a:cubicBezTo>
                    <a:pt x="4394" y="3724"/>
                    <a:pt x="8773" y="5013"/>
                    <a:pt x="13268" y="5013"/>
                  </a:cubicBezTo>
                  <a:cubicBezTo>
                    <a:pt x="14663" y="5013"/>
                    <a:pt x="16069" y="4889"/>
                    <a:pt x="17416" y="4601"/>
                  </a:cubicBezTo>
                  <a:cubicBezTo>
                    <a:pt x="22238" y="3571"/>
                    <a:pt x="24501" y="1125"/>
                    <a:pt x="25093" y="383"/>
                  </a:cubicBezTo>
                  <a:close/>
                  <a:moveTo>
                    <a:pt x="25174" y="1"/>
                  </a:moveTo>
                  <a:cubicBezTo>
                    <a:pt x="25138" y="1"/>
                    <a:pt x="25104" y="19"/>
                    <a:pt x="25084" y="50"/>
                  </a:cubicBezTo>
                  <a:cubicBezTo>
                    <a:pt x="25064" y="79"/>
                    <a:pt x="23001" y="3193"/>
                    <a:pt x="17372" y="4394"/>
                  </a:cubicBezTo>
                  <a:cubicBezTo>
                    <a:pt x="16036" y="4679"/>
                    <a:pt x="14642" y="4802"/>
                    <a:pt x="13260" y="4802"/>
                  </a:cubicBezTo>
                  <a:cubicBezTo>
                    <a:pt x="8815" y="4802"/>
                    <a:pt x="4489" y="3533"/>
                    <a:pt x="2615" y="2298"/>
                  </a:cubicBezTo>
                  <a:lnTo>
                    <a:pt x="169" y="685"/>
                  </a:lnTo>
                  <a:cubicBezTo>
                    <a:pt x="151" y="673"/>
                    <a:pt x="130" y="667"/>
                    <a:pt x="110" y="667"/>
                  </a:cubicBezTo>
                  <a:cubicBezTo>
                    <a:pt x="108" y="667"/>
                    <a:pt x="105" y="667"/>
                    <a:pt x="103" y="668"/>
                  </a:cubicBezTo>
                  <a:cubicBezTo>
                    <a:pt x="45" y="671"/>
                    <a:pt x="0" y="720"/>
                    <a:pt x="5" y="778"/>
                  </a:cubicBezTo>
                  <a:cubicBezTo>
                    <a:pt x="11" y="1010"/>
                    <a:pt x="181" y="6491"/>
                    <a:pt x="1017" y="7941"/>
                  </a:cubicBezTo>
                  <a:cubicBezTo>
                    <a:pt x="1951" y="9564"/>
                    <a:pt x="4997" y="12116"/>
                    <a:pt x="9547" y="12496"/>
                  </a:cubicBezTo>
                  <a:cubicBezTo>
                    <a:pt x="10253" y="12555"/>
                    <a:pt x="10968" y="12585"/>
                    <a:pt x="11680" y="12585"/>
                  </a:cubicBezTo>
                  <a:cubicBezTo>
                    <a:pt x="11710" y="12585"/>
                    <a:pt x="11741" y="12585"/>
                    <a:pt x="11772" y="12585"/>
                  </a:cubicBezTo>
                  <a:cubicBezTo>
                    <a:pt x="14089" y="12585"/>
                    <a:pt x="16395" y="12253"/>
                    <a:pt x="18619" y="11598"/>
                  </a:cubicBezTo>
                  <a:cubicBezTo>
                    <a:pt x="20926" y="10910"/>
                    <a:pt x="22934" y="9469"/>
                    <a:pt x="24325" y="7505"/>
                  </a:cubicBezTo>
                  <a:cubicBezTo>
                    <a:pt x="25671" y="5580"/>
                    <a:pt x="25620" y="3129"/>
                    <a:pt x="25391" y="985"/>
                  </a:cubicBezTo>
                  <a:lnTo>
                    <a:pt x="25279" y="94"/>
                  </a:lnTo>
                  <a:cubicBezTo>
                    <a:pt x="25275" y="50"/>
                    <a:pt x="25242" y="12"/>
                    <a:pt x="25198" y="4"/>
                  </a:cubicBezTo>
                  <a:cubicBezTo>
                    <a:pt x="25190" y="2"/>
                    <a:pt x="25182" y="1"/>
                    <a:pt x="2517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36"/>
            <p:cNvSpPr/>
            <p:nvPr/>
          </p:nvSpPr>
          <p:spPr>
            <a:xfrm>
              <a:off x="4451856" y="1662391"/>
              <a:ext cx="1217202" cy="998592"/>
            </a:xfrm>
            <a:custGeom>
              <a:rect b="b" l="l" r="r" t="t"/>
              <a:pathLst>
                <a:path extrusionOk="0" h="21757" w="26520">
                  <a:moveTo>
                    <a:pt x="7544" y="0"/>
                  </a:moveTo>
                  <a:cubicBezTo>
                    <a:pt x="5656" y="0"/>
                    <a:pt x="3781" y="737"/>
                    <a:pt x="2244" y="2439"/>
                  </a:cubicBezTo>
                  <a:cubicBezTo>
                    <a:pt x="0" y="4928"/>
                    <a:pt x="226" y="8411"/>
                    <a:pt x="2108" y="11071"/>
                  </a:cubicBezTo>
                  <a:cubicBezTo>
                    <a:pt x="2790" y="12072"/>
                    <a:pt x="3651" y="12936"/>
                    <a:pt x="4649" y="13619"/>
                  </a:cubicBezTo>
                  <a:cubicBezTo>
                    <a:pt x="6355" y="14728"/>
                    <a:pt x="8401" y="15267"/>
                    <a:pt x="10256" y="16074"/>
                  </a:cubicBezTo>
                  <a:cubicBezTo>
                    <a:pt x="10929" y="16360"/>
                    <a:pt x="11609" y="16656"/>
                    <a:pt x="12288" y="16965"/>
                  </a:cubicBezTo>
                  <a:lnTo>
                    <a:pt x="12288" y="16966"/>
                  </a:lnTo>
                  <a:cubicBezTo>
                    <a:pt x="13884" y="17727"/>
                    <a:pt x="15421" y="18610"/>
                    <a:pt x="16883" y="19608"/>
                  </a:cubicBezTo>
                  <a:cubicBezTo>
                    <a:pt x="18261" y="20517"/>
                    <a:pt x="20389" y="21757"/>
                    <a:pt x="22172" y="21757"/>
                  </a:cubicBezTo>
                  <a:cubicBezTo>
                    <a:pt x="23192" y="21757"/>
                    <a:pt x="24099" y="21352"/>
                    <a:pt x="24688" y="20248"/>
                  </a:cubicBezTo>
                  <a:cubicBezTo>
                    <a:pt x="26519" y="16835"/>
                    <a:pt x="23138" y="14063"/>
                    <a:pt x="21240" y="12528"/>
                  </a:cubicBezTo>
                  <a:cubicBezTo>
                    <a:pt x="19800" y="11357"/>
                    <a:pt x="18793" y="10897"/>
                    <a:pt x="17839" y="9315"/>
                  </a:cubicBezTo>
                  <a:cubicBezTo>
                    <a:pt x="16883" y="7732"/>
                    <a:pt x="16228" y="5950"/>
                    <a:pt x="15187" y="4410"/>
                  </a:cubicBezTo>
                  <a:cubicBezTo>
                    <a:pt x="13401" y="1751"/>
                    <a:pt x="10456" y="0"/>
                    <a:pt x="7544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36"/>
            <p:cNvSpPr/>
            <p:nvPr/>
          </p:nvSpPr>
          <p:spPr>
            <a:xfrm>
              <a:off x="4450800" y="1657205"/>
              <a:ext cx="1224454" cy="1008827"/>
            </a:xfrm>
            <a:custGeom>
              <a:rect b="b" l="l" r="r" t="t"/>
              <a:pathLst>
                <a:path extrusionOk="0" h="21980" w="26678">
                  <a:moveTo>
                    <a:pt x="7560" y="213"/>
                  </a:moveTo>
                  <a:cubicBezTo>
                    <a:pt x="7734" y="213"/>
                    <a:pt x="7908" y="218"/>
                    <a:pt x="8095" y="232"/>
                  </a:cubicBezTo>
                  <a:cubicBezTo>
                    <a:pt x="10763" y="424"/>
                    <a:pt x="13458" y="2087"/>
                    <a:pt x="15133" y="4575"/>
                  </a:cubicBezTo>
                  <a:cubicBezTo>
                    <a:pt x="15687" y="5443"/>
                    <a:pt x="16181" y="6347"/>
                    <a:pt x="16614" y="7282"/>
                  </a:cubicBezTo>
                  <a:cubicBezTo>
                    <a:pt x="16976" y="8013"/>
                    <a:pt x="17351" y="8772"/>
                    <a:pt x="17779" y="9484"/>
                  </a:cubicBezTo>
                  <a:cubicBezTo>
                    <a:pt x="18505" y="10687"/>
                    <a:pt x="19254" y="11246"/>
                    <a:pt x="20201" y="11951"/>
                  </a:cubicBezTo>
                  <a:cubicBezTo>
                    <a:pt x="20518" y="12188"/>
                    <a:pt x="20846" y="12434"/>
                    <a:pt x="21206" y="12726"/>
                  </a:cubicBezTo>
                  <a:cubicBezTo>
                    <a:pt x="23018" y="14209"/>
                    <a:pt x="26408" y="16968"/>
                    <a:pt x="24617" y="20313"/>
                  </a:cubicBezTo>
                  <a:cubicBezTo>
                    <a:pt x="24291" y="20986"/>
                    <a:pt x="23688" y="21483"/>
                    <a:pt x="22965" y="21674"/>
                  </a:cubicBezTo>
                  <a:cubicBezTo>
                    <a:pt x="22729" y="21734"/>
                    <a:pt x="22475" y="21763"/>
                    <a:pt x="22204" y="21763"/>
                  </a:cubicBezTo>
                  <a:cubicBezTo>
                    <a:pt x="20872" y="21763"/>
                    <a:pt x="19115" y="21049"/>
                    <a:pt x="16966" y="19631"/>
                  </a:cubicBezTo>
                  <a:cubicBezTo>
                    <a:pt x="15498" y="18632"/>
                    <a:pt x="13957" y="17746"/>
                    <a:pt x="12353" y="16982"/>
                  </a:cubicBezTo>
                  <a:cubicBezTo>
                    <a:pt x="11698" y="16682"/>
                    <a:pt x="11029" y="16391"/>
                    <a:pt x="10389" y="16113"/>
                  </a:cubicBezTo>
                  <a:lnTo>
                    <a:pt x="10321" y="16083"/>
                  </a:lnTo>
                  <a:cubicBezTo>
                    <a:pt x="9710" y="15818"/>
                    <a:pt x="9068" y="15577"/>
                    <a:pt x="8449" y="15345"/>
                  </a:cubicBezTo>
                  <a:cubicBezTo>
                    <a:pt x="7177" y="14870"/>
                    <a:pt x="5864" y="14377"/>
                    <a:pt x="4730" y="13638"/>
                  </a:cubicBezTo>
                  <a:cubicBezTo>
                    <a:pt x="3742" y="12962"/>
                    <a:pt x="2891" y="12106"/>
                    <a:pt x="2219" y="11116"/>
                  </a:cubicBezTo>
                  <a:cubicBezTo>
                    <a:pt x="232" y="8318"/>
                    <a:pt x="282" y="4901"/>
                    <a:pt x="2346" y="2617"/>
                  </a:cubicBezTo>
                  <a:cubicBezTo>
                    <a:pt x="3772" y="1037"/>
                    <a:pt x="5565" y="213"/>
                    <a:pt x="7559" y="213"/>
                  </a:cubicBezTo>
                  <a:close/>
                  <a:moveTo>
                    <a:pt x="7556" y="1"/>
                  </a:moveTo>
                  <a:cubicBezTo>
                    <a:pt x="5502" y="1"/>
                    <a:pt x="3658" y="850"/>
                    <a:pt x="2190" y="2474"/>
                  </a:cubicBezTo>
                  <a:cubicBezTo>
                    <a:pt x="59" y="4842"/>
                    <a:pt x="1" y="8358"/>
                    <a:pt x="2047" y="11240"/>
                  </a:cubicBezTo>
                  <a:cubicBezTo>
                    <a:pt x="2734" y="12252"/>
                    <a:pt x="3605" y="13125"/>
                    <a:pt x="4616" y="13815"/>
                  </a:cubicBezTo>
                  <a:cubicBezTo>
                    <a:pt x="5767" y="14569"/>
                    <a:pt x="7097" y="15065"/>
                    <a:pt x="8376" y="15546"/>
                  </a:cubicBezTo>
                  <a:cubicBezTo>
                    <a:pt x="8994" y="15775"/>
                    <a:pt x="9633" y="16015"/>
                    <a:pt x="10237" y="16278"/>
                  </a:cubicBezTo>
                  <a:lnTo>
                    <a:pt x="10306" y="16308"/>
                  </a:lnTo>
                  <a:cubicBezTo>
                    <a:pt x="10950" y="16588"/>
                    <a:pt x="11613" y="16878"/>
                    <a:pt x="12268" y="17176"/>
                  </a:cubicBezTo>
                  <a:cubicBezTo>
                    <a:pt x="13860" y="17937"/>
                    <a:pt x="15392" y="18817"/>
                    <a:pt x="16851" y="19810"/>
                  </a:cubicBezTo>
                  <a:cubicBezTo>
                    <a:pt x="19052" y="21263"/>
                    <a:pt x="20809" y="21979"/>
                    <a:pt x="22181" y="21979"/>
                  </a:cubicBezTo>
                  <a:cubicBezTo>
                    <a:pt x="22463" y="21979"/>
                    <a:pt x="22741" y="21947"/>
                    <a:pt x="23014" y="21881"/>
                  </a:cubicBezTo>
                  <a:cubicBezTo>
                    <a:pt x="23795" y="21676"/>
                    <a:pt x="24449" y="21141"/>
                    <a:pt x="24803" y="20414"/>
                  </a:cubicBezTo>
                  <a:cubicBezTo>
                    <a:pt x="26678" y="16912"/>
                    <a:pt x="23197" y="14080"/>
                    <a:pt x="21328" y="12560"/>
                  </a:cubicBezTo>
                  <a:cubicBezTo>
                    <a:pt x="20957" y="12265"/>
                    <a:pt x="20636" y="12018"/>
                    <a:pt x="20319" y="11782"/>
                  </a:cubicBezTo>
                  <a:cubicBezTo>
                    <a:pt x="19388" y="11080"/>
                    <a:pt x="18654" y="10543"/>
                    <a:pt x="17951" y="9374"/>
                  </a:cubicBezTo>
                  <a:cubicBezTo>
                    <a:pt x="17524" y="8679"/>
                    <a:pt x="17153" y="7915"/>
                    <a:pt x="16796" y="7185"/>
                  </a:cubicBezTo>
                  <a:cubicBezTo>
                    <a:pt x="16360" y="6243"/>
                    <a:pt x="15861" y="5331"/>
                    <a:pt x="15303" y="4456"/>
                  </a:cubicBezTo>
                  <a:cubicBezTo>
                    <a:pt x="13595" y="1914"/>
                    <a:pt x="10834" y="214"/>
                    <a:pt x="8105" y="20"/>
                  </a:cubicBezTo>
                  <a:cubicBezTo>
                    <a:pt x="7921" y="7"/>
                    <a:pt x="7738" y="1"/>
                    <a:pt x="755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36"/>
            <p:cNvSpPr/>
            <p:nvPr/>
          </p:nvSpPr>
          <p:spPr>
            <a:xfrm>
              <a:off x="4654677" y="1687727"/>
              <a:ext cx="961966" cy="901702"/>
            </a:xfrm>
            <a:custGeom>
              <a:rect b="b" l="l" r="r" t="t"/>
              <a:pathLst>
                <a:path extrusionOk="0" h="19646" w="20959">
                  <a:moveTo>
                    <a:pt x="2378" y="0"/>
                  </a:moveTo>
                  <a:cubicBezTo>
                    <a:pt x="1595" y="0"/>
                    <a:pt x="821" y="124"/>
                    <a:pt x="85" y="381"/>
                  </a:cubicBezTo>
                  <a:cubicBezTo>
                    <a:pt x="84" y="381"/>
                    <a:pt x="82" y="383"/>
                    <a:pt x="81" y="383"/>
                  </a:cubicBezTo>
                  <a:cubicBezTo>
                    <a:pt x="27" y="404"/>
                    <a:pt x="0" y="465"/>
                    <a:pt x="21" y="518"/>
                  </a:cubicBezTo>
                  <a:cubicBezTo>
                    <a:pt x="21" y="520"/>
                    <a:pt x="23" y="521"/>
                    <a:pt x="23" y="523"/>
                  </a:cubicBezTo>
                  <a:cubicBezTo>
                    <a:pt x="39" y="564"/>
                    <a:pt x="78" y="589"/>
                    <a:pt x="119" y="589"/>
                  </a:cubicBezTo>
                  <a:cubicBezTo>
                    <a:pt x="131" y="589"/>
                    <a:pt x="143" y="587"/>
                    <a:pt x="155" y="582"/>
                  </a:cubicBezTo>
                  <a:cubicBezTo>
                    <a:pt x="871" y="332"/>
                    <a:pt x="1622" y="213"/>
                    <a:pt x="2384" y="213"/>
                  </a:cubicBezTo>
                  <a:cubicBezTo>
                    <a:pt x="5183" y="213"/>
                    <a:pt x="8120" y="1834"/>
                    <a:pt x="9964" y="4568"/>
                  </a:cubicBezTo>
                  <a:cubicBezTo>
                    <a:pt x="10523" y="5435"/>
                    <a:pt x="11021" y="6340"/>
                    <a:pt x="11458" y="7274"/>
                  </a:cubicBezTo>
                  <a:cubicBezTo>
                    <a:pt x="11818" y="8008"/>
                    <a:pt x="12193" y="8764"/>
                    <a:pt x="12620" y="9477"/>
                  </a:cubicBezTo>
                  <a:cubicBezTo>
                    <a:pt x="13347" y="10682"/>
                    <a:pt x="14096" y="11239"/>
                    <a:pt x="15043" y="11944"/>
                  </a:cubicBezTo>
                  <a:cubicBezTo>
                    <a:pt x="15360" y="12181"/>
                    <a:pt x="15686" y="12425"/>
                    <a:pt x="16046" y="12719"/>
                  </a:cubicBezTo>
                  <a:cubicBezTo>
                    <a:pt x="17800" y="14145"/>
                    <a:pt x="20737" y="16524"/>
                    <a:pt x="19805" y="19510"/>
                  </a:cubicBezTo>
                  <a:cubicBezTo>
                    <a:pt x="19788" y="19566"/>
                    <a:pt x="19818" y="19626"/>
                    <a:pt x="19875" y="19645"/>
                  </a:cubicBezTo>
                  <a:lnTo>
                    <a:pt x="19907" y="19645"/>
                  </a:lnTo>
                  <a:cubicBezTo>
                    <a:pt x="19947" y="19641"/>
                    <a:pt x="19982" y="19612"/>
                    <a:pt x="19997" y="19574"/>
                  </a:cubicBezTo>
                  <a:cubicBezTo>
                    <a:pt x="20958" y="16459"/>
                    <a:pt x="17954" y="14013"/>
                    <a:pt x="16158" y="12552"/>
                  </a:cubicBezTo>
                  <a:cubicBezTo>
                    <a:pt x="15786" y="12257"/>
                    <a:pt x="15464" y="12013"/>
                    <a:pt x="15147" y="11773"/>
                  </a:cubicBezTo>
                  <a:cubicBezTo>
                    <a:pt x="14217" y="11072"/>
                    <a:pt x="13486" y="10534"/>
                    <a:pt x="12780" y="9366"/>
                  </a:cubicBezTo>
                  <a:cubicBezTo>
                    <a:pt x="12354" y="8663"/>
                    <a:pt x="11985" y="7909"/>
                    <a:pt x="11626" y="7180"/>
                  </a:cubicBezTo>
                  <a:cubicBezTo>
                    <a:pt x="11190" y="6237"/>
                    <a:pt x="10691" y="5325"/>
                    <a:pt x="10134" y="4448"/>
                  </a:cubicBezTo>
                  <a:cubicBezTo>
                    <a:pt x="8256" y="1654"/>
                    <a:pt x="5246" y="0"/>
                    <a:pt x="237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36"/>
            <p:cNvSpPr/>
            <p:nvPr/>
          </p:nvSpPr>
          <p:spPr>
            <a:xfrm>
              <a:off x="4787183" y="1708013"/>
              <a:ext cx="177761" cy="144669"/>
            </a:xfrm>
            <a:custGeom>
              <a:rect b="b" l="l" r="r" t="t"/>
              <a:pathLst>
                <a:path extrusionOk="0" h="3152" w="3873">
                  <a:moveTo>
                    <a:pt x="3761" y="0"/>
                  </a:moveTo>
                  <a:cubicBezTo>
                    <a:pt x="3759" y="0"/>
                    <a:pt x="3757" y="0"/>
                    <a:pt x="3755" y="0"/>
                  </a:cubicBezTo>
                  <a:cubicBezTo>
                    <a:pt x="1985" y="91"/>
                    <a:pt x="474" y="1311"/>
                    <a:pt x="12" y="3023"/>
                  </a:cubicBezTo>
                  <a:cubicBezTo>
                    <a:pt x="12" y="3023"/>
                    <a:pt x="12" y="3023"/>
                    <a:pt x="12" y="3024"/>
                  </a:cubicBezTo>
                  <a:cubicBezTo>
                    <a:pt x="0" y="3081"/>
                    <a:pt x="36" y="3138"/>
                    <a:pt x="94" y="3151"/>
                  </a:cubicBezTo>
                  <a:lnTo>
                    <a:pt x="109" y="3151"/>
                  </a:lnTo>
                  <a:cubicBezTo>
                    <a:pt x="112" y="3151"/>
                    <a:pt x="115" y="3151"/>
                    <a:pt x="118" y="3151"/>
                  </a:cubicBezTo>
                  <a:cubicBezTo>
                    <a:pt x="165" y="3151"/>
                    <a:pt x="208" y="3118"/>
                    <a:pt x="219" y="3072"/>
                  </a:cubicBezTo>
                  <a:cubicBezTo>
                    <a:pt x="658" y="1451"/>
                    <a:pt x="2092" y="297"/>
                    <a:pt x="3770" y="215"/>
                  </a:cubicBezTo>
                  <a:cubicBezTo>
                    <a:pt x="3830" y="210"/>
                    <a:pt x="3873" y="160"/>
                    <a:pt x="3870" y="100"/>
                  </a:cubicBezTo>
                  <a:cubicBezTo>
                    <a:pt x="3866" y="43"/>
                    <a:pt x="3817" y="0"/>
                    <a:pt x="376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36"/>
            <p:cNvSpPr/>
            <p:nvPr/>
          </p:nvSpPr>
          <p:spPr>
            <a:xfrm>
              <a:off x="4517444" y="1853371"/>
              <a:ext cx="457231" cy="501017"/>
            </a:xfrm>
            <a:custGeom>
              <a:rect b="b" l="l" r="r" t="t"/>
              <a:pathLst>
                <a:path extrusionOk="0" h="10916" w="9962">
                  <a:moveTo>
                    <a:pt x="3405" y="0"/>
                  </a:moveTo>
                  <a:cubicBezTo>
                    <a:pt x="1015" y="0"/>
                    <a:pt x="0" y="2208"/>
                    <a:pt x="0" y="2208"/>
                  </a:cubicBezTo>
                  <a:cubicBezTo>
                    <a:pt x="268" y="5646"/>
                    <a:pt x="1957" y="6723"/>
                    <a:pt x="4299" y="8737"/>
                  </a:cubicBezTo>
                  <a:cubicBezTo>
                    <a:pt x="6641" y="10753"/>
                    <a:pt x="9961" y="10916"/>
                    <a:pt x="9961" y="10916"/>
                  </a:cubicBezTo>
                  <a:cubicBezTo>
                    <a:pt x="9070" y="9260"/>
                    <a:pt x="8498" y="7451"/>
                    <a:pt x="8274" y="5584"/>
                  </a:cubicBezTo>
                  <a:cubicBezTo>
                    <a:pt x="7948" y="2590"/>
                    <a:pt x="7240" y="685"/>
                    <a:pt x="4245" y="87"/>
                  </a:cubicBezTo>
                  <a:cubicBezTo>
                    <a:pt x="3948" y="27"/>
                    <a:pt x="3668" y="0"/>
                    <a:pt x="340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36"/>
            <p:cNvSpPr/>
            <p:nvPr/>
          </p:nvSpPr>
          <p:spPr>
            <a:xfrm>
              <a:off x="4512533" y="1848873"/>
              <a:ext cx="467007" cy="510839"/>
            </a:xfrm>
            <a:custGeom>
              <a:rect b="b" l="l" r="r" t="t"/>
              <a:pathLst>
                <a:path extrusionOk="0" h="11130" w="10175">
                  <a:moveTo>
                    <a:pt x="3506" y="211"/>
                  </a:moveTo>
                  <a:cubicBezTo>
                    <a:pt x="3764" y="211"/>
                    <a:pt x="4038" y="237"/>
                    <a:pt x="4329" y="295"/>
                  </a:cubicBezTo>
                  <a:cubicBezTo>
                    <a:pt x="7205" y="871"/>
                    <a:pt x="7938" y="2638"/>
                    <a:pt x="8273" y="5700"/>
                  </a:cubicBezTo>
                  <a:cubicBezTo>
                    <a:pt x="8495" y="7515"/>
                    <a:pt x="9038" y="9275"/>
                    <a:pt x="9878" y="10901"/>
                  </a:cubicBezTo>
                  <a:cubicBezTo>
                    <a:pt x="9138" y="10829"/>
                    <a:pt x="6438" y="10457"/>
                    <a:pt x="4475" y="8768"/>
                  </a:cubicBezTo>
                  <a:cubicBezTo>
                    <a:pt x="4248" y="8573"/>
                    <a:pt x="4035" y="8390"/>
                    <a:pt x="3822" y="8212"/>
                  </a:cubicBezTo>
                  <a:cubicBezTo>
                    <a:pt x="1800" y="6502"/>
                    <a:pt x="460" y="5372"/>
                    <a:pt x="213" y="2336"/>
                  </a:cubicBezTo>
                  <a:cubicBezTo>
                    <a:pt x="337" y="2082"/>
                    <a:pt x="1326" y="211"/>
                    <a:pt x="3506" y="211"/>
                  </a:cubicBezTo>
                  <a:close/>
                  <a:moveTo>
                    <a:pt x="3517" y="1"/>
                  </a:moveTo>
                  <a:cubicBezTo>
                    <a:pt x="1080" y="1"/>
                    <a:pt x="15" y="2245"/>
                    <a:pt x="5" y="2272"/>
                  </a:cubicBezTo>
                  <a:cubicBezTo>
                    <a:pt x="0" y="2289"/>
                    <a:pt x="0" y="2306"/>
                    <a:pt x="5" y="2323"/>
                  </a:cubicBezTo>
                  <a:cubicBezTo>
                    <a:pt x="253" y="5470"/>
                    <a:pt x="1696" y="6688"/>
                    <a:pt x="3690" y="8375"/>
                  </a:cubicBezTo>
                  <a:cubicBezTo>
                    <a:pt x="3901" y="8553"/>
                    <a:pt x="4119" y="8736"/>
                    <a:pt x="4342" y="8928"/>
                  </a:cubicBezTo>
                  <a:cubicBezTo>
                    <a:pt x="6684" y="10942"/>
                    <a:pt x="10034" y="11130"/>
                    <a:pt x="10065" y="11130"/>
                  </a:cubicBezTo>
                  <a:cubicBezTo>
                    <a:pt x="10103" y="11130"/>
                    <a:pt x="10135" y="11111"/>
                    <a:pt x="10155" y="11079"/>
                  </a:cubicBezTo>
                  <a:cubicBezTo>
                    <a:pt x="10174" y="11045"/>
                    <a:pt x="10174" y="11005"/>
                    <a:pt x="10155" y="10971"/>
                  </a:cubicBezTo>
                  <a:cubicBezTo>
                    <a:pt x="9275" y="9325"/>
                    <a:pt x="8708" y="7531"/>
                    <a:pt x="8481" y="5680"/>
                  </a:cubicBezTo>
                  <a:cubicBezTo>
                    <a:pt x="8145" y="2592"/>
                    <a:pt x="7356" y="688"/>
                    <a:pt x="4370" y="88"/>
                  </a:cubicBezTo>
                  <a:cubicBezTo>
                    <a:pt x="4069" y="28"/>
                    <a:pt x="3785" y="1"/>
                    <a:pt x="351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36"/>
            <p:cNvSpPr/>
            <p:nvPr/>
          </p:nvSpPr>
          <p:spPr>
            <a:xfrm>
              <a:off x="3444865" y="1915562"/>
              <a:ext cx="1346862" cy="727016"/>
            </a:xfrm>
            <a:custGeom>
              <a:rect b="b" l="l" r="r" t="t"/>
              <a:pathLst>
                <a:path extrusionOk="0" h="15840" w="29345">
                  <a:moveTo>
                    <a:pt x="22582" y="0"/>
                  </a:moveTo>
                  <a:lnTo>
                    <a:pt x="7447" y="745"/>
                  </a:lnTo>
                  <a:cubicBezTo>
                    <a:pt x="7447" y="745"/>
                    <a:pt x="4674" y="1634"/>
                    <a:pt x="2889" y="2634"/>
                  </a:cubicBezTo>
                  <a:cubicBezTo>
                    <a:pt x="1106" y="3633"/>
                    <a:pt x="1" y="8081"/>
                    <a:pt x="1945" y="10311"/>
                  </a:cubicBezTo>
                  <a:cubicBezTo>
                    <a:pt x="3890" y="12542"/>
                    <a:pt x="8447" y="15481"/>
                    <a:pt x="13505" y="15813"/>
                  </a:cubicBezTo>
                  <a:cubicBezTo>
                    <a:pt x="13781" y="15831"/>
                    <a:pt x="14061" y="15840"/>
                    <a:pt x="14346" y="15840"/>
                  </a:cubicBezTo>
                  <a:cubicBezTo>
                    <a:pt x="19289" y="15840"/>
                    <a:pt x="25453" y="13167"/>
                    <a:pt x="27343" y="9646"/>
                  </a:cubicBezTo>
                  <a:cubicBezTo>
                    <a:pt x="29345" y="5922"/>
                    <a:pt x="27955" y="2198"/>
                    <a:pt x="26455" y="1254"/>
                  </a:cubicBezTo>
                  <a:cubicBezTo>
                    <a:pt x="24954" y="310"/>
                    <a:pt x="22582" y="0"/>
                    <a:pt x="225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36"/>
            <p:cNvSpPr/>
            <p:nvPr/>
          </p:nvSpPr>
          <p:spPr>
            <a:xfrm>
              <a:off x="3473184" y="1910375"/>
              <a:ext cx="1327493" cy="736838"/>
            </a:xfrm>
            <a:custGeom>
              <a:rect b="b" l="l" r="r" t="t"/>
              <a:pathLst>
                <a:path extrusionOk="0" h="16054" w="28923">
                  <a:moveTo>
                    <a:pt x="21951" y="217"/>
                  </a:moveTo>
                  <a:cubicBezTo>
                    <a:pt x="21975" y="219"/>
                    <a:pt x="24317" y="529"/>
                    <a:pt x="25779" y="1450"/>
                  </a:cubicBezTo>
                  <a:cubicBezTo>
                    <a:pt x="27160" y="2318"/>
                    <a:pt x="28668" y="5916"/>
                    <a:pt x="26633" y="9701"/>
                  </a:cubicBezTo>
                  <a:cubicBezTo>
                    <a:pt x="24831" y="13062"/>
                    <a:pt x="18883" y="15842"/>
                    <a:pt x="13774" y="15842"/>
                  </a:cubicBezTo>
                  <a:cubicBezTo>
                    <a:pt x="13478" y="15842"/>
                    <a:pt x="13185" y="15833"/>
                    <a:pt x="12896" y="15814"/>
                  </a:cubicBezTo>
                  <a:cubicBezTo>
                    <a:pt x="7677" y="15467"/>
                    <a:pt x="3167" y="12355"/>
                    <a:pt x="1409" y="10348"/>
                  </a:cubicBezTo>
                  <a:cubicBezTo>
                    <a:pt x="548" y="9364"/>
                    <a:pt x="222" y="7826"/>
                    <a:pt x="511" y="6132"/>
                  </a:cubicBezTo>
                  <a:cubicBezTo>
                    <a:pt x="774" y="4607"/>
                    <a:pt x="1486" y="3313"/>
                    <a:pt x="2326" y="2842"/>
                  </a:cubicBezTo>
                  <a:cubicBezTo>
                    <a:pt x="4013" y="1894"/>
                    <a:pt x="6636" y="1035"/>
                    <a:pt x="6849" y="966"/>
                  </a:cubicBezTo>
                  <a:lnTo>
                    <a:pt x="21951" y="217"/>
                  </a:lnTo>
                  <a:close/>
                  <a:moveTo>
                    <a:pt x="21966" y="0"/>
                  </a:moveTo>
                  <a:lnTo>
                    <a:pt x="6825" y="749"/>
                  </a:lnTo>
                  <a:lnTo>
                    <a:pt x="6799" y="749"/>
                  </a:lnTo>
                  <a:cubicBezTo>
                    <a:pt x="6770" y="759"/>
                    <a:pt x="3989" y="1653"/>
                    <a:pt x="2222" y="2649"/>
                  </a:cubicBezTo>
                  <a:cubicBezTo>
                    <a:pt x="1328" y="3149"/>
                    <a:pt x="573" y="4500"/>
                    <a:pt x="302" y="6085"/>
                  </a:cubicBezTo>
                  <a:cubicBezTo>
                    <a:pt x="0" y="7845"/>
                    <a:pt x="346" y="9447"/>
                    <a:pt x="1249" y="10479"/>
                  </a:cubicBezTo>
                  <a:cubicBezTo>
                    <a:pt x="3030" y="12522"/>
                    <a:pt x="7598" y="15676"/>
                    <a:pt x="12882" y="16024"/>
                  </a:cubicBezTo>
                  <a:cubicBezTo>
                    <a:pt x="13173" y="16043"/>
                    <a:pt x="13466" y="16054"/>
                    <a:pt x="13765" y="16054"/>
                  </a:cubicBezTo>
                  <a:cubicBezTo>
                    <a:pt x="18945" y="16054"/>
                    <a:pt x="24986" y="13216"/>
                    <a:pt x="26826" y="9794"/>
                  </a:cubicBezTo>
                  <a:cubicBezTo>
                    <a:pt x="28923" y="5898"/>
                    <a:pt x="27338" y="2171"/>
                    <a:pt x="25902" y="1264"/>
                  </a:cubicBezTo>
                  <a:cubicBezTo>
                    <a:pt x="24398" y="320"/>
                    <a:pt x="22082" y="12"/>
                    <a:pt x="2196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36"/>
            <p:cNvSpPr/>
            <p:nvPr/>
          </p:nvSpPr>
          <p:spPr>
            <a:xfrm>
              <a:off x="4447817" y="1981195"/>
              <a:ext cx="371403" cy="314949"/>
            </a:xfrm>
            <a:custGeom>
              <a:rect b="b" l="l" r="r" t="t"/>
              <a:pathLst>
                <a:path extrusionOk="0" h="6862" w="8092">
                  <a:moveTo>
                    <a:pt x="7973" y="0"/>
                  </a:moveTo>
                  <a:cubicBezTo>
                    <a:pt x="7939" y="0"/>
                    <a:pt x="7905" y="16"/>
                    <a:pt x="7884" y="44"/>
                  </a:cubicBezTo>
                  <a:cubicBezTo>
                    <a:pt x="7850" y="82"/>
                    <a:pt x="4522" y="4734"/>
                    <a:pt x="79" y="6655"/>
                  </a:cubicBezTo>
                  <a:cubicBezTo>
                    <a:pt x="26" y="6679"/>
                    <a:pt x="0" y="6742"/>
                    <a:pt x="24" y="6795"/>
                  </a:cubicBezTo>
                  <a:cubicBezTo>
                    <a:pt x="42" y="6834"/>
                    <a:pt x="79" y="6858"/>
                    <a:pt x="122" y="6859"/>
                  </a:cubicBezTo>
                  <a:cubicBezTo>
                    <a:pt x="130" y="6861"/>
                    <a:pt x="137" y="6861"/>
                    <a:pt x="145" y="6861"/>
                  </a:cubicBezTo>
                  <a:cubicBezTo>
                    <a:pt x="152" y="6861"/>
                    <a:pt x="160" y="6861"/>
                    <a:pt x="167" y="6859"/>
                  </a:cubicBezTo>
                  <a:cubicBezTo>
                    <a:pt x="4662" y="4906"/>
                    <a:pt x="8026" y="214"/>
                    <a:pt x="8057" y="168"/>
                  </a:cubicBezTo>
                  <a:cubicBezTo>
                    <a:pt x="8057" y="168"/>
                    <a:pt x="8058" y="166"/>
                    <a:pt x="8058" y="166"/>
                  </a:cubicBezTo>
                  <a:cubicBezTo>
                    <a:pt x="8091" y="119"/>
                    <a:pt x="8081" y="52"/>
                    <a:pt x="8032" y="18"/>
                  </a:cubicBezTo>
                  <a:cubicBezTo>
                    <a:pt x="8014" y="6"/>
                    <a:pt x="7993" y="0"/>
                    <a:pt x="797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36"/>
            <p:cNvSpPr/>
            <p:nvPr/>
          </p:nvSpPr>
          <p:spPr>
            <a:xfrm>
              <a:off x="3594215" y="2227481"/>
              <a:ext cx="265609" cy="135214"/>
            </a:xfrm>
            <a:custGeom>
              <a:rect b="b" l="l" r="r" t="t"/>
              <a:pathLst>
                <a:path extrusionOk="0" h="2946" w="5787">
                  <a:moveTo>
                    <a:pt x="121" y="1"/>
                  </a:moveTo>
                  <a:cubicBezTo>
                    <a:pt x="90" y="1"/>
                    <a:pt x="60" y="14"/>
                    <a:pt x="39" y="38"/>
                  </a:cubicBezTo>
                  <a:cubicBezTo>
                    <a:pt x="0" y="85"/>
                    <a:pt x="6" y="152"/>
                    <a:pt x="52" y="190"/>
                  </a:cubicBezTo>
                  <a:cubicBezTo>
                    <a:pt x="79" y="214"/>
                    <a:pt x="2839" y="2516"/>
                    <a:pt x="5652" y="2943"/>
                  </a:cubicBezTo>
                  <a:lnTo>
                    <a:pt x="5667" y="2943"/>
                  </a:lnTo>
                  <a:lnTo>
                    <a:pt x="5667" y="2945"/>
                  </a:lnTo>
                  <a:cubicBezTo>
                    <a:pt x="5670" y="2945"/>
                    <a:pt x="5673" y="2945"/>
                    <a:pt x="5675" y="2945"/>
                  </a:cubicBezTo>
                  <a:cubicBezTo>
                    <a:pt x="5731" y="2945"/>
                    <a:pt x="5777" y="2903"/>
                    <a:pt x="5782" y="2847"/>
                  </a:cubicBezTo>
                  <a:cubicBezTo>
                    <a:pt x="5786" y="2789"/>
                    <a:pt x="5743" y="2736"/>
                    <a:pt x="5683" y="2732"/>
                  </a:cubicBezTo>
                  <a:cubicBezTo>
                    <a:pt x="2930" y="2317"/>
                    <a:pt x="219" y="49"/>
                    <a:pt x="191" y="27"/>
                  </a:cubicBezTo>
                  <a:cubicBezTo>
                    <a:pt x="170" y="9"/>
                    <a:pt x="145" y="1"/>
                    <a:pt x="12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36"/>
            <p:cNvSpPr/>
            <p:nvPr/>
          </p:nvSpPr>
          <p:spPr>
            <a:xfrm>
              <a:off x="3444865" y="2014930"/>
              <a:ext cx="245735" cy="436898"/>
            </a:xfrm>
            <a:custGeom>
              <a:rect b="b" l="l" r="r" t="t"/>
              <a:pathLst>
                <a:path extrusionOk="0" h="9519" w="5354">
                  <a:moveTo>
                    <a:pt x="3806" y="0"/>
                  </a:moveTo>
                  <a:cubicBezTo>
                    <a:pt x="3486" y="151"/>
                    <a:pt x="3168" y="308"/>
                    <a:pt x="2891" y="469"/>
                  </a:cubicBezTo>
                  <a:cubicBezTo>
                    <a:pt x="1111" y="1468"/>
                    <a:pt x="1" y="5916"/>
                    <a:pt x="1945" y="8146"/>
                  </a:cubicBezTo>
                  <a:cubicBezTo>
                    <a:pt x="2387" y="8642"/>
                    <a:pt x="2868" y="9101"/>
                    <a:pt x="3385" y="9519"/>
                  </a:cubicBezTo>
                  <a:cubicBezTo>
                    <a:pt x="3538" y="9354"/>
                    <a:pt x="3678" y="9177"/>
                    <a:pt x="3806" y="8990"/>
                  </a:cubicBezTo>
                  <a:cubicBezTo>
                    <a:pt x="5353" y="6775"/>
                    <a:pt x="5328" y="2390"/>
                    <a:pt x="38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36"/>
            <p:cNvSpPr/>
            <p:nvPr/>
          </p:nvSpPr>
          <p:spPr>
            <a:xfrm>
              <a:off x="3473184" y="2009973"/>
              <a:ext cx="222144" cy="446399"/>
            </a:xfrm>
            <a:custGeom>
              <a:rect b="b" l="l" r="r" t="t"/>
              <a:pathLst>
                <a:path extrusionOk="0" h="9726" w="4840">
                  <a:moveTo>
                    <a:pt x="3149" y="247"/>
                  </a:moveTo>
                  <a:cubicBezTo>
                    <a:pt x="4625" y="2645"/>
                    <a:pt x="4604" y="6887"/>
                    <a:pt x="3103" y="9046"/>
                  </a:cubicBezTo>
                  <a:cubicBezTo>
                    <a:pt x="2996" y="9197"/>
                    <a:pt x="2881" y="9338"/>
                    <a:pt x="2758" y="9474"/>
                  </a:cubicBezTo>
                  <a:cubicBezTo>
                    <a:pt x="2275" y="9078"/>
                    <a:pt x="1824" y="8644"/>
                    <a:pt x="1409" y="8180"/>
                  </a:cubicBezTo>
                  <a:cubicBezTo>
                    <a:pt x="548" y="7194"/>
                    <a:pt x="222" y="5656"/>
                    <a:pt x="511" y="3962"/>
                  </a:cubicBezTo>
                  <a:cubicBezTo>
                    <a:pt x="774" y="2437"/>
                    <a:pt x="1486" y="1144"/>
                    <a:pt x="2326" y="672"/>
                  </a:cubicBezTo>
                  <a:cubicBezTo>
                    <a:pt x="2567" y="534"/>
                    <a:pt x="2844" y="391"/>
                    <a:pt x="3149" y="247"/>
                  </a:cubicBezTo>
                  <a:close/>
                  <a:moveTo>
                    <a:pt x="3191" y="1"/>
                  </a:moveTo>
                  <a:cubicBezTo>
                    <a:pt x="3176" y="1"/>
                    <a:pt x="3160" y="4"/>
                    <a:pt x="3145" y="11"/>
                  </a:cubicBezTo>
                  <a:cubicBezTo>
                    <a:pt x="2802" y="174"/>
                    <a:pt x="2491" y="333"/>
                    <a:pt x="2222" y="485"/>
                  </a:cubicBezTo>
                  <a:cubicBezTo>
                    <a:pt x="1328" y="985"/>
                    <a:pt x="573" y="2336"/>
                    <a:pt x="302" y="3923"/>
                  </a:cubicBezTo>
                  <a:cubicBezTo>
                    <a:pt x="0" y="5681"/>
                    <a:pt x="346" y="7283"/>
                    <a:pt x="1249" y="8315"/>
                  </a:cubicBezTo>
                  <a:cubicBezTo>
                    <a:pt x="1695" y="8815"/>
                    <a:pt x="2180" y="9280"/>
                    <a:pt x="2700" y="9701"/>
                  </a:cubicBezTo>
                  <a:cubicBezTo>
                    <a:pt x="2719" y="9716"/>
                    <a:pt x="2743" y="9725"/>
                    <a:pt x="2768" y="9725"/>
                  </a:cubicBezTo>
                  <a:cubicBezTo>
                    <a:pt x="2770" y="9725"/>
                    <a:pt x="2772" y="9725"/>
                    <a:pt x="2773" y="9725"/>
                  </a:cubicBezTo>
                  <a:cubicBezTo>
                    <a:pt x="2803" y="9725"/>
                    <a:pt x="2832" y="9713"/>
                    <a:pt x="2853" y="9691"/>
                  </a:cubicBezTo>
                  <a:cubicBezTo>
                    <a:pt x="3006" y="9524"/>
                    <a:pt x="3149" y="9347"/>
                    <a:pt x="3280" y="9159"/>
                  </a:cubicBezTo>
                  <a:cubicBezTo>
                    <a:pt x="4836" y="6925"/>
                    <a:pt x="4839" y="2498"/>
                    <a:pt x="3280" y="50"/>
                  </a:cubicBezTo>
                  <a:cubicBezTo>
                    <a:pt x="3260" y="18"/>
                    <a:pt x="3226" y="1"/>
                    <a:pt x="319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36"/>
            <p:cNvSpPr/>
            <p:nvPr/>
          </p:nvSpPr>
          <p:spPr>
            <a:xfrm>
              <a:off x="3722728" y="1667348"/>
              <a:ext cx="758594" cy="490782"/>
            </a:xfrm>
            <a:custGeom>
              <a:rect b="b" l="l" r="r" t="t"/>
              <a:pathLst>
                <a:path extrusionOk="0" h="10693" w="16528">
                  <a:moveTo>
                    <a:pt x="12339" y="0"/>
                  </a:moveTo>
                  <a:lnTo>
                    <a:pt x="4494" y="455"/>
                  </a:lnTo>
                  <a:cubicBezTo>
                    <a:pt x="4494" y="455"/>
                    <a:pt x="3238" y="910"/>
                    <a:pt x="2971" y="1254"/>
                  </a:cubicBezTo>
                  <a:cubicBezTo>
                    <a:pt x="2705" y="1597"/>
                    <a:pt x="1" y="6698"/>
                    <a:pt x="1" y="6698"/>
                  </a:cubicBezTo>
                  <a:cubicBezTo>
                    <a:pt x="1" y="6698"/>
                    <a:pt x="5181" y="10392"/>
                    <a:pt x="7891" y="10658"/>
                  </a:cubicBezTo>
                  <a:cubicBezTo>
                    <a:pt x="8127" y="10681"/>
                    <a:pt x="8359" y="10693"/>
                    <a:pt x="8586" y="10693"/>
                  </a:cubicBezTo>
                  <a:cubicBezTo>
                    <a:pt x="10967" y="10693"/>
                    <a:pt x="12855" y="9476"/>
                    <a:pt x="14213" y="8260"/>
                  </a:cubicBezTo>
                  <a:cubicBezTo>
                    <a:pt x="15122" y="7430"/>
                    <a:pt x="15904" y="6470"/>
                    <a:pt x="16528" y="5408"/>
                  </a:cubicBezTo>
                  <a:cubicBezTo>
                    <a:pt x="16528" y="5408"/>
                    <a:pt x="13519" y="533"/>
                    <a:pt x="13216" y="306"/>
                  </a:cubicBezTo>
                  <a:cubicBezTo>
                    <a:pt x="12947" y="145"/>
                    <a:pt x="12649" y="41"/>
                    <a:pt x="1233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36"/>
            <p:cNvSpPr/>
            <p:nvPr/>
          </p:nvSpPr>
          <p:spPr>
            <a:xfrm>
              <a:off x="3717267" y="1662483"/>
              <a:ext cx="769334" cy="500558"/>
            </a:xfrm>
            <a:custGeom>
              <a:rect b="b" l="l" r="r" t="t"/>
              <a:pathLst>
                <a:path extrusionOk="0" h="10906" w="16762">
                  <a:moveTo>
                    <a:pt x="12444" y="211"/>
                  </a:moveTo>
                  <a:cubicBezTo>
                    <a:pt x="12735" y="248"/>
                    <a:pt x="13017" y="345"/>
                    <a:pt x="13271" y="494"/>
                  </a:cubicBezTo>
                  <a:cubicBezTo>
                    <a:pt x="13480" y="651"/>
                    <a:pt x="15360" y="3634"/>
                    <a:pt x="16523" y="5514"/>
                  </a:cubicBezTo>
                  <a:cubicBezTo>
                    <a:pt x="15904" y="6543"/>
                    <a:pt x="15139" y="7477"/>
                    <a:pt x="14253" y="8287"/>
                  </a:cubicBezTo>
                  <a:cubicBezTo>
                    <a:pt x="12473" y="9884"/>
                    <a:pt x="10608" y="10691"/>
                    <a:pt x="8695" y="10691"/>
                  </a:cubicBezTo>
                  <a:cubicBezTo>
                    <a:pt x="8468" y="10691"/>
                    <a:pt x="8241" y="10680"/>
                    <a:pt x="8013" y="10657"/>
                  </a:cubicBezTo>
                  <a:cubicBezTo>
                    <a:pt x="5545" y="10414"/>
                    <a:pt x="898" y="7227"/>
                    <a:pt x="258" y="6772"/>
                  </a:cubicBezTo>
                  <a:cubicBezTo>
                    <a:pt x="1205" y="4987"/>
                    <a:pt x="2980" y="1680"/>
                    <a:pt x="3178" y="1424"/>
                  </a:cubicBezTo>
                  <a:cubicBezTo>
                    <a:pt x="3376" y="1168"/>
                    <a:pt x="4284" y="794"/>
                    <a:pt x="4639" y="665"/>
                  </a:cubicBezTo>
                  <a:lnTo>
                    <a:pt x="12444" y="211"/>
                  </a:lnTo>
                  <a:close/>
                  <a:moveTo>
                    <a:pt x="12457" y="1"/>
                  </a:moveTo>
                  <a:lnTo>
                    <a:pt x="4610" y="459"/>
                  </a:lnTo>
                  <a:lnTo>
                    <a:pt x="4581" y="459"/>
                  </a:lnTo>
                  <a:cubicBezTo>
                    <a:pt x="4451" y="507"/>
                    <a:pt x="3287" y="951"/>
                    <a:pt x="3011" y="1293"/>
                  </a:cubicBezTo>
                  <a:cubicBezTo>
                    <a:pt x="2736" y="1637"/>
                    <a:pt x="138" y="6542"/>
                    <a:pt x="26" y="6755"/>
                  </a:cubicBezTo>
                  <a:cubicBezTo>
                    <a:pt x="1" y="6802"/>
                    <a:pt x="15" y="6860"/>
                    <a:pt x="59" y="6892"/>
                  </a:cubicBezTo>
                  <a:cubicBezTo>
                    <a:pt x="272" y="7033"/>
                    <a:pt x="5291" y="10605"/>
                    <a:pt x="7993" y="10871"/>
                  </a:cubicBezTo>
                  <a:cubicBezTo>
                    <a:pt x="8225" y="10894"/>
                    <a:pt x="8458" y="10906"/>
                    <a:pt x="8690" y="10906"/>
                  </a:cubicBezTo>
                  <a:cubicBezTo>
                    <a:pt x="10658" y="10906"/>
                    <a:pt x="12573" y="10079"/>
                    <a:pt x="14397" y="8450"/>
                  </a:cubicBezTo>
                  <a:cubicBezTo>
                    <a:pt x="15319" y="7612"/>
                    <a:pt x="16109" y="6640"/>
                    <a:pt x="16742" y="5568"/>
                  </a:cubicBezTo>
                  <a:cubicBezTo>
                    <a:pt x="16761" y="5535"/>
                    <a:pt x="16761" y="5493"/>
                    <a:pt x="16742" y="5461"/>
                  </a:cubicBezTo>
                  <a:cubicBezTo>
                    <a:pt x="16434" y="4959"/>
                    <a:pt x="13715" y="562"/>
                    <a:pt x="13402" y="328"/>
                  </a:cubicBezTo>
                  <a:cubicBezTo>
                    <a:pt x="13115" y="153"/>
                    <a:pt x="12792" y="41"/>
                    <a:pt x="1245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36"/>
            <p:cNvSpPr/>
            <p:nvPr/>
          </p:nvSpPr>
          <p:spPr>
            <a:xfrm>
              <a:off x="4044011" y="1913680"/>
              <a:ext cx="229992" cy="244450"/>
            </a:xfrm>
            <a:custGeom>
              <a:rect b="b" l="l" r="r" t="t"/>
              <a:pathLst>
                <a:path extrusionOk="0" h="5326" w="5011">
                  <a:moveTo>
                    <a:pt x="2419" y="0"/>
                  </a:moveTo>
                  <a:cubicBezTo>
                    <a:pt x="1631" y="0"/>
                    <a:pt x="463" y="3558"/>
                    <a:pt x="0" y="5114"/>
                  </a:cubicBezTo>
                  <a:cubicBezTo>
                    <a:pt x="292" y="5200"/>
                    <a:pt x="593" y="5260"/>
                    <a:pt x="895" y="5296"/>
                  </a:cubicBezTo>
                  <a:cubicBezTo>
                    <a:pt x="1115" y="5316"/>
                    <a:pt x="1334" y="5326"/>
                    <a:pt x="1553" y="5326"/>
                  </a:cubicBezTo>
                  <a:cubicBezTo>
                    <a:pt x="2758" y="5326"/>
                    <a:pt x="3947" y="5023"/>
                    <a:pt x="5010" y="4443"/>
                  </a:cubicBezTo>
                  <a:cubicBezTo>
                    <a:pt x="4433" y="3082"/>
                    <a:pt x="3277" y="482"/>
                    <a:pt x="2558" y="41"/>
                  </a:cubicBezTo>
                  <a:cubicBezTo>
                    <a:pt x="2513" y="14"/>
                    <a:pt x="2467" y="0"/>
                    <a:pt x="2419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36"/>
            <p:cNvSpPr/>
            <p:nvPr/>
          </p:nvSpPr>
          <p:spPr>
            <a:xfrm>
              <a:off x="4038870" y="1908585"/>
              <a:ext cx="240686" cy="254456"/>
            </a:xfrm>
            <a:custGeom>
              <a:rect b="b" l="l" r="r" t="t"/>
              <a:pathLst>
                <a:path extrusionOk="0" h="5544" w="5244">
                  <a:moveTo>
                    <a:pt x="2539" y="226"/>
                  </a:moveTo>
                  <a:cubicBezTo>
                    <a:pt x="2566" y="226"/>
                    <a:pt x="2593" y="233"/>
                    <a:pt x="2618" y="246"/>
                  </a:cubicBezTo>
                  <a:cubicBezTo>
                    <a:pt x="3114" y="544"/>
                    <a:pt x="3973" y="2098"/>
                    <a:pt x="4978" y="4510"/>
                  </a:cubicBezTo>
                  <a:cubicBezTo>
                    <a:pt x="3956" y="5048"/>
                    <a:pt x="2822" y="5327"/>
                    <a:pt x="1674" y="5327"/>
                  </a:cubicBezTo>
                  <a:cubicBezTo>
                    <a:pt x="1452" y="5327"/>
                    <a:pt x="1229" y="5316"/>
                    <a:pt x="1007" y="5295"/>
                  </a:cubicBezTo>
                  <a:cubicBezTo>
                    <a:pt x="748" y="5267"/>
                    <a:pt x="490" y="5218"/>
                    <a:pt x="237" y="5149"/>
                  </a:cubicBezTo>
                  <a:lnTo>
                    <a:pt x="236" y="5149"/>
                  </a:lnTo>
                  <a:cubicBezTo>
                    <a:pt x="1120" y="2256"/>
                    <a:pt x="1950" y="420"/>
                    <a:pt x="2462" y="246"/>
                  </a:cubicBezTo>
                  <a:cubicBezTo>
                    <a:pt x="2486" y="233"/>
                    <a:pt x="2512" y="226"/>
                    <a:pt x="2539" y="226"/>
                  </a:cubicBezTo>
                  <a:close/>
                  <a:moveTo>
                    <a:pt x="2541" y="0"/>
                  </a:moveTo>
                  <a:cubicBezTo>
                    <a:pt x="2492" y="0"/>
                    <a:pt x="2443" y="10"/>
                    <a:pt x="2396" y="29"/>
                  </a:cubicBezTo>
                  <a:cubicBezTo>
                    <a:pt x="1594" y="331"/>
                    <a:pt x="557" y="3394"/>
                    <a:pt x="11" y="5191"/>
                  </a:cubicBezTo>
                  <a:cubicBezTo>
                    <a:pt x="1" y="5218"/>
                    <a:pt x="1" y="5246"/>
                    <a:pt x="11" y="5273"/>
                  </a:cubicBezTo>
                  <a:cubicBezTo>
                    <a:pt x="24" y="5298"/>
                    <a:pt x="48" y="5317"/>
                    <a:pt x="75" y="5323"/>
                  </a:cubicBezTo>
                  <a:cubicBezTo>
                    <a:pt x="374" y="5413"/>
                    <a:pt x="679" y="5474"/>
                    <a:pt x="988" y="5509"/>
                  </a:cubicBezTo>
                  <a:cubicBezTo>
                    <a:pt x="1220" y="5532"/>
                    <a:pt x="1451" y="5544"/>
                    <a:pt x="1683" y="5544"/>
                  </a:cubicBezTo>
                  <a:cubicBezTo>
                    <a:pt x="2901" y="5536"/>
                    <a:pt x="4100" y="5231"/>
                    <a:pt x="5172" y="4656"/>
                  </a:cubicBezTo>
                  <a:cubicBezTo>
                    <a:pt x="5222" y="4631"/>
                    <a:pt x="5243" y="4571"/>
                    <a:pt x="5221" y="4519"/>
                  </a:cubicBezTo>
                  <a:cubicBezTo>
                    <a:pt x="4612" y="3042"/>
                    <a:pt x="3477" y="513"/>
                    <a:pt x="2739" y="55"/>
                  </a:cubicBezTo>
                  <a:cubicBezTo>
                    <a:pt x="2679" y="19"/>
                    <a:pt x="2610" y="0"/>
                    <a:pt x="254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36"/>
            <p:cNvSpPr/>
            <p:nvPr/>
          </p:nvSpPr>
          <p:spPr>
            <a:xfrm>
              <a:off x="4289058" y="1839831"/>
              <a:ext cx="171381" cy="207090"/>
            </a:xfrm>
            <a:custGeom>
              <a:rect b="b" l="l" r="r" t="t"/>
              <a:pathLst>
                <a:path extrusionOk="0" h="4512" w="3734">
                  <a:moveTo>
                    <a:pt x="1211" y="0"/>
                  </a:moveTo>
                  <a:cubicBezTo>
                    <a:pt x="1161" y="0"/>
                    <a:pt x="1113" y="6"/>
                    <a:pt x="1067" y="18"/>
                  </a:cubicBezTo>
                  <a:cubicBezTo>
                    <a:pt x="0" y="285"/>
                    <a:pt x="1866" y="4512"/>
                    <a:pt x="1866" y="4512"/>
                  </a:cubicBezTo>
                  <a:cubicBezTo>
                    <a:pt x="2569" y="3870"/>
                    <a:pt x="3196" y="3150"/>
                    <a:pt x="3733" y="2365"/>
                  </a:cubicBezTo>
                  <a:cubicBezTo>
                    <a:pt x="3186" y="1561"/>
                    <a:pt x="2017" y="0"/>
                    <a:pt x="1211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36"/>
            <p:cNvSpPr/>
            <p:nvPr/>
          </p:nvSpPr>
          <p:spPr>
            <a:xfrm>
              <a:off x="4301083" y="1834736"/>
              <a:ext cx="164129" cy="216590"/>
            </a:xfrm>
            <a:custGeom>
              <a:rect b="b" l="l" r="r" t="t"/>
              <a:pathLst>
                <a:path extrusionOk="0" h="4719" w="3576">
                  <a:moveTo>
                    <a:pt x="939" y="211"/>
                  </a:moveTo>
                  <a:cubicBezTo>
                    <a:pt x="1470" y="211"/>
                    <a:pt x="2352" y="1038"/>
                    <a:pt x="3349" y="2467"/>
                  </a:cubicBezTo>
                  <a:cubicBezTo>
                    <a:pt x="2850" y="3179"/>
                    <a:pt x="2279" y="3835"/>
                    <a:pt x="1643" y="4426"/>
                  </a:cubicBezTo>
                  <a:cubicBezTo>
                    <a:pt x="1205" y="3414"/>
                    <a:pt x="322" y="1051"/>
                    <a:pt x="653" y="375"/>
                  </a:cubicBezTo>
                  <a:cubicBezTo>
                    <a:pt x="685" y="301"/>
                    <a:pt x="751" y="244"/>
                    <a:pt x="830" y="223"/>
                  </a:cubicBezTo>
                  <a:cubicBezTo>
                    <a:pt x="866" y="214"/>
                    <a:pt x="903" y="211"/>
                    <a:pt x="939" y="211"/>
                  </a:cubicBezTo>
                  <a:close/>
                  <a:moveTo>
                    <a:pt x="938" y="0"/>
                  </a:moveTo>
                  <a:cubicBezTo>
                    <a:pt x="884" y="0"/>
                    <a:pt x="831" y="6"/>
                    <a:pt x="779" y="19"/>
                  </a:cubicBezTo>
                  <a:cubicBezTo>
                    <a:pt x="638" y="53"/>
                    <a:pt x="522" y="152"/>
                    <a:pt x="462" y="283"/>
                  </a:cubicBezTo>
                  <a:cubicBezTo>
                    <a:pt x="1" y="1225"/>
                    <a:pt x="1445" y="4519"/>
                    <a:pt x="1506" y="4657"/>
                  </a:cubicBezTo>
                  <a:cubicBezTo>
                    <a:pt x="1521" y="4689"/>
                    <a:pt x="1548" y="4711"/>
                    <a:pt x="1580" y="4718"/>
                  </a:cubicBezTo>
                  <a:lnTo>
                    <a:pt x="1604" y="4718"/>
                  </a:lnTo>
                  <a:cubicBezTo>
                    <a:pt x="1628" y="4718"/>
                    <a:pt x="1650" y="4709"/>
                    <a:pt x="1668" y="4693"/>
                  </a:cubicBezTo>
                  <a:cubicBezTo>
                    <a:pt x="2377" y="4050"/>
                    <a:pt x="3010" y="3326"/>
                    <a:pt x="3552" y="2537"/>
                  </a:cubicBezTo>
                  <a:cubicBezTo>
                    <a:pt x="3575" y="2501"/>
                    <a:pt x="3575" y="2452"/>
                    <a:pt x="3552" y="2416"/>
                  </a:cubicBezTo>
                  <a:cubicBezTo>
                    <a:pt x="2925" y="1490"/>
                    <a:pt x="1782" y="0"/>
                    <a:pt x="93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36"/>
            <p:cNvSpPr/>
            <p:nvPr/>
          </p:nvSpPr>
          <p:spPr>
            <a:xfrm>
              <a:off x="3780284" y="1894908"/>
              <a:ext cx="161513" cy="198415"/>
            </a:xfrm>
            <a:custGeom>
              <a:rect b="b" l="l" r="r" t="t"/>
              <a:pathLst>
                <a:path extrusionOk="0" h="4323" w="3519">
                  <a:moveTo>
                    <a:pt x="2754" y="0"/>
                  </a:moveTo>
                  <a:cubicBezTo>
                    <a:pt x="1978" y="0"/>
                    <a:pt x="517" y="1884"/>
                    <a:pt x="0" y="2582"/>
                  </a:cubicBezTo>
                  <a:cubicBezTo>
                    <a:pt x="779" y="3089"/>
                    <a:pt x="1836" y="3742"/>
                    <a:pt x="2935" y="4323"/>
                  </a:cubicBezTo>
                  <a:cubicBezTo>
                    <a:pt x="3182" y="2840"/>
                    <a:pt x="3519" y="272"/>
                    <a:pt x="2899" y="26"/>
                  </a:cubicBezTo>
                  <a:cubicBezTo>
                    <a:pt x="2854" y="8"/>
                    <a:pt x="2806" y="0"/>
                    <a:pt x="2754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36"/>
            <p:cNvSpPr/>
            <p:nvPr/>
          </p:nvSpPr>
          <p:spPr>
            <a:xfrm>
              <a:off x="3775235" y="1890089"/>
              <a:ext cx="165598" cy="208237"/>
            </a:xfrm>
            <a:custGeom>
              <a:rect b="b" l="l" r="r" t="t"/>
              <a:pathLst>
                <a:path extrusionOk="0" h="4537" w="3608">
                  <a:moveTo>
                    <a:pt x="2861" y="211"/>
                  </a:moveTo>
                  <a:cubicBezTo>
                    <a:pt x="2901" y="211"/>
                    <a:pt x="2938" y="218"/>
                    <a:pt x="2972" y="231"/>
                  </a:cubicBezTo>
                  <a:cubicBezTo>
                    <a:pt x="3277" y="348"/>
                    <a:pt x="3429" y="1472"/>
                    <a:pt x="2972" y="4266"/>
                  </a:cubicBezTo>
                  <a:cubicBezTo>
                    <a:pt x="1940" y="3713"/>
                    <a:pt x="955" y="3103"/>
                    <a:pt x="273" y="2662"/>
                  </a:cubicBezTo>
                  <a:lnTo>
                    <a:pt x="264" y="2662"/>
                  </a:lnTo>
                  <a:cubicBezTo>
                    <a:pt x="1410" y="1121"/>
                    <a:pt x="2377" y="211"/>
                    <a:pt x="2861" y="211"/>
                  </a:cubicBezTo>
                  <a:close/>
                  <a:moveTo>
                    <a:pt x="2870" y="1"/>
                  </a:moveTo>
                  <a:cubicBezTo>
                    <a:pt x="2084" y="1"/>
                    <a:pt x="772" y="1613"/>
                    <a:pt x="26" y="2628"/>
                  </a:cubicBezTo>
                  <a:cubicBezTo>
                    <a:pt x="8" y="2652"/>
                    <a:pt x="0" y="2680"/>
                    <a:pt x="6" y="2708"/>
                  </a:cubicBezTo>
                  <a:cubicBezTo>
                    <a:pt x="11" y="2738"/>
                    <a:pt x="27" y="2765"/>
                    <a:pt x="52" y="2780"/>
                  </a:cubicBezTo>
                  <a:cubicBezTo>
                    <a:pt x="770" y="3244"/>
                    <a:pt x="1858" y="3925"/>
                    <a:pt x="2996" y="4523"/>
                  </a:cubicBezTo>
                  <a:cubicBezTo>
                    <a:pt x="3011" y="4532"/>
                    <a:pt x="3027" y="4537"/>
                    <a:pt x="3045" y="4537"/>
                  </a:cubicBezTo>
                  <a:cubicBezTo>
                    <a:pt x="3061" y="4537"/>
                    <a:pt x="3078" y="4532"/>
                    <a:pt x="3091" y="4523"/>
                  </a:cubicBezTo>
                  <a:cubicBezTo>
                    <a:pt x="3122" y="4510"/>
                    <a:pt x="3145" y="4482"/>
                    <a:pt x="3149" y="4447"/>
                  </a:cubicBezTo>
                  <a:cubicBezTo>
                    <a:pt x="3608" y="1724"/>
                    <a:pt x="3572" y="246"/>
                    <a:pt x="3047" y="33"/>
                  </a:cubicBezTo>
                  <a:cubicBezTo>
                    <a:pt x="2991" y="11"/>
                    <a:pt x="2932" y="1"/>
                    <a:pt x="287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36"/>
            <p:cNvSpPr/>
            <p:nvPr/>
          </p:nvSpPr>
          <p:spPr>
            <a:xfrm>
              <a:off x="4042542" y="1716091"/>
              <a:ext cx="228661" cy="255465"/>
            </a:xfrm>
            <a:custGeom>
              <a:rect b="b" l="l" r="r" t="t"/>
              <a:pathLst>
                <a:path extrusionOk="0" h="5566" w="4982">
                  <a:moveTo>
                    <a:pt x="4981" y="0"/>
                  </a:moveTo>
                  <a:lnTo>
                    <a:pt x="77" y="2360"/>
                  </a:lnTo>
                  <a:lnTo>
                    <a:pt x="1" y="2743"/>
                  </a:lnTo>
                  <a:lnTo>
                    <a:pt x="2" y="2743"/>
                  </a:lnTo>
                  <a:cubicBezTo>
                    <a:pt x="2" y="2743"/>
                    <a:pt x="1443" y="5565"/>
                    <a:pt x="2450" y="5565"/>
                  </a:cubicBezTo>
                  <a:cubicBezTo>
                    <a:pt x="2565" y="5565"/>
                    <a:pt x="2674" y="5528"/>
                    <a:pt x="2775" y="5447"/>
                  </a:cubicBezTo>
                  <a:cubicBezTo>
                    <a:pt x="3757" y="4647"/>
                    <a:pt x="4981" y="0"/>
                    <a:pt x="49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36"/>
            <p:cNvSpPr/>
            <p:nvPr/>
          </p:nvSpPr>
          <p:spPr>
            <a:xfrm>
              <a:off x="4037585" y="1711272"/>
              <a:ext cx="238667" cy="265058"/>
            </a:xfrm>
            <a:custGeom>
              <a:rect b="b" l="l" r="r" t="t"/>
              <a:pathLst>
                <a:path extrusionOk="0" h="5775" w="5200">
                  <a:moveTo>
                    <a:pt x="4930" y="303"/>
                  </a:moveTo>
                  <a:lnTo>
                    <a:pt x="4930" y="303"/>
                  </a:lnTo>
                  <a:cubicBezTo>
                    <a:pt x="4674" y="1237"/>
                    <a:pt x="3648" y="4798"/>
                    <a:pt x="2819" y="5468"/>
                  </a:cubicBezTo>
                  <a:cubicBezTo>
                    <a:pt x="2743" y="5530"/>
                    <a:pt x="2649" y="5563"/>
                    <a:pt x="2553" y="5563"/>
                  </a:cubicBezTo>
                  <a:cubicBezTo>
                    <a:pt x="2521" y="5563"/>
                    <a:pt x="2488" y="5560"/>
                    <a:pt x="2455" y="5552"/>
                  </a:cubicBezTo>
                  <a:cubicBezTo>
                    <a:pt x="1573" y="5364"/>
                    <a:pt x="374" y="3129"/>
                    <a:pt x="219" y="2830"/>
                  </a:cubicBezTo>
                  <a:lnTo>
                    <a:pt x="280" y="2532"/>
                  </a:lnTo>
                  <a:lnTo>
                    <a:pt x="4930" y="303"/>
                  </a:lnTo>
                  <a:close/>
                  <a:moveTo>
                    <a:pt x="5088" y="1"/>
                  </a:moveTo>
                  <a:cubicBezTo>
                    <a:pt x="5073" y="1"/>
                    <a:pt x="5059" y="4"/>
                    <a:pt x="5045" y="10"/>
                  </a:cubicBezTo>
                  <a:lnTo>
                    <a:pt x="140" y="2370"/>
                  </a:lnTo>
                  <a:cubicBezTo>
                    <a:pt x="109" y="2385"/>
                    <a:pt x="88" y="2413"/>
                    <a:pt x="82" y="2447"/>
                  </a:cubicBezTo>
                  <a:lnTo>
                    <a:pt x="5" y="2827"/>
                  </a:lnTo>
                  <a:cubicBezTo>
                    <a:pt x="0" y="2851"/>
                    <a:pt x="5" y="2874"/>
                    <a:pt x="17" y="2897"/>
                  </a:cubicBezTo>
                  <a:cubicBezTo>
                    <a:pt x="69" y="3003"/>
                    <a:pt x="1376" y="5547"/>
                    <a:pt x="2415" y="5760"/>
                  </a:cubicBezTo>
                  <a:cubicBezTo>
                    <a:pt x="2464" y="5770"/>
                    <a:pt x="2515" y="5775"/>
                    <a:pt x="2564" y="5775"/>
                  </a:cubicBezTo>
                  <a:cubicBezTo>
                    <a:pt x="2704" y="5773"/>
                    <a:pt x="2840" y="5724"/>
                    <a:pt x="2948" y="5635"/>
                  </a:cubicBezTo>
                  <a:cubicBezTo>
                    <a:pt x="3955" y="4825"/>
                    <a:pt x="5143" y="324"/>
                    <a:pt x="5194" y="133"/>
                  </a:cubicBezTo>
                  <a:cubicBezTo>
                    <a:pt x="5200" y="111"/>
                    <a:pt x="5197" y="87"/>
                    <a:pt x="5188" y="66"/>
                  </a:cubicBezTo>
                  <a:cubicBezTo>
                    <a:pt x="5170" y="25"/>
                    <a:pt x="5130" y="1"/>
                    <a:pt x="508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36"/>
            <p:cNvSpPr/>
            <p:nvPr/>
          </p:nvSpPr>
          <p:spPr>
            <a:xfrm>
              <a:off x="3801580" y="1086332"/>
              <a:ext cx="617230" cy="834830"/>
            </a:xfrm>
            <a:custGeom>
              <a:rect b="b" l="l" r="r" t="t"/>
              <a:pathLst>
                <a:path extrusionOk="0" h="18189" w="13448">
                  <a:moveTo>
                    <a:pt x="6822" y="1"/>
                  </a:moveTo>
                  <a:cubicBezTo>
                    <a:pt x="5036" y="1"/>
                    <a:pt x="3152" y="1175"/>
                    <a:pt x="3152" y="1175"/>
                  </a:cubicBezTo>
                  <a:cubicBezTo>
                    <a:pt x="3152" y="1175"/>
                    <a:pt x="1037" y="2631"/>
                    <a:pt x="519" y="5264"/>
                  </a:cubicBezTo>
                  <a:cubicBezTo>
                    <a:pt x="1" y="7895"/>
                    <a:pt x="4" y="12033"/>
                    <a:pt x="1508" y="14757"/>
                  </a:cubicBezTo>
                  <a:cubicBezTo>
                    <a:pt x="3010" y="17482"/>
                    <a:pt x="3528" y="18142"/>
                    <a:pt x="4844" y="18188"/>
                  </a:cubicBezTo>
                  <a:cubicBezTo>
                    <a:pt x="4861" y="18188"/>
                    <a:pt x="4878" y="18189"/>
                    <a:pt x="4896" y="18189"/>
                  </a:cubicBezTo>
                  <a:cubicBezTo>
                    <a:pt x="6234" y="18189"/>
                    <a:pt x="9051" y="16392"/>
                    <a:pt x="10815" y="15463"/>
                  </a:cubicBezTo>
                  <a:cubicBezTo>
                    <a:pt x="12603" y="14522"/>
                    <a:pt x="12506" y="12079"/>
                    <a:pt x="12506" y="12079"/>
                  </a:cubicBezTo>
                  <a:cubicBezTo>
                    <a:pt x="12506" y="12079"/>
                    <a:pt x="13447" y="8225"/>
                    <a:pt x="12837" y="4841"/>
                  </a:cubicBezTo>
                  <a:cubicBezTo>
                    <a:pt x="12228" y="1457"/>
                    <a:pt x="8607" y="1"/>
                    <a:pt x="68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36"/>
            <p:cNvSpPr/>
            <p:nvPr/>
          </p:nvSpPr>
          <p:spPr>
            <a:xfrm>
              <a:off x="3794971" y="1081696"/>
              <a:ext cx="627327" cy="844514"/>
            </a:xfrm>
            <a:custGeom>
              <a:rect b="b" l="l" r="r" t="t"/>
              <a:pathLst>
                <a:path extrusionOk="0" h="18400" w="13668">
                  <a:moveTo>
                    <a:pt x="6961" y="207"/>
                  </a:moveTo>
                  <a:cubicBezTo>
                    <a:pt x="8668" y="207"/>
                    <a:pt x="12274" y="1638"/>
                    <a:pt x="12872" y="4961"/>
                  </a:cubicBezTo>
                  <a:cubicBezTo>
                    <a:pt x="13472" y="8283"/>
                    <a:pt x="12545" y="12116"/>
                    <a:pt x="12545" y="12154"/>
                  </a:cubicBezTo>
                  <a:cubicBezTo>
                    <a:pt x="12542" y="12163"/>
                    <a:pt x="12542" y="12174"/>
                    <a:pt x="12545" y="12184"/>
                  </a:cubicBezTo>
                  <a:cubicBezTo>
                    <a:pt x="12545" y="12208"/>
                    <a:pt x="12615" y="14572"/>
                    <a:pt x="10908" y="15470"/>
                  </a:cubicBezTo>
                  <a:cubicBezTo>
                    <a:pt x="10512" y="15677"/>
                    <a:pt x="10066" y="15929"/>
                    <a:pt x="9592" y="16195"/>
                  </a:cubicBezTo>
                  <a:cubicBezTo>
                    <a:pt x="8005" y="17083"/>
                    <a:pt x="6057" y="18184"/>
                    <a:pt x="5044" y="18184"/>
                  </a:cubicBezTo>
                  <a:cubicBezTo>
                    <a:pt x="5027" y="18184"/>
                    <a:pt x="5010" y="18184"/>
                    <a:pt x="4993" y="18183"/>
                  </a:cubicBezTo>
                  <a:cubicBezTo>
                    <a:pt x="3717" y="18138"/>
                    <a:pt x="3208" y="17460"/>
                    <a:pt x="1746" y="14808"/>
                  </a:cubicBezTo>
                  <a:cubicBezTo>
                    <a:pt x="306" y="12196"/>
                    <a:pt x="218" y="8194"/>
                    <a:pt x="769" y="5386"/>
                  </a:cubicBezTo>
                  <a:cubicBezTo>
                    <a:pt x="1265" y="2859"/>
                    <a:pt x="3282" y="1416"/>
                    <a:pt x="3355" y="1366"/>
                  </a:cubicBezTo>
                  <a:cubicBezTo>
                    <a:pt x="3428" y="1321"/>
                    <a:pt x="5255" y="207"/>
                    <a:pt x="6961" y="207"/>
                  </a:cubicBezTo>
                  <a:close/>
                  <a:moveTo>
                    <a:pt x="6960" y="0"/>
                  </a:moveTo>
                  <a:cubicBezTo>
                    <a:pt x="5155" y="0"/>
                    <a:pt x="3312" y="1144"/>
                    <a:pt x="3236" y="1191"/>
                  </a:cubicBezTo>
                  <a:cubicBezTo>
                    <a:pt x="3214" y="1206"/>
                    <a:pt x="1080" y="2703"/>
                    <a:pt x="559" y="5347"/>
                  </a:cubicBezTo>
                  <a:cubicBezTo>
                    <a:pt x="1" y="8194"/>
                    <a:pt x="93" y="12257"/>
                    <a:pt x="1558" y="14913"/>
                  </a:cubicBezTo>
                  <a:cubicBezTo>
                    <a:pt x="3065" y="17650"/>
                    <a:pt x="3602" y="18350"/>
                    <a:pt x="4984" y="18399"/>
                  </a:cubicBezTo>
                  <a:lnTo>
                    <a:pt x="5039" y="18399"/>
                  </a:lnTo>
                  <a:cubicBezTo>
                    <a:pt x="6107" y="18399"/>
                    <a:pt x="8012" y="17329"/>
                    <a:pt x="9693" y="16388"/>
                  </a:cubicBezTo>
                  <a:cubicBezTo>
                    <a:pt x="10164" y="16122"/>
                    <a:pt x="10611" y="15878"/>
                    <a:pt x="11002" y="15664"/>
                  </a:cubicBezTo>
                  <a:cubicBezTo>
                    <a:pt x="12774" y="14733"/>
                    <a:pt x="12753" y="12425"/>
                    <a:pt x="12753" y="12198"/>
                  </a:cubicBezTo>
                  <a:cubicBezTo>
                    <a:pt x="12816" y="11934"/>
                    <a:pt x="13667" y="8192"/>
                    <a:pt x="13079" y="4929"/>
                  </a:cubicBezTo>
                  <a:cubicBezTo>
                    <a:pt x="12451" y="1448"/>
                    <a:pt x="8763" y="0"/>
                    <a:pt x="696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36"/>
            <p:cNvSpPr/>
            <p:nvPr/>
          </p:nvSpPr>
          <p:spPr>
            <a:xfrm>
              <a:off x="4237469" y="1355979"/>
              <a:ext cx="196395" cy="308523"/>
            </a:xfrm>
            <a:custGeom>
              <a:rect b="b" l="l" r="r" t="t"/>
              <a:pathLst>
                <a:path extrusionOk="0" h="6722" w="4279">
                  <a:moveTo>
                    <a:pt x="2140" y="1"/>
                  </a:moveTo>
                  <a:cubicBezTo>
                    <a:pt x="958" y="1"/>
                    <a:pt x="0" y="1505"/>
                    <a:pt x="0" y="3361"/>
                  </a:cubicBezTo>
                  <a:cubicBezTo>
                    <a:pt x="0" y="5218"/>
                    <a:pt x="958" y="6722"/>
                    <a:pt x="2140" y="6722"/>
                  </a:cubicBezTo>
                  <a:cubicBezTo>
                    <a:pt x="3321" y="6722"/>
                    <a:pt x="4278" y="5218"/>
                    <a:pt x="4278" y="3361"/>
                  </a:cubicBezTo>
                  <a:cubicBezTo>
                    <a:pt x="4278" y="1505"/>
                    <a:pt x="3321" y="1"/>
                    <a:pt x="21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36"/>
            <p:cNvSpPr/>
            <p:nvPr/>
          </p:nvSpPr>
          <p:spPr>
            <a:xfrm>
              <a:off x="4232604" y="1351068"/>
              <a:ext cx="206585" cy="318391"/>
            </a:xfrm>
            <a:custGeom>
              <a:rect b="b" l="l" r="r" t="t"/>
              <a:pathLst>
                <a:path extrusionOk="0" h="6937" w="4501">
                  <a:moveTo>
                    <a:pt x="2246" y="214"/>
                  </a:moveTo>
                  <a:cubicBezTo>
                    <a:pt x="3366" y="214"/>
                    <a:pt x="4286" y="1674"/>
                    <a:pt x="4286" y="3468"/>
                  </a:cubicBezTo>
                  <a:cubicBezTo>
                    <a:pt x="4286" y="5261"/>
                    <a:pt x="3367" y="6722"/>
                    <a:pt x="2246" y="6722"/>
                  </a:cubicBezTo>
                  <a:cubicBezTo>
                    <a:pt x="1123" y="6722"/>
                    <a:pt x="214" y="5264"/>
                    <a:pt x="214" y="3468"/>
                  </a:cubicBezTo>
                  <a:cubicBezTo>
                    <a:pt x="214" y="1673"/>
                    <a:pt x="1123" y="214"/>
                    <a:pt x="2246" y="214"/>
                  </a:cubicBezTo>
                  <a:close/>
                  <a:moveTo>
                    <a:pt x="2246" y="1"/>
                  </a:moveTo>
                  <a:cubicBezTo>
                    <a:pt x="1007" y="1"/>
                    <a:pt x="1" y="1557"/>
                    <a:pt x="1" y="3468"/>
                  </a:cubicBezTo>
                  <a:cubicBezTo>
                    <a:pt x="1" y="5379"/>
                    <a:pt x="1007" y="6936"/>
                    <a:pt x="2246" y="6936"/>
                  </a:cubicBezTo>
                  <a:cubicBezTo>
                    <a:pt x="3483" y="6936"/>
                    <a:pt x="4500" y="5382"/>
                    <a:pt x="4500" y="3468"/>
                  </a:cubicBezTo>
                  <a:cubicBezTo>
                    <a:pt x="4500" y="1555"/>
                    <a:pt x="3485" y="1"/>
                    <a:pt x="224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36"/>
            <p:cNvSpPr/>
            <p:nvPr/>
          </p:nvSpPr>
          <p:spPr>
            <a:xfrm>
              <a:off x="4321599" y="1433546"/>
              <a:ext cx="75547" cy="168306"/>
            </a:xfrm>
            <a:custGeom>
              <a:rect b="b" l="l" r="r" t="t"/>
              <a:pathLst>
                <a:path extrusionOk="0" h="3667" w="1646">
                  <a:moveTo>
                    <a:pt x="822" y="1"/>
                  </a:moveTo>
                  <a:cubicBezTo>
                    <a:pt x="368" y="1"/>
                    <a:pt x="0" y="823"/>
                    <a:pt x="0" y="1835"/>
                  </a:cubicBezTo>
                  <a:cubicBezTo>
                    <a:pt x="0" y="2848"/>
                    <a:pt x="368" y="3667"/>
                    <a:pt x="822" y="3667"/>
                  </a:cubicBezTo>
                  <a:cubicBezTo>
                    <a:pt x="1278" y="3667"/>
                    <a:pt x="1645" y="2849"/>
                    <a:pt x="1645" y="1835"/>
                  </a:cubicBezTo>
                  <a:cubicBezTo>
                    <a:pt x="1645" y="823"/>
                    <a:pt x="1278" y="1"/>
                    <a:pt x="8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36"/>
            <p:cNvSpPr/>
            <p:nvPr/>
          </p:nvSpPr>
          <p:spPr>
            <a:xfrm>
              <a:off x="4316688" y="1428727"/>
              <a:ext cx="85369" cy="178036"/>
            </a:xfrm>
            <a:custGeom>
              <a:rect b="b" l="l" r="r" t="t"/>
              <a:pathLst>
                <a:path extrusionOk="0" h="3879" w="1860">
                  <a:moveTo>
                    <a:pt x="929" y="213"/>
                  </a:moveTo>
                  <a:cubicBezTo>
                    <a:pt x="1275" y="213"/>
                    <a:pt x="1647" y="908"/>
                    <a:pt x="1647" y="1940"/>
                  </a:cubicBezTo>
                  <a:cubicBezTo>
                    <a:pt x="1647" y="2972"/>
                    <a:pt x="1275" y="3666"/>
                    <a:pt x="929" y="3666"/>
                  </a:cubicBezTo>
                  <a:cubicBezTo>
                    <a:pt x="584" y="3666"/>
                    <a:pt x="213" y="2972"/>
                    <a:pt x="213" y="1940"/>
                  </a:cubicBezTo>
                  <a:cubicBezTo>
                    <a:pt x="213" y="908"/>
                    <a:pt x="584" y="213"/>
                    <a:pt x="929" y="213"/>
                  </a:cubicBezTo>
                  <a:close/>
                  <a:moveTo>
                    <a:pt x="929" y="0"/>
                  </a:moveTo>
                  <a:cubicBezTo>
                    <a:pt x="409" y="0"/>
                    <a:pt x="0" y="855"/>
                    <a:pt x="0" y="1940"/>
                  </a:cubicBezTo>
                  <a:cubicBezTo>
                    <a:pt x="0" y="3026"/>
                    <a:pt x="409" y="3879"/>
                    <a:pt x="929" y="3879"/>
                  </a:cubicBezTo>
                  <a:cubicBezTo>
                    <a:pt x="1452" y="3879"/>
                    <a:pt x="1860" y="3029"/>
                    <a:pt x="1860" y="1940"/>
                  </a:cubicBezTo>
                  <a:cubicBezTo>
                    <a:pt x="1860" y="853"/>
                    <a:pt x="1450" y="0"/>
                    <a:pt x="92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36"/>
            <p:cNvSpPr/>
            <p:nvPr/>
          </p:nvSpPr>
          <p:spPr>
            <a:xfrm>
              <a:off x="4321599" y="1436484"/>
              <a:ext cx="56224" cy="162569"/>
            </a:xfrm>
            <a:custGeom>
              <a:rect b="b" l="l" r="r" t="t"/>
              <a:pathLst>
                <a:path extrusionOk="0" h="3542" w="1225">
                  <a:moveTo>
                    <a:pt x="612" y="1"/>
                  </a:moveTo>
                  <a:cubicBezTo>
                    <a:pt x="274" y="1"/>
                    <a:pt x="0" y="794"/>
                    <a:pt x="0" y="1771"/>
                  </a:cubicBezTo>
                  <a:cubicBezTo>
                    <a:pt x="0" y="2749"/>
                    <a:pt x="274" y="3542"/>
                    <a:pt x="612" y="3542"/>
                  </a:cubicBezTo>
                  <a:cubicBezTo>
                    <a:pt x="949" y="3542"/>
                    <a:pt x="1224" y="2749"/>
                    <a:pt x="1224" y="1771"/>
                  </a:cubicBezTo>
                  <a:cubicBezTo>
                    <a:pt x="1224" y="794"/>
                    <a:pt x="949" y="1"/>
                    <a:pt x="612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36"/>
            <p:cNvSpPr/>
            <p:nvPr/>
          </p:nvSpPr>
          <p:spPr>
            <a:xfrm>
              <a:off x="4316688" y="1431664"/>
              <a:ext cx="65955" cy="172299"/>
            </a:xfrm>
            <a:custGeom>
              <a:rect b="b" l="l" r="r" t="t"/>
              <a:pathLst>
                <a:path extrusionOk="0" h="3754" w="1437">
                  <a:moveTo>
                    <a:pt x="719" y="237"/>
                  </a:moveTo>
                  <a:cubicBezTo>
                    <a:pt x="977" y="445"/>
                    <a:pt x="1224" y="1051"/>
                    <a:pt x="1224" y="1876"/>
                  </a:cubicBezTo>
                  <a:cubicBezTo>
                    <a:pt x="1224" y="2701"/>
                    <a:pt x="977" y="3303"/>
                    <a:pt x="719" y="3517"/>
                  </a:cubicBezTo>
                  <a:cubicBezTo>
                    <a:pt x="460" y="3306"/>
                    <a:pt x="213" y="2704"/>
                    <a:pt x="213" y="1876"/>
                  </a:cubicBezTo>
                  <a:cubicBezTo>
                    <a:pt x="213" y="1050"/>
                    <a:pt x="460" y="450"/>
                    <a:pt x="719" y="237"/>
                  </a:cubicBezTo>
                  <a:close/>
                  <a:moveTo>
                    <a:pt x="718" y="0"/>
                  </a:moveTo>
                  <a:cubicBezTo>
                    <a:pt x="700" y="0"/>
                    <a:pt x="682" y="5"/>
                    <a:pt x="666" y="15"/>
                  </a:cubicBezTo>
                  <a:cubicBezTo>
                    <a:pt x="267" y="249"/>
                    <a:pt x="0" y="998"/>
                    <a:pt x="0" y="1876"/>
                  </a:cubicBezTo>
                  <a:cubicBezTo>
                    <a:pt x="0" y="2755"/>
                    <a:pt x="267" y="3504"/>
                    <a:pt x="666" y="3739"/>
                  </a:cubicBezTo>
                  <a:cubicBezTo>
                    <a:pt x="682" y="3748"/>
                    <a:pt x="700" y="3752"/>
                    <a:pt x="719" y="3754"/>
                  </a:cubicBezTo>
                  <a:cubicBezTo>
                    <a:pt x="737" y="3752"/>
                    <a:pt x="756" y="3748"/>
                    <a:pt x="771" y="3739"/>
                  </a:cubicBezTo>
                  <a:cubicBezTo>
                    <a:pt x="1170" y="3502"/>
                    <a:pt x="1437" y="2755"/>
                    <a:pt x="1437" y="1876"/>
                  </a:cubicBezTo>
                  <a:cubicBezTo>
                    <a:pt x="1437" y="998"/>
                    <a:pt x="1170" y="249"/>
                    <a:pt x="771" y="15"/>
                  </a:cubicBezTo>
                  <a:cubicBezTo>
                    <a:pt x="755" y="5"/>
                    <a:pt x="737" y="0"/>
                    <a:pt x="71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36"/>
            <p:cNvSpPr/>
            <p:nvPr/>
          </p:nvSpPr>
          <p:spPr>
            <a:xfrm>
              <a:off x="3812687" y="1321694"/>
              <a:ext cx="343451" cy="455120"/>
            </a:xfrm>
            <a:custGeom>
              <a:rect b="b" l="l" r="r" t="t"/>
              <a:pathLst>
                <a:path extrusionOk="0" h="9916" w="7483">
                  <a:moveTo>
                    <a:pt x="3233" y="0"/>
                  </a:moveTo>
                  <a:cubicBezTo>
                    <a:pt x="3148" y="0"/>
                    <a:pt x="3062" y="22"/>
                    <a:pt x="2985" y="67"/>
                  </a:cubicBezTo>
                  <a:cubicBezTo>
                    <a:pt x="558" y="1485"/>
                    <a:pt x="0" y="4647"/>
                    <a:pt x="0" y="4647"/>
                  </a:cubicBezTo>
                  <a:cubicBezTo>
                    <a:pt x="533" y="6608"/>
                    <a:pt x="1631" y="8368"/>
                    <a:pt x="3157" y="9710"/>
                  </a:cubicBezTo>
                  <a:cubicBezTo>
                    <a:pt x="3311" y="9847"/>
                    <a:pt x="3504" y="9915"/>
                    <a:pt x="3696" y="9915"/>
                  </a:cubicBezTo>
                  <a:cubicBezTo>
                    <a:pt x="3912" y="9915"/>
                    <a:pt x="4127" y="9830"/>
                    <a:pt x="4287" y="9661"/>
                  </a:cubicBezTo>
                  <a:cubicBezTo>
                    <a:pt x="5299" y="8587"/>
                    <a:pt x="7482" y="6156"/>
                    <a:pt x="7433" y="4929"/>
                  </a:cubicBezTo>
                  <a:cubicBezTo>
                    <a:pt x="7376" y="3552"/>
                    <a:pt x="4440" y="895"/>
                    <a:pt x="3551" y="118"/>
                  </a:cubicBezTo>
                  <a:cubicBezTo>
                    <a:pt x="3461" y="40"/>
                    <a:pt x="3347" y="0"/>
                    <a:pt x="3233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36"/>
            <p:cNvSpPr/>
            <p:nvPr/>
          </p:nvSpPr>
          <p:spPr>
            <a:xfrm>
              <a:off x="3807685" y="1316691"/>
              <a:ext cx="352952" cy="465033"/>
            </a:xfrm>
            <a:custGeom>
              <a:rect b="b" l="l" r="r" t="t"/>
              <a:pathLst>
                <a:path extrusionOk="0" h="10132" w="7690">
                  <a:moveTo>
                    <a:pt x="3338" y="217"/>
                  </a:moveTo>
                  <a:cubicBezTo>
                    <a:pt x="3427" y="217"/>
                    <a:pt x="3515" y="248"/>
                    <a:pt x="3586" y="309"/>
                  </a:cubicBezTo>
                  <a:cubicBezTo>
                    <a:pt x="4469" y="1080"/>
                    <a:pt x="7371" y="3710"/>
                    <a:pt x="7424" y="5042"/>
                  </a:cubicBezTo>
                  <a:cubicBezTo>
                    <a:pt x="7473" y="6239"/>
                    <a:pt x="5262" y="8696"/>
                    <a:pt x="4308" y="9698"/>
                  </a:cubicBezTo>
                  <a:cubicBezTo>
                    <a:pt x="4170" y="9844"/>
                    <a:pt x="3983" y="9918"/>
                    <a:pt x="3796" y="9918"/>
                  </a:cubicBezTo>
                  <a:cubicBezTo>
                    <a:pt x="3628" y="9918"/>
                    <a:pt x="3460" y="9859"/>
                    <a:pt x="3325" y="9740"/>
                  </a:cubicBezTo>
                  <a:cubicBezTo>
                    <a:pt x="1824" y="8416"/>
                    <a:pt x="742" y="6683"/>
                    <a:pt x="213" y="4752"/>
                  </a:cubicBezTo>
                  <a:cubicBezTo>
                    <a:pt x="271" y="4469"/>
                    <a:pt x="898" y="1583"/>
                    <a:pt x="3144" y="270"/>
                  </a:cubicBezTo>
                  <a:cubicBezTo>
                    <a:pt x="3204" y="234"/>
                    <a:pt x="3271" y="217"/>
                    <a:pt x="3338" y="217"/>
                  </a:cubicBezTo>
                  <a:close/>
                  <a:moveTo>
                    <a:pt x="3334" y="0"/>
                  </a:moveTo>
                  <a:cubicBezTo>
                    <a:pt x="3231" y="0"/>
                    <a:pt x="3127" y="27"/>
                    <a:pt x="3033" y="83"/>
                  </a:cubicBezTo>
                  <a:cubicBezTo>
                    <a:pt x="602" y="1509"/>
                    <a:pt x="3" y="4704"/>
                    <a:pt x="3" y="4736"/>
                  </a:cubicBezTo>
                  <a:cubicBezTo>
                    <a:pt x="0" y="4750"/>
                    <a:pt x="0" y="4767"/>
                    <a:pt x="3" y="4783"/>
                  </a:cubicBezTo>
                  <a:cubicBezTo>
                    <a:pt x="539" y="6763"/>
                    <a:pt x="1646" y="8543"/>
                    <a:pt x="3185" y="9901"/>
                  </a:cubicBezTo>
                  <a:cubicBezTo>
                    <a:pt x="3354" y="10050"/>
                    <a:pt x="3569" y="10131"/>
                    <a:pt x="3794" y="10131"/>
                  </a:cubicBezTo>
                  <a:cubicBezTo>
                    <a:pt x="4047" y="10131"/>
                    <a:pt x="4290" y="10027"/>
                    <a:pt x="4464" y="9843"/>
                  </a:cubicBezTo>
                  <a:cubicBezTo>
                    <a:pt x="5672" y="8574"/>
                    <a:pt x="7689" y="6265"/>
                    <a:pt x="7640" y="5032"/>
                  </a:cubicBezTo>
                  <a:cubicBezTo>
                    <a:pt x="7584" y="3652"/>
                    <a:pt x="4880" y="1155"/>
                    <a:pt x="3720" y="144"/>
                  </a:cubicBezTo>
                  <a:cubicBezTo>
                    <a:pt x="3610" y="49"/>
                    <a:pt x="3472" y="0"/>
                    <a:pt x="33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36"/>
            <p:cNvSpPr/>
            <p:nvPr/>
          </p:nvSpPr>
          <p:spPr>
            <a:xfrm>
              <a:off x="3954281" y="1094410"/>
              <a:ext cx="142512" cy="210440"/>
            </a:xfrm>
            <a:custGeom>
              <a:rect b="b" l="l" r="r" t="t"/>
              <a:pathLst>
                <a:path extrusionOk="0" h="4585" w="3105">
                  <a:moveTo>
                    <a:pt x="2981" y="0"/>
                  </a:moveTo>
                  <a:cubicBezTo>
                    <a:pt x="2964" y="0"/>
                    <a:pt x="2946" y="5"/>
                    <a:pt x="2929" y="14"/>
                  </a:cubicBezTo>
                  <a:cubicBezTo>
                    <a:pt x="466" y="1388"/>
                    <a:pt x="8" y="4433"/>
                    <a:pt x="8" y="4464"/>
                  </a:cubicBezTo>
                  <a:cubicBezTo>
                    <a:pt x="0" y="4522"/>
                    <a:pt x="42" y="4576"/>
                    <a:pt x="100" y="4585"/>
                  </a:cubicBezTo>
                  <a:lnTo>
                    <a:pt x="115" y="4585"/>
                  </a:lnTo>
                  <a:lnTo>
                    <a:pt x="115" y="4583"/>
                  </a:lnTo>
                  <a:cubicBezTo>
                    <a:pt x="167" y="4583"/>
                    <a:pt x="210" y="4546"/>
                    <a:pt x="219" y="4494"/>
                  </a:cubicBezTo>
                  <a:cubicBezTo>
                    <a:pt x="224" y="4467"/>
                    <a:pt x="664" y="1522"/>
                    <a:pt x="3035" y="201"/>
                  </a:cubicBezTo>
                  <a:cubicBezTo>
                    <a:pt x="3085" y="173"/>
                    <a:pt x="3105" y="107"/>
                    <a:pt x="3075" y="55"/>
                  </a:cubicBezTo>
                  <a:cubicBezTo>
                    <a:pt x="3056" y="20"/>
                    <a:pt x="3019" y="0"/>
                    <a:pt x="29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36"/>
            <p:cNvSpPr/>
            <p:nvPr/>
          </p:nvSpPr>
          <p:spPr>
            <a:xfrm>
              <a:off x="3975853" y="1797789"/>
              <a:ext cx="40711" cy="111072"/>
            </a:xfrm>
            <a:custGeom>
              <a:rect b="b" l="l" r="r" t="t"/>
              <a:pathLst>
                <a:path extrusionOk="0" h="2420" w="887">
                  <a:moveTo>
                    <a:pt x="106" y="1"/>
                  </a:moveTo>
                  <a:cubicBezTo>
                    <a:pt x="48" y="1"/>
                    <a:pt x="1" y="48"/>
                    <a:pt x="1" y="107"/>
                  </a:cubicBezTo>
                  <a:cubicBezTo>
                    <a:pt x="2" y="165"/>
                    <a:pt x="56" y="1521"/>
                    <a:pt x="678" y="2374"/>
                  </a:cubicBezTo>
                  <a:cubicBezTo>
                    <a:pt x="699" y="2402"/>
                    <a:pt x="732" y="2419"/>
                    <a:pt x="766" y="2419"/>
                  </a:cubicBezTo>
                  <a:cubicBezTo>
                    <a:pt x="771" y="2419"/>
                    <a:pt x="775" y="2420"/>
                    <a:pt x="780" y="2420"/>
                  </a:cubicBezTo>
                  <a:cubicBezTo>
                    <a:pt x="798" y="2420"/>
                    <a:pt x="815" y="2416"/>
                    <a:pt x="830" y="2408"/>
                  </a:cubicBezTo>
                  <a:cubicBezTo>
                    <a:pt x="876" y="2373"/>
                    <a:pt x="887" y="2307"/>
                    <a:pt x="854" y="2260"/>
                  </a:cubicBezTo>
                  <a:cubicBezTo>
                    <a:pt x="267" y="1448"/>
                    <a:pt x="214" y="121"/>
                    <a:pt x="214" y="107"/>
                  </a:cubicBezTo>
                  <a:cubicBezTo>
                    <a:pt x="214" y="48"/>
                    <a:pt x="166" y="1"/>
                    <a:pt x="1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36"/>
            <p:cNvSpPr/>
            <p:nvPr/>
          </p:nvSpPr>
          <p:spPr>
            <a:xfrm>
              <a:off x="4167292" y="1519466"/>
              <a:ext cx="73298" cy="18497"/>
            </a:xfrm>
            <a:custGeom>
              <a:rect b="b" l="l" r="r" t="t"/>
              <a:pathLst>
                <a:path extrusionOk="0" h="403" w="1597">
                  <a:moveTo>
                    <a:pt x="1474" y="1"/>
                  </a:moveTo>
                  <a:cubicBezTo>
                    <a:pt x="1457" y="1"/>
                    <a:pt x="1439" y="5"/>
                    <a:pt x="1424" y="14"/>
                  </a:cubicBezTo>
                  <a:cubicBezTo>
                    <a:pt x="1142" y="171"/>
                    <a:pt x="597" y="193"/>
                    <a:pt x="308" y="193"/>
                  </a:cubicBezTo>
                  <a:cubicBezTo>
                    <a:pt x="194" y="193"/>
                    <a:pt x="119" y="189"/>
                    <a:pt x="116" y="189"/>
                  </a:cubicBezTo>
                  <a:cubicBezTo>
                    <a:pt x="114" y="189"/>
                    <a:pt x="113" y="189"/>
                    <a:pt x="111" y="189"/>
                  </a:cubicBezTo>
                  <a:cubicBezTo>
                    <a:pt x="54" y="189"/>
                    <a:pt x="6" y="233"/>
                    <a:pt x="3" y="291"/>
                  </a:cubicBezTo>
                  <a:cubicBezTo>
                    <a:pt x="0" y="350"/>
                    <a:pt x="46" y="399"/>
                    <a:pt x="104" y="402"/>
                  </a:cubicBezTo>
                  <a:lnTo>
                    <a:pt x="319" y="402"/>
                  </a:lnTo>
                  <a:cubicBezTo>
                    <a:pt x="627" y="402"/>
                    <a:pt x="1212" y="377"/>
                    <a:pt x="1525" y="201"/>
                  </a:cubicBezTo>
                  <a:cubicBezTo>
                    <a:pt x="1577" y="173"/>
                    <a:pt x="1596" y="109"/>
                    <a:pt x="1568" y="57"/>
                  </a:cubicBezTo>
                  <a:cubicBezTo>
                    <a:pt x="1549" y="21"/>
                    <a:pt x="1512" y="1"/>
                    <a:pt x="147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36"/>
            <p:cNvSpPr/>
            <p:nvPr/>
          </p:nvSpPr>
          <p:spPr>
            <a:xfrm>
              <a:off x="2529164" y="2476200"/>
              <a:ext cx="415648" cy="355063"/>
            </a:xfrm>
            <a:custGeom>
              <a:rect b="b" l="l" r="r" t="t"/>
              <a:pathLst>
                <a:path extrusionOk="0" h="7736" w="9056">
                  <a:moveTo>
                    <a:pt x="8876" y="1"/>
                  </a:moveTo>
                  <a:lnTo>
                    <a:pt x="523" y="2617"/>
                  </a:lnTo>
                  <a:cubicBezTo>
                    <a:pt x="523" y="2617"/>
                    <a:pt x="0" y="3945"/>
                    <a:pt x="1423" y="5176"/>
                  </a:cubicBezTo>
                  <a:lnTo>
                    <a:pt x="3606" y="7736"/>
                  </a:lnTo>
                  <a:lnTo>
                    <a:pt x="8826" y="6169"/>
                  </a:lnTo>
                  <a:lnTo>
                    <a:pt x="6455" y="3750"/>
                  </a:lnTo>
                  <a:lnTo>
                    <a:pt x="6455" y="3750"/>
                  </a:lnTo>
                  <a:cubicBezTo>
                    <a:pt x="6477" y="3750"/>
                    <a:pt x="6499" y="3751"/>
                    <a:pt x="6520" y="3751"/>
                  </a:cubicBezTo>
                  <a:cubicBezTo>
                    <a:pt x="7371" y="3751"/>
                    <a:pt x="8153" y="3274"/>
                    <a:pt x="8542" y="2515"/>
                  </a:cubicBezTo>
                  <a:cubicBezTo>
                    <a:pt x="8938" y="1740"/>
                    <a:pt x="9056" y="852"/>
                    <a:pt x="887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36"/>
            <p:cNvSpPr/>
            <p:nvPr/>
          </p:nvSpPr>
          <p:spPr>
            <a:xfrm>
              <a:off x="2524161" y="2471472"/>
              <a:ext cx="425791" cy="364977"/>
            </a:xfrm>
            <a:custGeom>
              <a:rect b="b" l="l" r="r" t="t"/>
              <a:pathLst>
                <a:path extrusionOk="0" h="7952" w="9277">
                  <a:moveTo>
                    <a:pt x="8903" y="257"/>
                  </a:moveTo>
                  <a:lnTo>
                    <a:pt x="8903" y="257"/>
                  </a:lnTo>
                  <a:cubicBezTo>
                    <a:pt x="9037" y="1047"/>
                    <a:pt x="8915" y="1862"/>
                    <a:pt x="8556" y="2580"/>
                  </a:cubicBezTo>
                  <a:cubicBezTo>
                    <a:pt x="8188" y="3302"/>
                    <a:pt x="7446" y="3755"/>
                    <a:pt x="6639" y="3755"/>
                  </a:cubicBezTo>
                  <a:cubicBezTo>
                    <a:pt x="6616" y="3755"/>
                    <a:pt x="6593" y="3755"/>
                    <a:pt x="6570" y="3754"/>
                  </a:cubicBezTo>
                  <a:cubicBezTo>
                    <a:pt x="6566" y="3754"/>
                    <a:pt x="6563" y="3754"/>
                    <a:pt x="6559" y="3754"/>
                  </a:cubicBezTo>
                  <a:cubicBezTo>
                    <a:pt x="6519" y="3754"/>
                    <a:pt x="6482" y="3778"/>
                    <a:pt x="6465" y="3815"/>
                  </a:cubicBezTo>
                  <a:cubicBezTo>
                    <a:pt x="6447" y="3857"/>
                    <a:pt x="6456" y="3903"/>
                    <a:pt x="6486" y="3936"/>
                  </a:cubicBezTo>
                  <a:lnTo>
                    <a:pt x="8736" y="6228"/>
                  </a:lnTo>
                  <a:lnTo>
                    <a:pt x="3751" y="7721"/>
                  </a:lnTo>
                  <a:lnTo>
                    <a:pt x="1604" y="5211"/>
                  </a:lnTo>
                  <a:cubicBezTo>
                    <a:pt x="387" y="4156"/>
                    <a:pt x="639" y="3058"/>
                    <a:pt x="714" y="2816"/>
                  </a:cubicBezTo>
                  <a:lnTo>
                    <a:pt x="8903" y="257"/>
                  </a:lnTo>
                  <a:close/>
                  <a:moveTo>
                    <a:pt x="8992" y="1"/>
                  </a:moveTo>
                  <a:cubicBezTo>
                    <a:pt x="8978" y="1"/>
                    <a:pt x="8964" y="4"/>
                    <a:pt x="8952" y="10"/>
                  </a:cubicBezTo>
                  <a:lnTo>
                    <a:pt x="599" y="2620"/>
                  </a:lnTo>
                  <a:cubicBezTo>
                    <a:pt x="568" y="2629"/>
                    <a:pt x="544" y="2651"/>
                    <a:pt x="530" y="2681"/>
                  </a:cubicBezTo>
                  <a:cubicBezTo>
                    <a:pt x="526" y="2696"/>
                    <a:pt x="0" y="4095"/>
                    <a:pt x="1452" y="5354"/>
                  </a:cubicBezTo>
                  <a:lnTo>
                    <a:pt x="3633" y="7913"/>
                  </a:lnTo>
                  <a:cubicBezTo>
                    <a:pt x="3653" y="7937"/>
                    <a:pt x="3682" y="7950"/>
                    <a:pt x="3715" y="7950"/>
                  </a:cubicBezTo>
                  <a:lnTo>
                    <a:pt x="3714" y="7952"/>
                  </a:lnTo>
                  <a:lnTo>
                    <a:pt x="3746" y="7934"/>
                  </a:lnTo>
                  <a:lnTo>
                    <a:pt x="8967" y="6367"/>
                  </a:lnTo>
                  <a:cubicBezTo>
                    <a:pt x="8985" y="6362"/>
                    <a:pt x="8999" y="6353"/>
                    <a:pt x="9013" y="6339"/>
                  </a:cubicBezTo>
                  <a:cubicBezTo>
                    <a:pt x="9053" y="6299"/>
                    <a:pt x="9053" y="6232"/>
                    <a:pt x="9011" y="6192"/>
                  </a:cubicBezTo>
                  <a:lnTo>
                    <a:pt x="6809" y="3943"/>
                  </a:lnTo>
                  <a:cubicBezTo>
                    <a:pt x="7636" y="3890"/>
                    <a:pt x="8373" y="3403"/>
                    <a:pt x="8746" y="2664"/>
                  </a:cubicBezTo>
                  <a:cubicBezTo>
                    <a:pt x="9156" y="1866"/>
                    <a:pt x="9276" y="951"/>
                    <a:pt x="9086" y="74"/>
                  </a:cubicBezTo>
                  <a:cubicBezTo>
                    <a:pt x="9078" y="45"/>
                    <a:pt x="9059" y="23"/>
                    <a:pt x="9034" y="10"/>
                  </a:cubicBezTo>
                  <a:cubicBezTo>
                    <a:pt x="9020" y="4"/>
                    <a:pt x="9006" y="1"/>
                    <a:pt x="899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36"/>
            <p:cNvSpPr/>
            <p:nvPr/>
          </p:nvSpPr>
          <p:spPr>
            <a:xfrm>
              <a:off x="2395602" y="1816377"/>
              <a:ext cx="1287563" cy="861909"/>
            </a:xfrm>
            <a:custGeom>
              <a:rect b="b" l="l" r="r" t="t"/>
              <a:pathLst>
                <a:path extrusionOk="0" h="18779" w="28053">
                  <a:moveTo>
                    <a:pt x="20773" y="0"/>
                  </a:moveTo>
                  <a:cubicBezTo>
                    <a:pt x="20109" y="0"/>
                    <a:pt x="19476" y="68"/>
                    <a:pt x="18931" y="193"/>
                  </a:cubicBezTo>
                  <a:cubicBezTo>
                    <a:pt x="17746" y="439"/>
                    <a:pt x="16619" y="903"/>
                    <a:pt x="15605" y="1564"/>
                  </a:cubicBezTo>
                  <a:cubicBezTo>
                    <a:pt x="13930" y="2711"/>
                    <a:pt x="12648" y="4401"/>
                    <a:pt x="11194" y="5808"/>
                  </a:cubicBezTo>
                  <a:cubicBezTo>
                    <a:pt x="10664" y="6317"/>
                    <a:pt x="10131" y="6834"/>
                    <a:pt x="9586" y="7341"/>
                  </a:cubicBezTo>
                  <a:cubicBezTo>
                    <a:pt x="8272" y="8526"/>
                    <a:pt x="6869" y="9609"/>
                    <a:pt x="5388" y="10578"/>
                  </a:cubicBezTo>
                  <a:cubicBezTo>
                    <a:pt x="3241" y="12033"/>
                    <a:pt x="1" y="14630"/>
                    <a:pt x="1808" y="17545"/>
                  </a:cubicBezTo>
                  <a:cubicBezTo>
                    <a:pt x="2367" y="18447"/>
                    <a:pt x="3235" y="18778"/>
                    <a:pt x="4217" y="18778"/>
                  </a:cubicBezTo>
                  <a:cubicBezTo>
                    <a:pt x="5893" y="18778"/>
                    <a:pt x="7899" y="17812"/>
                    <a:pt x="9257" y="17077"/>
                  </a:cubicBezTo>
                  <a:cubicBezTo>
                    <a:pt x="11344" y="15950"/>
                    <a:pt x="15227" y="15099"/>
                    <a:pt x="17424" y="15099"/>
                  </a:cubicBezTo>
                  <a:cubicBezTo>
                    <a:pt x="17496" y="15099"/>
                    <a:pt x="17566" y="15100"/>
                    <a:pt x="17634" y="15102"/>
                  </a:cubicBezTo>
                  <a:cubicBezTo>
                    <a:pt x="17680" y="15103"/>
                    <a:pt x="17726" y="15103"/>
                    <a:pt x="17774" y="15103"/>
                  </a:cubicBezTo>
                  <a:cubicBezTo>
                    <a:pt x="19987" y="15103"/>
                    <a:pt x="24596" y="13826"/>
                    <a:pt x="26306" y="11378"/>
                  </a:cubicBezTo>
                  <a:cubicBezTo>
                    <a:pt x="28052" y="8876"/>
                    <a:pt x="27798" y="3604"/>
                    <a:pt x="25642" y="1569"/>
                  </a:cubicBezTo>
                  <a:cubicBezTo>
                    <a:pt x="24473" y="464"/>
                    <a:pt x="22515" y="0"/>
                    <a:pt x="20773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36"/>
            <p:cNvSpPr/>
            <p:nvPr/>
          </p:nvSpPr>
          <p:spPr>
            <a:xfrm>
              <a:off x="2381144" y="1811466"/>
              <a:ext cx="1309731" cy="871823"/>
            </a:xfrm>
            <a:custGeom>
              <a:rect b="b" l="l" r="r" t="t"/>
              <a:pathLst>
                <a:path extrusionOk="0" h="18995" w="28536">
                  <a:moveTo>
                    <a:pt x="21098" y="214"/>
                  </a:moveTo>
                  <a:cubicBezTo>
                    <a:pt x="22853" y="214"/>
                    <a:pt x="24777" y="699"/>
                    <a:pt x="25893" y="1755"/>
                  </a:cubicBezTo>
                  <a:cubicBezTo>
                    <a:pt x="27967" y="3724"/>
                    <a:pt x="28288" y="8904"/>
                    <a:pt x="26533" y="11425"/>
                  </a:cubicBezTo>
                  <a:cubicBezTo>
                    <a:pt x="24816" y="13890"/>
                    <a:pt x="20253" y="15106"/>
                    <a:pt x="18097" y="15106"/>
                  </a:cubicBezTo>
                  <a:cubicBezTo>
                    <a:pt x="18048" y="15106"/>
                    <a:pt x="18000" y="15106"/>
                    <a:pt x="17954" y="15104"/>
                  </a:cubicBezTo>
                  <a:cubicBezTo>
                    <a:pt x="17887" y="15103"/>
                    <a:pt x="17818" y="15102"/>
                    <a:pt x="17746" y="15102"/>
                  </a:cubicBezTo>
                  <a:cubicBezTo>
                    <a:pt x="15600" y="15102"/>
                    <a:pt x="11652" y="15942"/>
                    <a:pt x="9522" y="17095"/>
                  </a:cubicBezTo>
                  <a:cubicBezTo>
                    <a:pt x="7433" y="18224"/>
                    <a:pt x="5771" y="18787"/>
                    <a:pt x="4517" y="18787"/>
                  </a:cubicBezTo>
                  <a:cubicBezTo>
                    <a:pt x="3466" y="18787"/>
                    <a:pt x="2702" y="18390"/>
                    <a:pt x="2216" y="17598"/>
                  </a:cubicBezTo>
                  <a:cubicBezTo>
                    <a:pt x="919" y="15500"/>
                    <a:pt x="2079" y="13270"/>
                    <a:pt x="5762" y="10775"/>
                  </a:cubicBezTo>
                  <a:cubicBezTo>
                    <a:pt x="7247" y="9801"/>
                    <a:pt x="8655" y="8715"/>
                    <a:pt x="9974" y="7527"/>
                  </a:cubicBezTo>
                  <a:lnTo>
                    <a:pt x="9986" y="7538"/>
                  </a:lnTo>
                  <a:cubicBezTo>
                    <a:pt x="10513" y="7036"/>
                    <a:pt x="11036" y="6533"/>
                    <a:pt x="11541" y="6044"/>
                  </a:cubicBezTo>
                  <a:lnTo>
                    <a:pt x="11594" y="5992"/>
                  </a:lnTo>
                  <a:cubicBezTo>
                    <a:pt x="12074" y="5531"/>
                    <a:pt x="12541" y="5030"/>
                    <a:pt x="12994" y="4545"/>
                  </a:cubicBezTo>
                  <a:cubicBezTo>
                    <a:pt x="13919" y="3552"/>
                    <a:pt x="14876" y="2526"/>
                    <a:pt x="15991" y="1761"/>
                  </a:cubicBezTo>
                  <a:cubicBezTo>
                    <a:pt x="16995" y="1108"/>
                    <a:pt x="18111" y="648"/>
                    <a:pt x="19282" y="406"/>
                  </a:cubicBezTo>
                  <a:cubicBezTo>
                    <a:pt x="19832" y="279"/>
                    <a:pt x="20454" y="214"/>
                    <a:pt x="21098" y="214"/>
                  </a:cubicBezTo>
                  <a:close/>
                  <a:moveTo>
                    <a:pt x="21076" y="1"/>
                  </a:moveTo>
                  <a:cubicBezTo>
                    <a:pt x="20418" y="1"/>
                    <a:pt x="19784" y="67"/>
                    <a:pt x="19222" y="196"/>
                  </a:cubicBezTo>
                  <a:cubicBezTo>
                    <a:pt x="18024" y="443"/>
                    <a:pt x="16883" y="915"/>
                    <a:pt x="15857" y="1583"/>
                  </a:cubicBezTo>
                  <a:cubicBezTo>
                    <a:pt x="14723" y="2362"/>
                    <a:pt x="13759" y="3395"/>
                    <a:pt x="12826" y="4396"/>
                  </a:cubicBezTo>
                  <a:cubicBezTo>
                    <a:pt x="12375" y="4880"/>
                    <a:pt x="11908" y="5379"/>
                    <a:pt x="11435" y="5837"/>
                  </a:cubicBezTo>
                  <a:lnTo>
                    <a:pt x="11381" y="5889"/>
                  </a:lnTo>
                  <a:cubicBezTo>
                    <a:pt x="10877" y="6375"/>
                    <a:pt x="10356" y="6881"/>
                    <a:pt x="9828" y="7369"/>
                  </a:cubicBezTo>
                  <a:cubicBezTo>
                    <a:pt x="8518" y="8550"/>
                    <a:pt x="7119" y="9630"/>
                    <a:pt x="5643" y="10597"/>
                  </a:cubicBezTo>
                  <a:cubicBezTo>
                    <a:pt x="4248" y="11543"/>
                    <a:pt x="0" y="14424"/>
                    <a:pt x="2034" y="17716"/>
                  </a:cubicBezTo>
                  <a:cubicBezTo>
                    <a:pt x="2625" y="18661"/>
                    <a:pt x="3541" y="18995"/>
                    <a:pt x="4544" y="18995"/>
                  </a:cubicBezTo>
                  <a:cubicBezTo>
                    <a:pt x="6453" y="18995"/>
                    <a:pt x="8672" y="17795"/>
                    <a:pt x="9630" y="17278"/>
                  </a:cubicBezTo>
                  <a:cubicBezTo>
                    <a:pt x="11725" y="16142"/>
                    <a:pt x="15617" y="15311"/>
                    <a:pt x="17736" y="15311"/>
                  </a:cubicBezTo>
                  <a:cubicBezTo>
                    <a:pt x="17809" y="15311"/>
                    <a:pt x="17879" y="15312"/>
                    <a:pt x="17948" y="15314"/>
                  </a:cubicBezTo>
                  <a:cubicBezTo>
                    <a:pt x="18002" y="15316"/>
                    <a:pt x="18058" y="15317"/>
                    <a:pt x="18116" y="15317"/>
                  </a:cubicBezTo>
                  <a:cubicBezTo>
                    <a:pt x="20295" y="15317"/>
                    <a:pt x="24952" y="14059"/>
                    <a:pt x="26708" y="11544"/>
                  </a:cubicBezTo>
                  <a:cubicBezTo>
                    <a:pt x="28535" y="8925"/>
                    <a:pt x="28175" y="3626"/>
                    <a:pt x="26030" y="1598"/>
                  </a:cubicBezTo>
                  <a:cubicBezTo>
                    <a:pt x="24872" y="503"/>
                    <a:pt x="22885" y="1"/>
                    <a:pt x="2107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36"/>
            <p:cNvSpPr/>
            <p:nvPr/>
          </p:nvSpPr>
          <p:spPr>
            <a:xfrm>
              <a:off x="2537288" y="1894495"/>
              <a:ext cx="1103376" cy="764974"/>
            </a:xfrm>
            <a:custGeom>
              <a:rect b="b" l="l" r="r" t="t"/>
              <a:pathLst>
                <a:path extrusionOk="0" h="16667" w="24040">
                  <a:moveTo>
                    <a:pt x="22324" y="1"/>
                  </a:moveTo>
                  <a:cubicBezTo>
                    <a:pt x="22304" y="1"/>
                    <a:pt x="22285" y="6"/>
                    <a:pt x="22267" y="17"/>
                  </a:cubicBezTo>
                  <a:cubicBezTo>
                    <a:pt x="22218" y="51"/>
                    <a:pt x="22205" y="117"/>
                    <a:pt x="22237" y="167"/>
                  </a:cubicBezTo>
                  <a:cubicBezTo>
                    <a:pt x="23771" y="2504"/>
                    <a:pt x="23795" y="6929"/>
                    <a:pt x="22278" y="9100"/>
                  </a:cubicBezTo>
                  <a:cubicBezTo>
                    <a:pt x="20564" y="11563"/>
                    <a:pt x="15972" y="12781"/>
                    <a:pt x="13843" y="12781"/>
                  </a:cubicBezTo>
                  <a:cubicBezTo>
                    <a:pt x="13794" y="12781"/>
                    <a:pt x="13745" y="12780"/>
                    <a:pt x="13698" y="12779"/>
                  </a:cubicBezTo>
                  <a:cubicBezTo>
                    <a:pt x="13637" y="12777"/>
                    <a:pt x="13573" y="12776"/>
                    <a:pt x="13508" y="12776"/>
                  </a:cubicBezTo>
                  <a:cubicBezTo>
                    <a:pt x="11363" y="12776"/>
                    <a:pt x="7392" y="13622"/>
                    <a:pt x="5267" y="14771"/>
                  </a:cubicBezTo>
                  <a:cubicBezTo>
                    <a:pt x="3173" y="15902"/>
                    <a:pt x="1542" y="16457"/>
                    <a:pt x="284" y="16457"/>
                  </a:cubicBezTo>
                  <a:cubicBezTo>
                    <a:pt x="226" y="16457"/>
                    <a:pt x="168" y="16456"/>
                    <a:pt x="112" y="16453"/>
                  </a:cubicBezTo>
                  <a:lnTo>
                    <a:pt x="103" y="16453"/>
                  </a:lnTo>
                  <a:cubicBezTo>
                    <a:pt x="46" y="16453"/>
                    <a:pt x="2" y="16498"/>
                    <a:pt x="2" y="16556"/>
                  </a:cubicBezTo>
                  <a:cubicBezTo>
                    <a:pt x="0" y="16614"/>
                    <a:pt x="45" y="16663"/>
                    <a:pt x="104" y="16666"/>
                  </a:cubicBezTo>
                  <a:lnTo>
                    <a:pt x="279" y="16666"/>
                  </a:lnTo>
                  <a:cubicBezTo>
                    <a:pt x="1571" y="16666"/>
                    <a:pt x="3239" y="16099"/>
                    <a:pt x="5378" y="14954"/>
                  </a:cubicBezTo>
                  <a:cubicBezTo>
                    <a:pt x="7475" y="13816"/>
                    <a:pt x="11381" y="12985"/>
                    <a:pt x="13498" y="12985"/>
                  </a:cubicBezTo>
                  <a:cubicBezTo>
                    <a:pt x="13565" y="12985"/>
                    <a:pt x="13630" y="12985"/>
                    <a:pt x="13694" y="12987"/>
                  </a:cubicBezTo>
                  <a:cubicBezTo>
                    <a:pt x="13743" y="12989"/>
                    <a:pt x="13793" y="12989"/>
                    <a:pt x="13845" y="12989"/>
                  </a:cubicBezTo>
                  <a:cubicBezTo>
                    <a:pt x="16020" y="12989"/>
                    <a:pt x="20695" y="11740"/>
                    <a:pt x="22453" y="9220"/>
                  </a:cubicBezTo>
                  <a:cubicBezTo>
                    <a:pt x="24039" y="6951"/>
                    <a:pt x="24020" y="2492"/>
                    <a:pt x="22415" y="50"/>
                  </a:cubicBezTo>
                  <a:cubicBezTo>
                    <a:pt x="22393" y="18"/>
                    <a:pt x="22359" y="1"/>
                    <a:pt x="2232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36"/>
            <p:cNvSpPr/>
            <p:nvPr/>
          </p:nvSpPr>
          <p:spPr>
            <a:xfrm>
              <a:off x="2993371" y="1903078"/>
              <a:ext cx="279699" cy="595795"/>
            </a:xfrm>
            <a:custGeom>
              <a:rect b="b" l="l" r="r" t="t"/>
              <a:pathLst>
                <a:path extrusionOk="0" h="12981" w="6094">
                  <a:moveTo>
                    <a:pt x="2611" y="0"/>
                  </a:moveTo>
                  <a:cubicBezTo>
                    <a:pt x="2567" y="0"/>
                    <a:pt x="2527" y="26"/>
                    <a:pt x="2511" y="67"/>
                  </a:cubicBezTo>
                  <a:cubicBezTo>
                    <a:pt x="2484" y="134"/>
                    <a:pt x="0" y="6736"/>
                    <a:pt x="5897" y="12946"/>
                  </a:cubicBezTo>
                  <a:cubicBezTo>
                    <a:pt x="5917" y="12967"/>
                    <a:pt x="5944" y="12979"/>
                    <a:pt x="5974" y="12980"/>
                  </a:cubicBezTo>
                  <a:cubicBezTo>
                    <a:pt x="6002" y="12980"/>
                    <a:pt x="6029" y="12968"/>
                    <a:pt x="6050" y="12951"/>
                  </a:cubicBezTo>
                  <a:lnTo>
                    <a:pt x="6051" y="12949"/>
                  </a:lnTo>
                  <a:cubicBezTo>
                    <a:pt x="6093" y="12907"/>
                    <a:pt x="6092" y="12840"/>
                    <a:pt x="6050" y="12799"/>
                  </a:cubicBezTo>
                  <a:cubicBezTo>
                    <a:pt x="252" y="6690"/>
                    <a:pt x="2683" y="210"/>
                    <a:pt x="2709" y="146"/>
                  </a:cubicBezTo>
                  <a:cubicBezTo>
                    <a:pt x="2731" y="92"/>
                    <a:pt x="2704" y="30"/>
                    <a:pt x="2649" y="7"/>
                  </a:cubicBezTo>
                  <a:cubicBezTo>
                    <a:pt x="2636" y="2"/>
                    <a:pt x="2623" y="0"/>
                    <a:pt x="261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36"/>
            <p:cNvSpPr/>
            <p:nvPr/>
          </p:nvSpPr>
          <p:spPr>
            <a:xfrm>
              <a:off x="2622060" y="2003960"/>
              <a:ext cx="1016859" cy="427352"/>
            </a:xfrm>
            <a:custGeom>
              <a:rect b="b" l="l" r="r" t="t"/>
              <a:pathLst>
                <a:path extrusionOk="0" h="9311" w="22155">
                  <a:moveTo>
                    <a:pt x="18929" y="0"/>
                  </a:moveTo>
                  <a:cubicBezTo>
                    <a:pt x="16748" y="0"/>
                    <a:pt x="13821" y="684"/>
                    <a:pt x="11195" y="2904"/>
                  </a:cubicBezTo>
                  <a:cubicBezTo>
                    <a:pt x="6947" y="6496"/>
                    <a:pt x="1575" y="8777"/>
                    <a:pt x="863" y="9072"/>
                  </a:cubicBezTo>
                  <a:cubicBezTo>
                    <a:pt x="266" y="8139"/>
                    <a:pt x="650" y="6922"/>
                    <a:pt x="650" y="6911"/>
                  </a:cubicBezTo>
                  <a:cubicBezTo>
                    <a:pt x="668" y="6853"/>
                    <a:pt x="635" y="6789"/>
                    <a:pt x="576" y="6771"/>
                  </a:cubicBezTo>
                  <a:cubicBezTo>
                    <a:pt x="565" y="6768"/>
                    <a:pt x="554" y="6766"/>
                    <a:pt x="543" y="6766"/>
                  </a:cubicBezTo>
                  <a:cubicBezTo>
                    <a:pt x="496" y="6766"/>
                    <a:pt x="452" y="6797"/>
                    <a:pt x="436" y="6846"/>
                  </a:cubicBezTo>
                  <a:cubicBezTo>
                    <a:pt x="419" y="6901"/>
                    <a:pt x="1" y="8238"/>
                    <a:pt x="737" y="9265"/>
                  </a:cubicBezTo>
                  <a:cubicBezTo>
                    <a:pt x="757" y="9293"/>
                    <a:pt x="789" y="9310"/>
                    <a:pt x="823" y="9310"/>
                  </a:cubicBezTo>
                  <a:cubicBezTo>
                    <a:pt x="825" y="9310"/>
                    <a:pt x="827" y="9310"/>
                    <a:pt x="829" y="9310"/>
                  </a:cubicBezTo>
                  <a:cubicBezTo>
                    <a:pt x="842" y="9310"/>
                    <a:pt x="855" y="9306"/>
                    <a:pt x="868" y="9299"/>
                  </a:cubicBezTo>
                  <a:cubicBezTo>
                    <a:pt x="924" y="9276"/>
                    <a:pt x="6773" y="6925"/>
                    <a:pt x="11336" y="3067"/>
                  </a:cubicBezTo>
                  <a:cubicBezTo>
                    <a:pt x="13965" y="845"/>
                    <a:pt x="16768" y="212"/>
                    <a:pt x="18846" y="212"/>
                  </a:cubicBezTo>
                  <a:cubicBezTo>
                    <a:pt x="20477" y="212"/>
                    <a:pt x="21662" y="602"/>
                    <a:pt x="21963" y="921"/>
                  </a:cubicBezTo>
                  <a:cubicBezTo>
                    <a:pt x="21984" y="942"/>
                    <a:pt x="22011" y="952"/>
                    <a:pt x="22038" y="952"/>
                  </a:cubicBezTo>
                  <a:cubicBezTo>
                    <a:pt x="22065" y="952"/>
                    <a:pt x="22092" y="942"/>
                    <a:pt x="22113" y="921"/>
                  </a:cubicBezTo>
                  <a:lnTo>
                    <a:pt x="22115" y="920"/>
                  </a:lnTo>
                  <a:cubicBezTo>
                    <a:pt x="22155" y="878"/>
                    <a:pt x="22155" y="812"/>
                    <a:pt x="22113" y="772"/>
                  </a:cubicBezTo>
                  <a:cubicBezTo>
                    <a:pt x="21734" y="371"/>
                    <a:pt x="20533" y="0"/>
                    <a:pt x="1892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36"/>
            <p:cNvSpPr/>
            <p:nvPr/>
          </p:nvSpPr>
          <p:spPr>
            <a:xfrm>
              <a:off x="2939166" y="2029525"/>
              <a:ext cx="364793" cy="295213"/>
            </a:xfrm>
            <a:custGeom>
              <a:rect b="b" l="l" r="r" t="t"/>
              <a:pathLst>
                <a:path extrusionOk="0" h="6432" w="7948">
                  <a:moveTo>
                    <a:pt x="4578" y="1"/>
                  </a:moveTo>
                  <a:cubicBezTo>
                    <a:pt x="3839" y="1"/>
                    <a:pt x="3053" y="224"/>
                    <a:pt x="2340" y="684"/>
                  </a:cubicBezTo>
                  <a:cubicBezTo>
                    <a:pt x="644" y="1780"/>
                    <a:pt x="1" y="3801"/>
                    <a:pt x="903" y="5199"/>
                  </a:cubicBezTo>
                  <a:cubicBezTo>
                    <a:pt x="1425" y="6008"/>
                    <a:pt x="2352" y="6431"/>
                    <a:pt x="3368" y="6431"/>
                  </a:cubicBezTo>
                  <a:cubicBezTo>
                    <a:pt x="4107" y="6431"/>
                    <a:pt x="4894" y="6208"/>
                    <a:pt x="5608" y="5747"/>
                  </a:cubicBezTo>
                  <a:cubicBezTo>
                    <a:pt x="7304" y="4652"/>
                    <a:pt x="7947" y="2632"/>
                    <a:pt x="7045" y="1234"/>
                  </a:cubicBezTo>
                  <a:cubicBezTo>
                    <a:pt x="6521" y="424"/>
                    <a:pt x="5594" y="1"/>
                    <a:pt x="457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36"/>
            <p:cNvSpPr/>
            <p:nvPr/>
          </p:nvSpPr>
          <p:spPr>
            <a:xfrm>
              <a:off x="2989745" y="2068584"/>
              <a:ext cx="283968" cy="229855"/>
            </a:xfrm>
            <a:custGeom>
              <a:rect b="b" l="l" r="r" t="t"/>
              <a:pathLst>
                <a:path extrusionOk="0" h="5008" w="6187">
                  <a:moveTo>
                    <a:pt x="3573" y="1"/>
                  </a:moveTo>
                  <a:cubicBezTo>
                    <a:pt x="2995" y="1"/>
                    <a:pt x="2380" y="176"/>
                    <a:pt x="1821" y="536"/>
                  </a:cubicBezTo>
                  <a:cubicBezTo>
                    <a:pt x="501" y="1388"/>
                    <a:pt x="0" y="2963"/>
                    <a:pt x="703" y="4048"/>
                  </a:cubicBezTo>
                  <a:cubicBezTo>
                    <a:pt x="1112" y="4678"/>
                    <a:pt x="1830" y="5008"/>
                    <a:pt x="2621" y="5008"/>
                  </a:cubicBezTo>
                  <a:cubicBezTo>
                    <a:pt x="3195" y="5008"/>
                    <a:pt x="3807" y="4834"/>
                    <a:pt x="4366" y="4476"/>
                  </a:cubicBezTo>
                  <a:cubicBezTo>
                    <a:pt x="5696" y="3623"/>
                    <a:pt x="6187" y="2049"/>
                    <a:pt x="5483" y="960"/>
                  </a:cubicBezTo>
                  <a:cubicBezTo>
                    <a:pt x="5078" y="328"/>
                    <a:pt x="4361" y="1"/>
                    <a:pt x="357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36"/>
            <p:cNvSpPr/>
            <p:nvPr/>
          </p:nvSpPr>
          <p:spPr>
            <a:xfrm>
              <a:off x="2997823" y="2063811"/>
              <a:ext cx="267766" cy="239539"/>
            </a:xfrm>
            <a:custGeom>
              <a:rect b="b" l="l" r="r" t="t"/>
              <a:pathLst>
                <a:path extrusionOk="0" h="5219" w="5834">
                  <a:moveTo>
                    <a:pt x="3479" y="212"/>
                  </a:moveTo>
                  <a:cubicBezTo>
                    <a:pt x="4170" y="212"/>
                    <a:pt x="4821" y="552"/>
                    <a:pt x="5217" y="1122"/>
                  </a:cubicBezTo>
                  <a:cubicBezTo>
                    <a:pt x="5543" y="1648"/>
                    <a:pt x="5612" y="2294"/>
                    <a:pt x="5405" y="2878"/>
                  </a:cubicBezTo>
                  <a:cubicBezTo>
                    <a:pt x="5179" y="3546"/>
                    <a:pt x="4726" y="4117"/>
                    <a:pt x="4126" y="4489"/>
                  </a:cubicBezTo>
                  <a:cubicBezTo>
                    <a:pt x="3590" y="4835"/>
                    <a:pt x="2999" y="5003"/>
                    <a:pt x="2444" y="5003"/>
                  </a:cubicBezTo>
                  <a:cubicBezTo>
                    <a:pt x="1687" y="5003"/>
                    <a:pt x="998" y="4691"/>
                    <a:pt x="611" y="4093"/>
                  </a:cubicBezTo>
                  <a:cubicBezTo>
                    <a:pt x="286" y="3567"/>
                    <a:pt x="218" y="2921"/>
                    <a:pt x="423" y="2337"/>
                  </a:cubicBezTo>
                  <a:cubicBezTo>
                    <a:pt x="651" y="1670"/>
                    <a:pt x="1103" y="1102"/>
                    <a:pt x="1703" y="728"/>
                  </a:cubicBezTo>
                  <a:cubicBezTo>
                    <a:pt x="2204" y="399"/>
                    <a:pt x="2789" y="220"/>
                    <a:pt x="3387" y="214"/>
                  </a:cubicBezTo>
                  <a:cubicBezTo>
                    <a:pt x="3418" y="213"/>
                    <a:pt x="3448" y="212"/>
                    <a:pt x="3479" y="212"/>
                  </a:cubicBezTo>
                  <a:close/>
                  <a:moveTo>
                    <a:pt x="3385" y="1"/>
                  </a:moveTo>
                  <a:cubicBezTo>
                    <a:pt x="2790" y="1"/>
                    <a:pt x="2158" y="180"/>
                    <a:pt x="1586" y="549"/>
                  </a:cubicBezTo>
                  <a:cubicBezTo>
                    <a:pt x="946" y="948"/>
                    <a:pt x="465" y="1559"/>
                    <a:pt x="225" y="2275"/>
                  </a:cubicBezTo>
                  <a:cubicBezTo>
                    <a:pt x="0" y="2918"/>
                    <a:pt x="79" y="3628"/>
                    <a:pt x="438" y="4209"/>
                  </a:cubicBezTo>
                  <a:cubicBezTo>
                    <a:pt x="878" y="4843"/>
                    <a:pt x="1600" y="5218"/>
                    <a:pt x="2368" y="5218"/>
                  </a:cubicBezTo>
                  <a:cubicBezTo>
                    <a:pt x="2395" y="5218"/>
                    <a:pt x="2423" y="5218"/>
                    <a:pt x="2451" y="5217"/>
                  </a:cubicBezTo>
                  <a:cubicBezTo>
                    <a:pt x="3090" y="5210"/>
                    <a:pt x="3714" y="5019"/>
                    <a:pt x="4247" y="4669"/>
                  </a:cubicBezTo>
                  <a:cubicBezTo>
                    <a:pt x="4885" y="4267"/>
                    <a:pt x="5366" y="3658"/>
                    <a:pt x="5607" y="2943"/>
                  </a:cubicBezTo>
                  <a:cubicBezTo>
                    <a:pt x="5834" y="2299"/>
                    <a:pt x="5755" y="1587"/>
                    <a:pt x="5395" y="1008"/>
                  </a:cubicBezTo>
                  <a:cubicBezTo>
                    <a:pt x="4968" y="346"/>
                    <a:pt x="4212" y="1"/>
                    <a:pt x="338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36"/>
            <p:cNvSpPr/>
            <p:nvPr/>
          </p:nvSpPr>
          <p:spPr>
            <a:xfrm>
              <a:off x="3034633" y="2118704"/>
              <a:ext cx="203372" cy="165002"/>
            </a:xfrm>
            <a:custGeom>
              <a:rect b="b" l="l" r="r" t="t"/>
              <a:pathLst>
                <a:path extrusionOk="0" h="3595" w="4431">
                  <a:moveTo>
                    <a:pt x="2553" y="0"/>
                  </a:moveTo>
                  <a:cubicBezTo>
                    <a:pt x="2139" y="0"/>
                    <a:pt x="1698" y="126"/>
                    <a:pt x="1298" y="385"/>
                  </a:cubicBezTo>
                  <a:cubicBezTo>
                    <a:pt x="351" y="997"/>
                    <a:pt x="1" y="2126"/>
                    <a:pt x="496" y="2906"/>
                  </a:cubicBezTo>
                  <a:cubicBezTo>
                    <a:pt x="783" y="3358"/>
                    <a:pt x="1301" y="3595"/>
                    <a:pt x="1871" y="3595"/>
                  </a:cubicBezTo>
                  <a:cubicBezTo>
                    <a:pt x="2284" y="3595"/>
                    <a:pt x="2725" y="3470"/>
                    <a:pt x="3123" y="3213"/>
                  </a:cubicBezTo>
                  <a:cubicBezTo>
                    <a:pt x="4070" y="2601"/>
                    <a:pt x="4430" y="1473"/>
                    <a:pt x="3925" y="692"/>
                  </a:cubicBezTo>
                  <a:cubicBezTo>
                    <a:pt x="3635" y="236"/>
                    <a:pt x="3119" y="0"/>
                    <a:pt x="2553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36"/>
            <p:cNvSpPr/>
            <p:nvPr/>
          </p:nvSpPr>
          <p:spPr>
            <a:xfrm>
              <a:off x="3028712" y="2113701"/>
              <a:ext cx="204519" cy="174548"/>
            </a:xfrm>
            <a:custGeom>
              <a:rect b="b" l="l" r="r" t="t"/>
              <a:pathLst>
                <a:path extrusionOk="0" h="3803" w="4456">
                  <a:moveTo>
                    <a:pt x="2674" y="213"/>
                  </a:moveTo>
                  <a:cubicBezTo>
                    <a:pt x="2749" y="213"/>
                    <a:pt x="2825" y="217"/>
                    <a:pt x="2898" y="225"/>
                  </a:cubicBezTo>
                  <a:cubicBezTo>
                    <a:pt x="3331" y="262"/>
                    <a:pt x="3722" y="493"/>
                    <a:pt x="3965" y="853"/>
                  </a:cubicBezTo>
                  <a:cubicBezTo>
                    <a:pt x="4193" y="1222"/>
                    <a:pt x="4242" y="1675"/>
                    <a:pt x="4096" y="2084"/>
                  </a:cubicBezTo>
                  <a:cubicBezTo>
                    <a:pt x="3937" y="2558"/>
                    <a:pt x="3618" y="2961"/>
                    <a:pt x="3194" y="3226"/>
                  </a:cubicBezTo>
                  <a:cubicBezTo>
                    <a:pt x="2814" y="3471"/>
                    <a:pt x="2395" y="3591"/>
                    <a:pt x="2002" y="3591"/>
                  </a:cubicBezTo>
                  <a:cubicBezTo>
                    <a:pt x="1469" y="3591"/>
                    <a:pt x="986" y="3372"/>
                    <a:pt x="715" y="2951"/>
                  </a:cubicBezTo>
                  <a:cubicBezTo>
                    <a:pt x="243" y="2220"/>
                    <a:pt x="588" y="1155"/>
                    <a:pt x="1485" y="577"/>
                  </a:cubicBezTo>
                  <a:cubicBezTo>
                    <a:pt x="1837" y="344"/>
                    <a:pt x="2251" y="217"/>
                    <a:pt x="2674" y="213"/>
                  </a:cubicBezTo>
                  <a:close/>
                  <a:moveTo>
                    <a:pt x="2687" y="0"/>
                  </a:moveTo>
                  <a:cubicBezTo>
                    <a:pt x="2220" y="0"/>
                    <a:pt x="1761" y="138"/>
                    <a:pt x="1368" y="399"/>
                  </a:cubicBezTo>
                  <a:cubicBezTo>
                    <a:pt x="375" y="1040"/>
                    <a:pt x="0" y="2236"/>
                    <a:pt x="535" y="3065"/>
                  </a:cubicBezTo>
                  <a:cubicBezTo>
                    <a:pt x="854" y="3528"/>
                    <a:pt x="1379" y="3802"/>
                    <a:pt x="1939" y="3802"/>
                  </a:cubicBezTo>
                  <a:cubicBezTo>
                    <a:pt x="1960" y="3802"/>
                    <a:pt x="1982" y="3802"/>
                    <a:pt x="2004" y="3801"/>
                  </a:cubicBezTo>
                  <a:cubicBezTo>
                    <a:pt x="2469" y="3795"/>
                    <a:pt x="2923" y="3655"/>
                    <a:pt x="3312" y="3399"/>
                  </a:cubicBezTo>
                  <a:cubicBezTo>
                    <a:pt x="3776" y="3107"/>
                    <a:pt x="4124" y="2663"/>
                    <a:pt x="4299" y="2145"/>
                  </a:cubicBezTo>
                  <a:cubicBezTo>
                    <a:pt x="4349" y="2007"/>
                    <a:pt x="4379" y="1864"/>
                    <a:pt x="4389" y="1718"/>
                  </a:cubicBezTo>
                  <a:cubicBezTo>
                    <a:pt x="4455" y="841"/>
                    <a:pt x="3797" y="77"/>
                    <a:pt x="2918" y="12"/>
                  </a:cubicBezTo>
                  <a:cubicBezTo>
                    <a:pt x="2841" y="4"/>
                    <a:pt x="2764" y="0"/>
                    <a:pt x="26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36"/>
            <p:cNvSpPr/>
            <p:nvPr/>
          </p:nvSpPr>
          <p:spPr>
            <a:xfrm>
              <a:off x="2400605" y="2690541"/>
              <a:ext cx="932500" cy="787555"/>
            </a:xfrm>
            <a:custGeom>
              <a:rect b="b" l="l" r="r" t="t"/>
              <a:pathLst>
                <a:path extrusionOk="0" h="17159" w="20317">
                  <a:moveTo>
                    <a:pt x="6518" y="1"/>
                  </a:moveTo>
                  <a:cubicBezTo>
                    <a:pt x="5053" y="1"/>
                    <a:pt x="3668" y="137"/>
                    <a:pt x="2847" y="502"/>
                  </a:cubicBezTo>
                  <a:cubicBezTo>
                    <a:pt x="606" y="1498"/>
                    <a:pt x="0" y="2208"/>
                    <a:pt x="1568" y="5010"/>
                  </a:cubicBezTo>
                  <a:cubicBezTo>
                    <a:pt x="3581" y="8612"/>
                    <a:pt x="14855" y="16116"/>
                    <a:pt x="16563" y="16636"/>
                  </a:cubicBezTo>
                  <a:lnTo>
                    <a:pt x="18270" y="17158"/>
                  </a:lnTo>
                  <a:lnTo>
                    <a:pt x="20317" y="10093"/>
                  </a:lnTo>
                  <a:cubicBezTo>
                    <a:pt x="20317" y="10093"/>
                    <a:pt x="16374" y="7010"/>
                    <a:pt x="14855" y="4440"/>
                  </a:cubicBezTo>
                  <a:cubicBezTo>
                    <a:pt x="13337" y="1871"/>
                    <a:pt x="13149" y="1261"/>
                    <a:pt x="12339" y="738"/>
                  </a:cubicBezTo>
                  <a:cubicBezTo>
                    <a:pt x="11826" y="407"/>
                    <a:pt x="9052" y="1"/>
                    <a:pt x="6518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36"/>
            <p:cNvSpPr/>
            <p:nvPr/>
          </p:nvSpPr>
          <p:spPr>
            <a:xfrm>
              <a:off x="2421029" y="2685905"/>
              <a:ext cx="917353" cy="797469"/>
            </a:xfrm>
            <a:custGeom>
              <a:rect b="b" l="l" r="r" t="t"/>
              <a:pathLst>
                <a:path extrusionOk="0" h="17375" w="19987">
                  <a:moveTo>
                    <a:pt x="6077" y="221"/>
                  </a:moveTo>
                  <a:cubicBezTo>
                    <a:pt x="8569" y="221"/>
                    <a:pt x="11328" y="607"/>
                    <a:pt x="11835" y="935"/>
                  </a:cubicBezTo>
                  <a:cubicBezTo>
                    <a:pt x="12423" y="1317"/>
                    <a:pt x="12673" y="1754"/>
                    <a:pt x="13414" y="3050"/>
                  </a:cubicBezTo>
                  <a:cubicBezTo>
                    <a:pt x="13656" y="3470"/>
                    <a:pt x="13946" y="3978"/>
                    <a:pt x="14317" y="4603"/>
                  </a:cubicBezTo>
                  <a:cubicBezTo>
                    <a:pt x="15728" y="6986"/>
                    <a:pt x="19254" y="9843"/>
                    <a:pt x="19742" y="10236"/>
                  </a:cubicBezTo>
                  <a:lnTo>
                    <a:pt x="17752" y="17131"/>
                  </a:lnTo>
                  <a:lnTo>
                    <a:pt x="16147" y="16643"/>
                  </a:lnTo>
                  <a:cubicBezTo>
                    <a:pt x="14425" y="16114"/>
                    <a:pt x="3220" y="8640"/>
                    <a:pt x="1218" y="5066"/>
                  </a:cubicBezTo>
                  <a:cubicBezTo>
                    <a:pt x="464" y="3714"/>
                    <a:pt x="221" y="2896"/>
                    <a:pt x="432" y="2257"/>
                  </a:cubicBezTo>
                  <a:cubicBezTo>
                    <a:pt x="642" y="1620"/>
                    <a:pt x="1332" y="1206"/>
                    <a:pt x="2451" y="707"/>
                  </a:cubicBezTo>
                  <a:cubicBezTo>
                    <a:pt x="3237" y="352"/>
                    <a:pt x="4616" y="221"/>
                    <a:pt x="6077" y="221"/>
                  </a:cubicBezTo>
                  <a:close/>
                  <a:moveTo>
                    <a:pt x="6080" y="1"/>
                  </a:moveTo>
                  <a:cubicBezTo>
                    <a:pt x="4595" y="1"/>
                    <a:pt x="3192" y="140"/>
                    <a:pt x="2359" y="512"/>
                  </a:cubicBezTo>
                  <a:cubicBezTo>
                    <a:pt x="1189" y="1033"/>
                    <a:pt x="464" y="1477"/>
                    <a:pt x="227" y="2190"/>
                  </a:cubicBezTo>
                  <a:cubicBezTo>
                    <a:pt x="1" y="2873"/>
                    <a:pt x="242" y="3765"/>
                    <a:pt x="1031" y="5175"/>
                  </a:cubicBezTo>
                  <a:cubicBezTo>
                    <a:pt x="3048" y="8778"/>
                    <a:pt x="14346" y="16320"/>
                    <a:pt x="16088" y="16850"/>
                  </a:cubicBezTo>
                  <a:lnTo>
                    <a:pt x="17795" y="17372"/>
                  </a:lnTo>
                  <a:cubicBezTo>
                    <a:pt x="17800" y="17374"/>
                    <a:pt x="17806" y="17375"/>
                    <a:pt x="17811" y="17375"/>
                  </a:cubicBezTo>
                  <a:cubicBezTo>
                    <a:pt x="17817" y="17375"/>
                    <a:pt x="17822" y="17374"/>
                    <a:pt x="17828" y="17372"/>
                  </a:cubicBezTo>
                  <a:cubicBezTo>
                    <a:pt x="17847" y="17372"/>
                    <a:pt x="17866" y="17368"/>
                    <a:pt x="17883" y="17358"/>
                  </a:cubicBezTo>
                  <a:cubicBezTo>
                    <a:pt x="17906" y="17344"/>
                    <a:pt x="17926" y="17320"/>
                    <a:pt x="17933" y="17294"/>
                  </a:cubicBezTo>
                  <a:lnTo>
                    <a:pt x="19975" y="10223"/>
                  </a:lnTo>
                  <a:cubicBezTo>
                    <a:pt x="19986" y="10181"/>
                    <a:pt x="19972" y="10136"/>
                    <a:pt x="19939" y="10109"/>
                  </a:cubicBezTo>
                  <a:cubicBezTo>
                    <a:pt x="19897" y="10080"/>
                    <a:pt x="15999" y="7007"/>
                    <a:pt x="14507" y="4492"/>
                  </a:cubicBezTo>
                  <a:cubicBezTo>
                    <a:pt x="14138" y="3869"/>
                    <a:pt x="13846" y="3369"/>
                    <a:pt x="13606" y="2942"/>
                  </a:cubicBezTo>
                  <a:cubicBezTo>
                    <a:pt x="12846" y="1608"/>
                    <a:pt x="12595" y="1164"/>
                    <a:pt x="11957" y="754"/>
                  </a:cubicBezTo>
                  <a:cubicBezTo>
                    <a:pt x="11417" y="411"/>
                    <a:pt x="8630" y="1"/>
                    <a:pt x="608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36"/>
            <p:cNvSpPr/>
            <p:nvPr/>
          </p:nvSpPr>
          <p:spPr>
            <a:xfrm>
              <a:off x="2822678" y="2841681"/>
              <a:ext cx="265930" cy="171657"/>
            </a:xfrm>
            <a:custGeom>
              <a:rect b="b" l="l" r="r" t="t"/>
              <a:pathLst>
                <a:path extrusionOk="0" h="3740" w="5794">
                  <a:moveTo>
                    <a:pt x="4861" y="0"/>
                  </a:moveTo>
                  <a:cubicBezTo>
                    <a:pt x="2371" y="0"/>
                    <a:pt x="754" y="1692"/>
                    <a:pt x="159" y="2807"/>
                  </a:cubicBezTo>
                  <a:cubicBezTo>
                    <a:pt x="0" y="3115"/>
                    <a:pt x="116" y="3495"/>
                    <a:pt x="420" y="3662"/>
                  </a:cubicBezTo>
                  <a:cubicBezTo>
                    <a:pt x="514" y="3712"/>
                    <a:pt x="616" y="3739"/>
                    <a:pt x="724" y="3739"/>
                  </a:cubicBezTo>
                  <a:cubicBezTo>
                    <a:pt x="957" y="3739"/>
                    <a:pt x="1173" y="3610"/>
                    <a:pt x="1286" y="3404"/>
                  </a:cubicBezTo>
                  <a:cubicBezTo>
                    <a:pt x="1343" y="3299"/>
                    <a:pt x="2479" y="1275"/>
                    <a:pt x="4851" y="1275"/>
                  </a:cubicBezTo>
                  <a:cubicBezTo>
                    <a:pt x="5146" y="1275"/>
                    <a:pt x="5460" y="1306"/>
                    <a:pt x="5793" y="1376"/>
                  </a:cubicBezTo>
                  <a:cubicBezTo>
                    <a:pt x="5747" y="1300"/>
                    <a:pt x="5703" y="1226"/>
                    <a:pt x="5659" y="1162"/>
                  </a:cubicBezTo>
                  <a:cubicBezTo>
                    <a:pt x="5397" y="721"/>
                    <a:pt x="5176" y="338"/>
                    <a:pt x="4983" y="2"/>
                  </a:cubicBezTo>
                  <a:cubicBezTo>
                    <a:pt x="4942" y="1"/>
                    <a:pt x="4902" y="0"/>
                    <a:pt x="486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36"/>
            <p:cNvSpPr/>
            <p:nvPr/>
          </p:nvSpPr>
          <p:spPr>
            <a:xfrm>
              <a:off x="2922689" y="2941325"/>
              <a:ext cx="241283" cy="170142"/>
            </a:xfrm>
            <a:custGeom>
              <a:rect b="b" l="l" r="r" t="t"/>
              <a:pathLst>
                <a:path extrusionOk="0" h="3707" w="5257">
                  <a:moveTo>
                    <a:pt x="4180" y="0"/>
                  </a:moveTo>
                  <a:cubicBezTo>
                    <a:pt x="2483" y="249"/>
                    <a:pt x="998" y="1275"/>
                    <a:pt x="163" y="2773"/>
                  </a:cubicBezTo>
                  <a:cubicBezTo>
                    <a:pt x="1" y="3087"/>
                    <a:pt x="123" y="3472"/>
                    <a:pt x="437" y="3635"/>
                  </a:cubicBezTo>
                  <a:cubicBezTo>
                    <a:pt x="531" y="3683"/>
                    <a:pt x="632" y="3706"/>
                    <a:pt x="731" y="3706"/>
                  </a:cubicBezTo>
                  <a:cubicBezTo>
                    <a:pt x="956" y="3706"/>
                    <a:pt x="1174" y="3587"/>
                    <a:pt x="1290" y="3376"/>
                  </a:cubicBezTo>
                  <a:cubicBezTo>
                    <a:pt x="1347" y="3272"/>
                    <a:pt x="2485" y="1247"/>
                    <a:pt x="4871" y="1247"/>
                  </a:cubicBezTo>
                  <a:cubicBezTo>
                    <a:pt x="4996" y="1247"/>
                    <a:pt x="5125" y="1253"/>
                    <a:pt x="5257" y="1264"/>
                  </a:cubicBezTo>
                  <a:cubicBezTo>
                    <a:pt x="4876" y="846"/>
                    <a:pt x="4506" y="422"/>
                    <a:pt x="418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36"/>
            <p:cNvSpPr/>
            <p:nvPr/>
          </p:nvSpPr>
          <p:spPr>
            <a:xfrm>
              <a:off x="3143594" y="3028897"/>
              <a:ext cx="581659" cy="550586"/>
            </a:xfrm>
            <a:custGeom>
              <a:rect b="b" l="l" r="r" t="t"/>
              <a:pathLst>
                <a:path extrusionOk="0" h="11996" w="12673">
                  <a:moveTo>
                    <a:pt x="10638" y="0"/>
                  </a:moveTo>
                  <a:cubicBezTo>
                    <a:pt x="9537" y="0"/>
                    <a:pt x="7387" y="763"/>
                    <a:pt x="6700" y="836"/>
                  </a:cubicBezTo>
                  <a:cubicBezTo>
                    <a:pt x="5944" y="918"/>
                    <a:pt x="2244" y="1620"/>
                    <a:pt x="2324" y="1917"/>
                  </a:cubicBezTo>
                  <a:cubicBezTo>
                    <a:pt x="2406" y="2217"/>
                    <a:pt x="2783" y="2998"/>
                    <a:pt x="2649" y="3161"/>
                  </a:cubicBezTo>
                  <a:cubicBezTo>
                    <a:pt x="2515" y="3323"/>
                    <a:pt x="1272" y="3728"/>
                    <a:pt x="1029" y="4078"/>
                  </a:cubicBezTo>
                  <a:cubicBezTo>
                    <a:pt x="786" y="4428"/>
                    <a:pt x="244" y="6968"/>
                    <a:pt x="474" y="7307"/>
                  </a:cubicBezTo>
                  <a:cubicBezTo>
                    <a:pt x="704" y="7645"/>
                    <a:pt x="811" y="7889"/>
                    <a:pt x="730" y="8077"/>
                  </a:cubicBezTo>
                  <a:cubicBezTo>
                    <a:pt x="649" y="8265"/>
                    <a:pt x="0" y="9076"/>
                    <a:pt x="91" y="9538"/>
                  </a:cubicBezTo>
                  <a:cubicBezTo>
                    <a:pt x="180" y="9998"/>
                    <a:pt x="1001" y="11996"/>
                    <a:pt x="1001" y="11996"/>
                  </a:cubicBezTo>
                  <a:lnTo>
                    <a:pt x="3107" y="11619"/>
                  </a:lnTo>
                  <a:cubicBezTo>
                    <a:pt x="3107" y="11619"/>
                    <a:pt x="4270" y="11266"/>
                    <a:pt x="4918" y="8970"/>
                  </a:cubicBezTo>
                  <a:cubicBezTo>
                    <a:pt x="5567" y="6673"/>
                    <a:pt x="5405" y="6198"/>
                    <a:pt x="7052" y="5028"/>
                  </a:cubicBezTo>
                  <a:cubicBezTo>
                    <a:pt x="8697" y="3856"/>
                    <a:pt x="9538" y="3430"/>
                    <a:pt x="10314" y="2613"/>
                  </a:cubicBezTo>
                  <a:cubicBezTo>
                    <a:pt x="11090" y="1797"/>
                    <a:pt x="12672" y="1270"/>
                    <a:pt x="12672" y="1270"/>
                  </a:cubicBezTo>
                  <a:cubicBezTo>
                    <a:pt x="12672" y="1270"/>
                    <a:pt x="11889" y="215"/>
                    <a:pt x="10942" y="26"/>
                  </a:cubicBezTo>
                  <a:cubicBezTo>
                    <a:pt x="10854" y="9"/>
                    <a:pt x="10751" y="0"/>
                    <a:pt x="1063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36"/>
            <p:cNvSpPr/>
            <p:nvPr/>
          </p:nvSpPr>
          <p:spPr>
            <a:xfrm>
              <a:off x="3139417" y="3024032"/>
              <a:ext cx="591573" cy="560271"/>
            </a:xfrm>
            <a:custGeom>
              <a:rect b="b" l="l" r="r" t="t"/>
              <a:pathLst>
                <a:path extrusionOk="0" h="12207" w="12889">
                  <a:moveTo>
                    <a:pt x="10730" y="207"/>
                  </a:moveTo>
                  <a:cubicBezTo>
                    <a:pt x="10836" y="207"/>
                    <a:pt x="10931" y="214"/>
                    <a:pt x="11012" y="231"/>
                  </a:cubicBezTo>
                  <a:cubicBezTo>
                    <a:pt x="11733" y="374"/>
                    <a:pt x="12357" y="1050"/>
                    <a:pt x="12586" y="1321"/>
                  </a:cubicBezTo>
                  <a:cubicBezTo>
                    <a:pt x="12178" y="1474"/>
                    <a:pt x="10997" y="1959"/>
                    <a:pt x="10336" y="2644"/>
                  </a:cubicBezTo>
                  <a:cubicBezTo>
                    <a:pt x="9803" y="3203"/>
                    <a:pt x="9258" y="3573"/>
                    <a:pt x="8407" y="4138"/>
                  </a:cubicBezTo>
                  <a:cubicBezTo>
                    <a:pt x="8027" y="4404"/>
                    <a:pt x="7594" y="4683"/>
                    <a:pt x="7082" y="5043"/>
                  </a:cubicBezTo>
                  <a:cubicBezTo>
                    <a:pt x="5689" y="6024"/>
                    <a:pt x="5552" y="6562"/>
                    <a:pt x="5186" y="7995"/>
                  </a:cubicBezTo>
                  <a:cubicBezTo>
                    <a:pt x="5107" y="8299"/>
                    <a:pt x="5019" y="8645"/>
                    <a:pt x="4906" y="9047"/>
                  </a:cubicBezTo>
                  <a:cubicBezTo>
                    <a:pt x="4284" y="11247"/>
                    <a:pt x="3179" y="11618"/>
                    <a:pt x="3179" y="11618"/>
                  </a:cubicBezTo>
                  <a:lnTo>
                    <a:pt x="1157" y="11980"/>
                  </a:lnTo>
                  <a:cubicBezTo>
                    <a:pt x="1002" y="11608"/>
                    <a:pt x="347" y="10014"/>
                    <a:pt x="277" y="9624"/>
                  </a:cubicBezTo>
                  <a:cubicBezTo>
                    <a:pt x="224" y="9319"/>
                    <a:pt x="575" y="8776"/>
                    <a:pt x="766" y="8481"/>
                  </a:cubicBezTo>
                  <a:cubicBezTo>
                    <a:pt x="822" y="8399"/>
                    <a:pt x="874" y="8314"/>
                    <a:pt x="919" y="8225"/>
                  </a:cubicBezTo>
                  <a:cubicBezTo>
                    <a:pt x="1023" y="7982"/>
                    <a:pt x="889" y="7701"/>
                    <a:pt x="652" y="7352"/>
                  </a:cubicBezTo>
                  <a:cubicBezTo>
                    <a:pt x="469" y="7080"/>
                    <a:pt x="969" y="4587"/>
                    <a:pt x="1206" y="4246"/>
                  </a:cubicBezTo>
                  <a:cubicBezTo>
                    <a:pt x="1337" y="4056"/>
                    <a:pt x="1860" y="3822"/>
                    <a:pt x="2240" y="3649"/>
                  </a:cubicBezTo>
                  <a:cubicBezTo>
                    <a:pt x="2449" y="3576"/>
                    <a:pt x="2646" y="3471"/>
                    <a:pt x="2822" y="3335"/>
                  </a:cubicBezTo>
                  <a:cubicBezTo>
                    <a:pt x="2950" y="3191"/>
                    <a:pt x="2832" y="2841"/>
                    <a:pt x="2640" y="2337"/>
                  </a:cubicBezTo>
                  <a:cubicBezTo>
                    <a:pt x="2595" y="2220"/>
                    <a:pt x="2552" y="2110"/>
                    <a:pt x="2528" y="2028"/>
                  </a:cubicBezTo>
                  <a:cubicBezTo>
                    <a:pt x="2838" y="1766"/>
                    <a:pt x="5957" y="1139"/>
                    <a:pt x="6802" y="1042"/>
                  </a:cubicBezTo>
                  <a:cubicBezTo>
                    <a:pt x="7241" y="966"/>
                    <a:pt x="7673" y="863"/>
                    <a:pt x="8098" y="735"/>
                  </a:cubicBezTo>
                  <a:cubicBezTo>
                    <a:pt x="8991" y="497"/>
                    <a:pt x="10070" y="207"/>
                    <a:pt x="10730" y="207"/>
                  </a:cubicBezTo>
                  <a:close/>
                  <a:moveTo>
                    <a:pt x="10736" y="0"/>
                  </a:moveTo>
                  <a:cubicBezTo>
                    <a:pt x="10036" y="0"/>
                    <a:pt x="8949" y="296"/>
                    <a:pt x="8048" y="537"/>
                  </a:cubicBezTo>
                  <a:cubicBezTo>
                    <a:pt x="7634" y="662"/>
                    <a:pt x="7213" y="761"/>
                    <a:pt x="6785" y="837"/>
                  </a:cubicBezTo>
                  <a:cubicBezTo>
                    <a:pt x="6288" y="889"/>
                    <a:pt x="2607" y="1532"/>
                    <a:pt x="2341" y="1924"/>
                  </a:cubicBezTo>
                  <a:cubicBezTo>
                    <a:pt x="2314" y="1961"/>
                    <a:pt x="2305" y="2007"/>
                    <a:pt x="2315" y="2052"/>
                  </a:cubicBezTo>
                  <a:cubicBezTo>
                    <a:pt x="2341" y="2141"/>
                    <a:pt x="2388" y="2267"/>
                    <a:pt x="2444" y="2412"/>
                  </a:cubicBezTo>
                  <a:cubicBezTo>
                    <a:pt x="2527" y="2638"/>
                    <a:pt x="2706" y="3107"/>
                    <a:pt x="2656" y="3200"/>
                  </a:cubicBezTo>
                  <a:cubicBezTo>
                    <a:pt x="2496" y="3299"/>
                    <a:pt x="2327" y="3384"/>
                    <a:pt x="2152" y="3454"/>
                  </a:cubicBezTo>
                  <a:cubicBezTo>
                    <a:pt x="1704" y="3657"/>
                    <a:pt x="1196" y="3886"/>
                    <a:pt x="1029" y="4124"/>
                  </a:cubicBezTo>
                  <a:cubicBezTo>
                    <a:pt x="801" y="4455"/>
                    <a:pt x="203" y="7069"/>
                    <a:pt x="475" y="7473"/>
                  </a:cubicBezTo>
                  <a:cubicBezTo>
                    <a:pt x="706" y="7809"/>
                    <a:pt x="780" y="8010"/>
                    <a:pt x="722" y="8141"/>
                  </a:cubicBezTo>
                  <a:cubicBezTo>
                    <a:pt x="682" y="8219"/>
                    <a:pt x="636" y="8295"/>
                    <a:pt x="587" y="8366"/>
                  </a:cubicBezTo>
                  <a:cubicBezTo>
                    <a:pt x="353" y="8728"/>
                    <a:pt x="0" y="9274"/>
                    <a:pt x="69" y="9660"/>
                  </a:cubicBezTo>
                  <a:cubicBezTo>
                    <a:pt x="140" y="10128"/>
                    <a:pt x="959" y="12060"/>
                    <a:pt x="993" y="12142"/>
                  </a:cubicBezTo>
                  <a:cubicBezTo>
                    <a:pt x="1009" y="12181"/>
                    <a:pt x="1046" y="12206"/>
                    <a:pt x="1088" y="12206"/>
                  </a:cubicBezTo>
                  <a:cubicBezTo>
                    <a:pt x="1089" y="12206"/>
                    <a:pt x="1090" y="12206"/>
                    <a:pt x="1092" y="12206"/>
                  </a:cubicBezTo>
                  <a:lnTo>
                    <a:pt x="1115" y="12203"/>
                  </a:lnTo>
                  <a:lnTo>
                    <a:pt x="3234" y="11820"/>
                  </a:lnTo>
                  <a:cubicBezTo>
                    <a:pt x="3283" y="11806"/>
                    <a:pt x="4458" y="11426"/>
                    <a:pt x="5116" y="9100"/>
                  </a:cubicBezTo>
                  <a:cubicBezTo>
                    <a:pt x="5228" y="8697"/>
                    <a:pt x="5319" y="8348"/>
                    <a:pt x="5398" y="8045"/>
                  </a:cubicBezTo>
                  <a:cubicBezTo>
                    <a:pt x="5759" y="6626"/>
                    <a:pt x="5881" y="6148"/>
                    <a:pt x="7210" y="5214"/>
                  </a:cubicBezTo>
                  <a:cubicBezTo>
                    <a:pt x="7719" y="4854"/>
                    <a:pt x="8151" y="4566"/>
                    <a:pt x="8530" y="4312"/>
                  </a:cubicBezTo>
                  <a:cubicBezTo>
                    <a:pt x="9382" y="3740"/>
                    <a:pt x="9946" y="3363"/>
                    <a:pt x="10494" y="2796"/>
                  </a:cubicBezTo>
                  <a:cubicBezTo>
                    <a:pt x="11249" y="2013"/>
                    <a:pt x="12786" y="1471"/>
                    <a:pt x="12801" y="1471"/>
                  </a:cubicBezTo>
                  <a:cubicBezTo>
                    <a:pt x="12814" y="1468"/>
                    <a:pt x="12824" y="1462"/>
                    <a:pt x="12835" y="1455"/>
                  </a:cubicBezTo>
                  <a:cubicBezTo>
                    <a:pt x="12879" y="1419"/>
                    <a:pt x="12888" y="1353"/>
                    <a:pt x="12853" y="1307"/>
                  </a:cubicBezTo>
                  <a:cubicBezTo>
                    <a:pt x="12820" y="1267"/>
                    <a:pt x="12034" y="222"/>
                    <a:pt x="11058" y="28"/>
                  </a:cubicBezTo>
                  <a:cubicBezTo>
                    <a:pt x="10964" y="9"/>
                    <a:pt x="10856" y="0"/>
                    <a:pt x="1073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36"/>
            <p:cNvSpPr/>
            <p:nvPr/>
          </p:nvSpPr>
          <p:spPr>
            <a:xfrm>
              <a:off x="3192153" y="2941968"/>
              <a:ext cx="206906" cy="196579"/>
            </a:xfrm>
            <a:custGeom>
              <a:rect b="b" l="l" r="r" t="t"/>
              <a:pathLst>
                <a:path extrusionOk="0" h="4283" w="4508">
                  <a:moveTo>
                    <a:pt x="3354" y="0"/>
                  </a:moveTo>
                  <a:cubicBezTo>
                    <a:pt x="3075" y="0"/>
                    <a:pt x="2749" y="128"/>
                    <a:pt x="2401" y="461"/>
                  </a:cubicBezTo>
                  <a:cubicBezTo>
                    <a:pt x="2040" y="805"/>
                    <a:pt x="1" y="2808"/>
                    <a:pt x="1" y="3515"/>
                  </a:cubicBezTo>
                  <a:cubicBezTo>
                    <a:pt x="1" y="4005"/>
                    <a:pt x="413" y="4282"/>
                    <a:pt x="864" y="4282"/>
                  </a:cubicBezTo>
                  <a:cubicBezTo>
                    <a:pt x="1065" y="4282"/>
                    <a:pt x="1274" y="4227"/>
                    <a:pt x="1457" y="4111"/>
                  </a:cubicBezTo>
                  <a:cubicBezTo>
                    <a:pt x="2049" y="3732"/>
                    <a:pt x="4022" y="1433"/>
                    <a:pt x="4022" y="1433"/>
                  </a:cubicBezTo>
                  <a:cubicBezTo>
                    <a:pt x="4022" y="1433"/>
                    <a:pt x="4508" y="814"/>
                    <a:pt x="3994" y="277"/>
                  </a:cubicBezTo>
                  <a:cubicBezTo>
                    <a:pt x="3838" y="114"/>
                    <a:pt x="3617" y="0"/>
                    <a:pt x="33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36"/>
            <p:cNvSpPr/>
            <p:nvPr/>
          </p:nvSpPr>
          <p:spPr>
            <a:xfrm>
              <a:off x="3187013" y="2937056"/>
              <a:ext cx="205300" cy="206309"/>
            </a:xfrm>
            <a:custGeom>
              <a:rect b="b" l="l" r="r" t="t"/>
              <a:pathLst>
                <a:path extrusionOk="0" h="4495" w="4473">
                  <a:moveTo>
                    <a:pt x="3470" y="215"/>
                  </a:moveTo>
                  <a:cubicBezTo>
                    <a:pt x="3685" y="215"/>
                    <a:pt x="3890" y="304"/>
                    <a:pt x="4036" y="462"/>
                  </a:cubicBezTo>
                  <a:cubicBezTo>
                    <a:pt x="4472" y="914"/>
                    <a:pt x="4088" y="1439"/>
                    <a:pt x="4058" y="1476"/>
                  </a:cubicBezTo>
                  <a:cubicBezTo>
                    <a:pt x="3987" y="1560"/>
                    <a:pt x="2085" y="3772"/>
                    <a:pt x="1518" y="4133"/>
                  </a:cubicBezTo>
                  <a:cubicBezTo>
                    <a:pt x="1359" y="4234"/>
                    <a:pt x="1177" y="4285"/>
                    <a:pt x="994" y="4285"/>
                  </a:cubicBezTo>
                  <a:cubicBezTo>
                    <a:pt x="844" y="4285"/>
                    <a:pt x="695" y="4251"/>
                    <a:pt x="556" y="4182"/>
                  </a:cubicBezTo>
                  <a:cubicBezTo>
                    <a:pt x="349" y="4075"/>
                    <a:pt x="221" y="3860"/>
                    <a:pt x="226" y="3626"/>
                  </a:cubicBezTo>
                  <a:cubicBezTo>
                    <a:pt x="226" y="3062"/>
                    <a:pt x="1774" y="1429"/>
                    <a:pt x="2593" y="641"/>
                  </a:cubicBezTo>
                  <a:cubicBezTo>
                    <a:pt x="2815" y="400"/>
                    <a:pt x="3119" y="248"/>
                    <a:pt x="3445" y="215"/>
                  </a:cubicBezTo>
                  <a:lnTo>
                    <a:pt x="3464" y="215"/>
                  </a:lnTo>
                  <a:cubicBezTo>
                    <a:pt x="3466" y="215"/>
                    <a:pt x="3468" y="215"/>
                    <a:pt x="3470" y="215"/>
                  </a:cubicBezTo>
                  <a:close/>
                  <a:moveTo>
                    <a:pt x="3469" y="0"/>
                  </a:moveTo>
                  <a:cubicBezTo>
                    <a:pt x="3459" y="0"/>
                    <a:pt x="3449" y="1"/>
                    <a:pt x="3439" y="1"/>
                  </a:cubicBezTo>
                  <a:cubicBezTo>
                    <a:pt x="3056" y="34"/>
                    <a:pt x="2699" y="208"/>
                    <a:pt x="2438" y="492"/>
                  </a:cubicBezTo>
                  <a:cubicBezTo>
                    <a:pt x="2033" y="882"/>
                    <a:pt x="5" y="2866"/>
                    <a:pt x="5" y="3622"/>
                  </a:cubicBezTo>
                  <a:cubicBezTo>
                    <a:pt x="1" y="3933"/>
                    <a:pt x="172" y="4221"/>
                    <a:pt x="448" y="4365"/>
                  </a:cubicBezTo>
                  <a:cubicBezTo>
                    <a:pt x="607" y="4450"/>
                    <a:pt x="786" y="4495"/>
                    <a:pt x="967" y="4495"/>
                  </a:cubicBezTo>
                  <a:cubicBezTo>
                    <a:pt x="970" y="4495"/>
                    <a:pt x="973" y="4495"/>
                    <a:pt x="976" y="4495"/>
                  </a:cubicBezTo>
                  <a:cubicBezTo>
                    <a:pt x="1207" y="4495"/>
                    <a:pt x="1433" y="4428"/>
                    <a:pt x="1628" y="4302"/>
                  </a:cubicBezTo>
                  <a:cubicBezTo>
                    <a:pt x="2228" y="3921"/>
                    <a:pt x="4136" y="1701"/>
                    <a:pt x="4218" y="1607"/>
                  </a:cubicBezTo>
                  <a:cubicBezTo>
                    <a:pt x="4372" y="1423"/>
                    <a:pt x="4454" y="1188"/>
                    <a:pt x="4447" y="946"/>
                  </a:cubicBezTo>
                  <a:cubicBezTo>
                    <a:pt x="4429" y="417"/>
                    <a:pt x="3995" y="0"/>
                    <a:pt x="346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36"/>
            <p:cNvSpPr/>
            <p:nvPr/>
          </p:nvSpPr>
          <p:spPr>
            <a:xfrm>
              <a:off x="3219095" y="2972948"/>
              <a:ext cx="252620" cy="237657"/>
            </a:xfrm>
            <a:custGeom>
              <a:rect b="b" l="l" r="r" t="t"/>
              <a:pathLst>
                <a:path extrusionOk="0" h="5178" w="5504">
                  <a:moveTo>
                    <a:pt x="2618" y="0"/>
                  </a:moveTo>
                  <a:cubicBezTo>
                    <a:pt x="2564" y="0"/>
                    <a:pt x="2519" y="12"/>
                    <a:pt x="2484" y="35"/>
                  </a:cubicBezTo>
                  <a:lnTo>
                    <a:pt x="2484" y="33"/>
                  </a:lnTo>
                  <a:cubicBezTo>
                    <a:pt x="2484" y="33"/>
                    <a:pt x="0" y="2410"/>
                    <a:pt x="271" y="2897"/>
                  </a:cubicBezTo>
                  <a:cubicBezTo>
                    <a:pt x="541" y="3382"/>
                    <a:pt x="2807" y="5000"/>
                    <a:pt x="3401" y="5163"/>
                  </a:cubicBezTo>
                  <a:cubicBezTo>
                    <a:pt x="3438" y="5173"/>
                    <a:pt x="3478" y="5178"/>
                    <a:pt x="3522" y="5178"/>
                  </a:cubicBezTo>
                  <a:cubicBezTo>
                    <a:pt x="4178" y="5178"/>
                    <a:pt x="5503" y="4063"/>
                    <a:pt x="5453" y="2949"/>
                  </a:cubicBezTo>
                  <a:cubicBezTo>
                    <a:pt x="5403" y="1847"/>
                    <a:pt x="3311" y="0"/>
                    <a:pt x="26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36"/>
            <p:cNvSpPr/>
            <p:nvPr/>
          </p:nvSpPr>
          <p:spPr>
            <a:xfrm>
              <a:off x="3213541" y="2968221"/>
              <a:ext cx="262488" cy="247296"/>
            </a:xfrm>
            <a:custGeom>
              <a:rect b="b" l="l" r="r" t="t"/>
              <a:pathLst>
                <a:path extrusionOk="0" h="5388" w="5719">
                  <a:moveTo>
                    <a:pt x="2744" y="210"/>
                  </a:moveTo>
                  <a:cubicBezTo>
                    <a:pt x="2822" y="210"/>
                    <a:pt x="2948" y="243"/>
                    <a:pt x="3127" y="336"/>
                  </a:cubicBezTo>
                  <a:cubicBezTo>
                    <a:pt x="4009" y="780"/>
                    <a:pt x="5435" y="2203"/>
                    <a:pt x="5474" y="3056"/>
                  </a:cubicBezTo>
                  <a:cubicBezTo>
                    <a:pt x="5504" y="3731"/>
                    <a:pt x="5005" y="4378"/>
                    <a:pt x="4524" y="4762"/>
                  </a:cubicBezTo>
                  <a:cubicBezTo>
                    <a:pt x="4203" y="5019"/>
                    <a:pt x="3873" y="5175"/>
                    <a:pt x="3652" y="5175"/>
                  </a:cubicBezTo>
                  <a:cubicBezTo>
                    <a:pt x="3617" y="5175"/>
                    <a:pt x="3585" y="5171"/>
                    <a:pt x="3556" y="5163"/>
                  </a:cubicBezTo>
                  <a:cubicBezTo>
                    <a:pt x="2970" y="5004"/>
                    <a:pt x="735" y="3387"/>
                    <a:pt x="489" y="2946"/>
                  </a:cubicBezTo>
                  <a:cubicBezTo>
                    <a:pt x="349" y="2691"/>
                    <a:pt x="1513" y="1335"/>
                    <a:pt x="2676" y="223"/>
                  </a:cubicBezTo>
                  <a:cubicBezTo>
                    <a:pt x="2692" y="215"/>
                    <a:pt x="2714" y="210"/>
                    <a:pt x="2744" y="210"/>
                  </a:cubicBezTo>
                  <a:close/>
                  <a:moveTo>
                    <a:pt x="2739" y="0"/>
                  </a:moveTo>
                  <a:cubicBezTo>
                    <a:pt x="2664" y="0"/>
                    <a:pt x="2601" y="17"/>
                    <a:pt x="2550" y="51"/>
                  </a:cubicBezTo>
                  <a:lnTo>
                    <a:pt x="2535" y="65"/>
                  </a:lnTo>
                  <a:cubicBezTo>
                    <a:pt x="1938" y="629"/>
                    <a:pt x="1" y="2513"/>
                    <a:pt x="301" y="3050"/>
                  </a:cubicBezTo>
                  <a:cubicBezTo>
                    <a:pt x="602" y="3588"/>
                    <a:pt x="2909" y="5206"/>
                    <a:pt x="3501" y="5368"/>
                  </a:cubicBezTo>
                  <a:cubicBezTo>
                    <a:pt x="3547" y="5382"/>
                    <a:pt x="3596" y="5388"/>
                    <a:pt x="3646" y="5388"/>
                  </a:cubicBezTo>
                  <a:cubicBezTo>
                    <a:pt x="4022" y="5345"/>
                    <a:pt x="4375" y="5187"/>
                    <a:pt x="4657" y="4934"/>
                  </a:cubicBezTo>
                  <a:cubicBezTo>
                    <a:pt x="5175" y="4517"/>
                    <a:pt x="5718" y="3805"/>
                    <a:pt x="5684" y="3052"/>
                  </a:cubicBezTo>
                  <a:cubicBezTo>
                    <a:pt x="5639" y="2084"/>
                    <a:pt x="4162" y="623"/>
                    <a:pt x="3226" y="150"/>
                  </a:cubicBezTo>
                  <a:cubicBezTo>
                    <a:pt x="3030" y="50"/>
                    <a:pt x="2868" y="0"/>
                    <a:pt x="273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36"/>
            <p:cNvSpPr/>
            <p:nvPr/>
          </p:nvSpPr>
          <p:spPr>
            <a:xfrm>
              <a:off x="3512197" y="3054003"/>
              <a:ext cx="257669" cy="103866"/>
            </a:xfrm>
            <a:custGeom>
              <a:rect b="b" l="l" r="r" t="t"/>
              <a:pathLst>
                <a:path extrusionOk="0" h="2263" w="5614">
                  <a:moveTo>
                    <a:pt x="1436" y="1"/>
                  </a:moveTo>
                  <a:cubicBezTo>
                    <a:pt x="1047" y="1"/>
                    <a:pt x="731" y="41"/>
                    <a:pt x="577" y="149"/>
                  </a:cubicBezTo>
                  <a:cubicBezTo>
                    <a:pt x="0" y="550"/>
                    <a:pt x="271" y="1410"/>
                    <a:pt x="922" y="1684"/>
                  </a:cubicBezTo>
                  <a:cubicBezTo>
                    <a:pt x="1573" y="1957"/>
                    <a:pt x="4588" y="2262"/>
                    <a:pt x="4588" y="2262"/>
                  </a:cubicBezTo>
                  <a:cubicBezTo>
                    <a:pt x="4588" y="2262"/>
                    <a:pt x="4597" y="2263"/>
                    <a:pt x="4614" y="2263"/>
                  </a:cubicBezTo>
                  <a:cubicBezTo>
                    <a:pt x="4752" y="2263"/>
                    <a:pt x="5391" y="2227"/>
                    <a:pt x="5521" y="1580"/>
                  </a:cubicBezTo>
                  <a:cubicBezTo>
                    <a:pt x="5614" y="1123"/>
                    <a:pt x="5378" y="560"/>
                    <a:pt x="4455" y="374"/>
                  </a:cubicBezTo>
                  <a:cubicBezTo>
                    <a:pt x="4098" y="303"/>
                    <a:pt x="2496" y="1"/>
                    <a:pt x="14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36"/>
            <p:cNvSpPr/>
            <p:nvPr/>
          </p:nvSpPr>
          <p:spPr>
            <a:xfrm>
              <a:off x="3517842" y="3049230"/>
              <a:ext cx="255098" cy="113550"/>
            </a:xfrm>
            <a:custGeom>
              <a:rect b="b" l="l" r="r" t="t"/>
              <a:pathLst>
                <a:path extrusionOk="0" h="2474" w="5558">
                  <a:moveTo>
                    <a:pt x="1296" y="211"/>
                  </a:moveTo>
                  <a:cubicBezTo>
                    <a:pt x="2177" y="211"/>
                    <a:pt x="3519" y="425"/>
                    <a:pt x="4305" y="584"/>
                  </a:cubicBezTo>
                  <a:cubicBezTo>
                    <a:pt x="4636" y="626"/>
                    <a:pt x="4940" y="788"/>
                    <a:pt x="5157" y="1043"/>
                  </a:cubicBezTo>
                  <a:cubicBezTo>
                    <a:pt x="5288" y="1221"/>
                    <a:pt x="5336" y="1446"/>
                    <a:pt x="5293" y="1662"/>
                  </a:cubicBezTo>
                  <a:cubicBezTo>
                    <a:pt x="5176" y="2243"/>
                    <a:pt x="4592" y="2259"/>
                    <a:pt x="4483" y="2259"/>
                  </a:cubicBezTo>
                  <a:cubicBezTo>
                    <a:pt x="4477" y="2259"/>
                    <a:pt x="4472" y="2259"/>
                    <a:pt x="4469" y="2259"/>
                  </a:cubicBezTo>
                  <a:lnTo>
                    <a:pt x="4469" y="2260"/>
                  </a:lnTo>
                  <a:lnTo>
                    <a:pt x="4469" y="2260"/>
                  </a:lnTo>
                  <a:cubicBezTo>
                    <a:pt x="4340" y="2246"/>
                    <a:pt x="1459" y="1956"/>
                    <a:pt x="833" y="1690"/>
                  </a:cubicBezTo>
                  <a:cubicBezTo>
                    <a:pt x="515" y="1558"/>
                    <a:pt x="291" y="1267"/>
                    <a:pt x="242" y="926"/>
                  </a:cubicBezTo>
                  <a:cubicBezTo>
                    <a:pt x="211" y="697"/>
                    <a:pt x="315" y="469"/>
                    <a:pt x="509" y="341"/>
                  </a:cubicBezTo>
                  <a:cubicBezTo>
                    <a:pt x="643" y="248"/>
                    <a:pt x="930" y="211"/>
                    <a:pt x="1296" y="211"/>
                  </a:cubicBezTo>
                  <a:close/>
                  <a:moveTo>
                    <a:pt x="1333" y="1"/>
                  </a:moveTo>
                  <a:cubicBezTo>
                    <a:pt x="915" y="1"/>
                    <a:pt x="570" y="46"/>
                    <a:pt x="395" y="166"/>
                  </a:cubicBezTo>
                  <a:cubicBezTo>
                    <a:pt x="139" y="340"/>
                    <a:pt x="1" y="642"/>
                    <a:pt x="40" y="950"/>
                  </a:cubicBezTo>
                  <a:cubicBezTo>
                    <a:pt x="96" y="1367"/>
                    <a:pt x="370" y="1724"/>
                    <a:pt x="759" y="1887"/>
                  </a:cubicBezTo>
                  <a:cubicBezTo>
                    <a:pt x="1415" y="2162"/>
                    <a:pt x="4328" y="2460"/>
                    <a:pt x="4451" y="2473"/>
                  </a:cubicBezTo>
                  <a:lnTo>
                    <a:pt x="4505" y="2473"/>
                  </a:lnTo>
                  <a:lnTo>
                    <a:pt x="4505" y="2472"/>
                  </a:lnTo>
                  <a:cubicBezTo>
                    <a:pt x="4520" y="2473"/>
                    <a:pt x="4536" y="2473"/>
                    <a:pt x="4551" y="2473"/>
                  </a:cubicBezTo>
                  <a:cubicBezTo>
                    <a:pt x="5007" y="2473"/>
                    <a:pt x="5403" y="2156"/>
                    <a:pt x="5501" y="1707"/>
                  </a:cubicBezTo>
                  <a:cubicBezTo>
                    <a:pt x="5558" y="1433"/>
                    <a:pt x="5497" y="1147"/>
                    <a:pt x="5331" y="920"/>
                  </a:cubicBezTo>
                  <a:cubicBezTo>
                    <a:pt x="5086" y="624"/>
                    <a:pt x="4737" y="431"/>
                    <a:pt x="4356" y="378"/>
                  </a:cubicBezTo>
                  <a:cubicBezTo>
                    <a:pt x="3962" y="296"/>
                    <a:pt x="2406" y="1"/>
                    <a:pt x="133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36"/>
            <p:cNvSpPr/>
            <p:nvPr/>
          </p:nvSpPr>
          <p:spPr>
            <a:xfrm>
              <a:off x="3546574" y="3086407"/>
              <a:ext cx="203601" cy="220813"/>
            </a:xfrm>
            <a:custGeom>
              <a:rect b="b" l="l" r="r" t="t"/>
              <a:pathLst>
                <a:path extrusionOk="0" h="4811" w="4436">
                  <a:moveTo>
                    <a:pt x="1025" y="0"/>
                  </a:moveTo>
                  <a:cubicBezTo>
                    <a:pt x="636" y="0"/>
                    <a:pt x="347" y="49"/>
                    <a:pt x="282" y="183"/>
                  </a:cubicBezTo>
                  <a:cubicBezTo>
                    <a:pt x="39" y="682"/>
                    <a:pt x="0" y="3466"/>
                    <a:pt x="207" y="4047"/>
                  </a:cubicBezTo>
                  <a:cubicBezTo>
                    <a:pt x="345" y="4433"/>
                    <a:pt x="1201" y="4811"/>
                    <a:pt x="2036" y="4811"/>
                  </a:cubicBezTo>
                  <a:cubicBezTo>
                    <a:pt x="2459" y="4811"/>
                    <a:pt x="2876" y="4714"/>
                    <a:pt x="3193" y="4473"/>
                  </a:cubicBezTo>
                  <a:cubicBezTo>
                    <a:pt x="4135" y="3757"/>
                    <a:pt x="4436" y="579"/>
                    <a:pt x="3894" y="367"/>
                  </a:cubicBezTo>
                  <a:cubicBezTo>
                    <a:pt x="3894" y="367"/>
                    <a:pt x="2088" y="0"/>
                    <a:pt x="10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36"/>
            <p:cNvSpPr/>
            <p:nvPr/>
          </p:nvSpPr>
          <p:spPr>
            <a:xfrm>
              <a:off x="3541663" y="3081129"/>
              <a:ext cx="206217" cy="230956"/>
            </a:xfrm>
            <a:custGeom>
              <a:rect b="b" l="l" r="r" t="t"/>
              <a:pathLst>
                <a:path extrusionOk="0" h="5032" w="4493">
                  <a:moveTo>
                    <a:pt x="1093" y="219"/>
                  </a:moveTo>
                  <a:cubicBezTo>
                    <a:pt x="2059" y="257"/>
                    <a:pt x="3021" y="379"/>
                    <a:pt x="3967" y="583"/>
                  </a:cubicBezTo>
                  <a:cubicBezTo>
                    <a:pt x="4025" y="614"/>
                    <a:pt x="4098" y="741"/>
                    <a:pt x="4135" y="1023"/>
                  </a:cubicBezTo>
                  <a:cubicBezTo>
                    <a:pt x="4272" y="1996"/>
                    <a:pt x="3916" y="3981"/>
                    <a:pt x="3237" y="4499"/>
                  </a:cubicBezTo>
                  <a:cubicBezTo>
                    <a:pt x="2933" y="4731"/>
                    <a:pt x="2536" y="4818"/>
                    <a:pt x="2143" y="4818"/>
                  </a:cubicBezTo>
                  <a:cubicBezTo>
                    <a:pt x="1845" y="4818"/>
                    <a:pt x="1549" y="4768"/>
                    <a:pt x="1295" y="4694"/>
                  </a:cubicBezTo>
                  <a:cubicBezTo>
                    <a:pt x="841" y="4552"/>
                    <a:pt x="487" y="4339"/>
                    <a:pt x="414" y="4126"/>
                  </a:cubicBezTo>
                  <a:cubicBezTo>
                    <a:pt x="211" y="3555"/>
                    <a:pt x="270" y="797"/>
                    <a:pt x="482" y="345"/>
                  </a:cubicBezTo>
                  <a:cubicBezTo>
                    <a:pt x="527" y="257"/>
                    <a:pt x="753" y="219"/>
                    <a:pt x="1093" y="219"/>
                  </a:cubicBezTo>
                  <a:close/>
                  <a:moveTo>
                    <a:pt x="1193" y="0"/>
                  </a:moveTo>
                  <a:cubicBezTo>
                    <a:pt x="734" y="0"/>
                    <a:pt x="383" y="66"/>
                    <a:pt x="293" y="249"/>
                  </a:cubicBezTo>
                  <a:cubicBezTo>
                    <a:pt x="22" y="802"/>
                    <a:pt x="0" y="3619"/>
                    <a:pt x="214" y="4198"/>
                  </a:cubicBezTo>
                  <a:cubicBezTo>
                    <a:pt x="310" y="4472"/>
                    <a:pt x="701" y="4738"/>
                    <a:pt x="1236" y="4898"/>
                  </a:cubicBezTo>
                  <a:cubicBezTo>
                    <a:pt x="1529" y="4984"/>
                    <a:pt x="1834" y="5029"/>
                    <a:pt x="2141" y="5030"/>
                  </a:cubicBezTo>
                  <a:cubicBezTo>
                    <a:pt x="2164" y="5031"/>
                    <a:pt x="2187" y="5031"/>
                    <a:pt x="2210" y="5031"/>
                  </a:cubicBezTo>
                  <a:cubicBezTo>
                    <a:pt x="2624" y="5031"/>
                    <a:pt x="3028" y="4904"/>
                    <a:pt x="3365" y="4662"/>
                  </a:cubicBezTo>
                  <a:cubicBezTo>
                    <a:pt x="4133" y="4074"/>
                    <a:pt x="4492" y="2030"/>
                    <a:pt x="4346" y="989"/>
                  </a:cubicBezTo>
                  <a:cubicBezTo>
                    <a:pt x="4297" y="645"/>
                    <a:pt x="4196" y="438"/>
                    <a:pt x="4040" y="377"/>
                  </a:cubicBezTo>
                  <a:lnTo>
                    <a:pt x="4023" y="377"/>
                  </a:lnTo>
                  <a:cubicBezTo>
                    <a:pt x="3481" y="267"/>
                    <a:pt x="2118" y="0"/>
                    <a:pt x="119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36"/>
            <p:cNvSpPr/>
            <p:nvPr/>
          </p:nvSpPr>
          <p:spPr>
            <a:xfrm>
              <a:off x="3081035" y="3153784"/>
              <a:ext cx="157796" cy="231186"/>
            </a:xfrm>
            <a:custGeom>
              <a:rect b="b" l="l" r="r" t="t"/>
              <a:pathLst>
                <a:path extrusionOk="0" h="5037" w="3438">
                  <a:moveTo>
                    <a:pt x="2394" y="0"/>
                  </a:moveTo>
                  <a:cubicBezTo>
                    <a:pt x="2035" y="0"/>
                    <a:pt x="1639" y="223"/>
                    <a:pt x="1357" y="846"/>
                  </a:cubicBezTo>
                  <a:cubicBezTo>
                    <a:pt x="1144" y="1297"/>
                    <a:pt x="1" y="3922"/>
                    <a:pt x="263" y="4573"/>
                  </a:cubicBezTo>
                  <a:cubicBezTo>
                    <a:pt x="391" y="4890"/>
                    <a:pt x="671" y="5037"/>
                    <a:pt x="972" y="5037"/>
                  </a:cubicBezTo>
                  <a:cubicBezTo>
                    <a:pt x="1287" y="5037"/>
                    <a:pt x="1626" y="4876"/>
                    <a:pt x="1837" y="4583"/>
                  </a:cubicBezTo>
                  <a:cubicBezTo>
                    <a:pt x="2249" y="4012"/>
                    <a:pt x="3223" y="1148"/>
                    <a:pt x="3223" y="1148"/>
                  </a:cubicBezTo>
                  <a:cubicBezTo>
                    <a:pt x="3223" y="1148"/>
                    <a:pt x="3437" y="390"/>
                    <a:pt x="2769" y="82"/>
                  </a:cubicBezTo>
                  <a:cubicBezTo>
                    <a:pt x="2654" y="30"/>
                    <a:pt x="2526" y="0"/>
                    <a:pt x="23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36"/>
            <p:cNvSpPr/>
            <p:nvPr/>
          </p:nvSpPr>
          <p:spPr>
            <a:xfrm>
              <a:off x="3075574" y="3149287"/>
              <a:ext cx="161605" cy="240824"/>
            </a:xfrm>
            <a:custGeom>
              <a:rect b="b" l="l" r="r" t="t"/>
              <a:pathLst>
                <a:path extrusionOk="0" h="5247" w="3521">
                  <a:moveTo>
                    <a:pt x="2515" y="203"/>
                  </a:moveTo>
                  <a:cubicBezTo>
                    <a:pt x="2626" y="203"/>
                    <a:pt x="2737" y="225"/>
                    <a:pt x="2838" y="270"/>
                  </a:cubicBezTo>
                  <a:cubicBezTo>
                    <a:pt x="3410" y="530"/>
                    <a:pt x="3251" y="1157"/>
                    <a:pt x="3236" y="1206"/>
                  </a:cubicBezTo>
                  <a:cubicBezTo>
                    <a:pt x="3202" y="1312"/>
                    <a:pt x="2256" y="4072"/>
                    <a:pt x="1865" y="4617"/>
                  </a:cubicBezTo>
                  <a:cubicBezTo>
                    <a:pt x="1680" y="4874"/>
                    <a:pt x="1383" y="5024"/>
                    <a:pt x="1070" y="5024"/>
                  </a:cubicBezTo>
                  <a:cubicBezTo>
                    <a:pt x="1043" y="5024"/>
                    <a:pt x="1016" y="5023"/>
                    <a:pt x="989" y="5021"/>
                  </a:cubicBezTo>
                  <a:cubicBezTo>
                    <a:pt x="758" y="4998"/>
                    <a:pt x="559" y="4848"/>
                    <a:pt x="476" y="4631"/>
                  </a:cubicBezTo>
                  <a:cubicBezTo>
                    <a:pt x="269" y="4112"/>
                    <a:pt x="1101" y="2021"/>
                    <a:pt x="1570" y="984"/>
                  </a:cubicBezTo>
                  <a:cubicBezTo>
                    <a:pt x="1687" y="673"/>
                    <a:pt x="1915" y="418"/>
                    <a:pt x="2210" y="265"/>
                  </a:cubicBezTo>
                  <a:cubicBezTo>
                    <a:pt x="2302" y="225"/>
                    <a:pt x="2403" y="204"/>
                    <a:pt x="2503" y="204"/>
                  </a:cubicBezTo>
                  <a:cubicBezTo>
                    <a:pt x="2507" y="204"/>
                    <a:pt x="2510" y="204"/>
                    <a:pt x="2514" y="204"/>
                  </a:cubicBezTo>
                  <a:lnTo>
                    <a:pt x="2515" y="203"/>
                  </a:lnTo>
                  <a:close/>
                  <a:moveTo>
                    <a:pt x="2517" y="0"/>
                  </a:moveTo>
                  <a:cubicBezTo>
                    <a:pt x="2386" y="0"/>
                    <a:pt x="2254" y="26"/>
                    <a:pt x="2127" y="82"/>
                  </a:cubicBezTo>
                  <a:cubicBezTo>
                    <a:pt x="1783" y="253"/>
                    <a:pt x="1516" y="549"/>
                    <a:pt x="1381" y="910"/>
                  </a:cubicBezTo>
                  <a:cubicBezTo>
                    <a:pt x="1147" y="1423"/>
                    <a:pt x="1" y="4019"/>
                    <a:pt x="282" y="4723"/>
                  </a:cubicBezTo>
                  <a:cubicBezTo>
                    <a:pt x="394" y="5012"/>
                    <a:pt x="659" y="5213"/>
                    <a:pt x="967" y="5244"/>
                  </a:cubicBezTo>
                  <a:cubicBezTo>
                    <a:pt x="987" y="5246"/>
                    <a:pt x="1007" y="5246"/>
                    <a:pt x="1027" y="5246"/>
                  </a:cubicBezTo>
                  <a:cubicBezTo>
                    <a:pt x="1047" y="5246"/>
                    <a:pt x="1067" y="5246"/>
                    <a:pt x="1087" y="5244"/>
                  </a:cubicBezTo>
                  <a:cubicBezTo>
                    <a:pt x="1466" y="5238"/>
                    <a:pt x="1819" y="5055"/>
                    <a:pt x="2040" y="4750"/>
                  </a:cubicBezTo>
                  <a:cubicBezTo>
                    <a:pt x="2457" y="4172"/>
                    <a:pt x="3404" y="1403"/>
                    <a:pt x="3444" y="1285"/>
                  </a:cubicBezTo>
                  <a:cubicBezTo>
                    <a:pt x="3520" y="1056"/>
                    <a:pt x="3508" y="807"/>
                    <a:pt x="3413" y="587"/>
                  </a:cubicBezTo>
                  <a:cubicBezTo>
                    <a:pt x="3253" y="219"/>
                    <a:pt x="2894" y="0"/>
                    <a:pt x="251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36"/>
            <p:cNvSpPr/>
            <p:nvPr/>
          </p:nvSpPr>
          <p:spPr>
            <a:xfrm>
              <a:off x="3111190" y="3187014"/>
              <a:ext cx="276946" cy="207870"/>
            </a:xfrm>
            <a:custGeom>
              <a:rect b="b" l="l" r="r" t="t"/>
              <a:pathLst>
                <a:path extrusionOk="0" h="4529" w="6034">
                  <a:moveTo>
                    <a:pt x="1717" y="0"/>
                  </a:moveTo>
                  <a:cubicBezTo>
                    <a:pt x="1574" y="0"/>
                    <a:pt x="1472" y="32"/>
                    <a:pt x="1424" y="103"/>
                  </a:cubicBezTo>
                  <a:cubicBezTo>
                    <a:pt x="1424" y="103"/>
                    <a:pt x="0" y="3231"/>
                    <a:pt x="432" y="3581"/>
                  </a:cubicBezTo>
                  <a:cubicBezTo>
                    <a:pt x="841" y="3913"/>
                    <a:pt x="3305" y="4528"/>
                    <a:pt x="4074" y="4528"/>
                  </a:cubicBezTo>
                  <a:cubicBezTo>
                    <a:pt x="4114" y="4528"/>
                    <a:pt x="4149" y="4527"/>
                    <a:pt x="4180" y="4523"/>
                  </a:cubicBezTo>
                  <a:cubicBezTo>
                    <a:pt x="4792" y="4452"/>
                    <a:pt x="6033" y="2604"/>
                    <a:pt x="5264" y="1706"/>
                  </a:cubicBezTo>
                  <a:cubicBezTo>
                    <a:pt x="4716" y="1067"/>
                    <a:pt x="2545" y="0"/>
                    <a:pt x="1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36"/>
            <p:cNvSpPr/>
            <p:nvPr/>
          </p:nvSpPr>
          <p:spPr>
            <a:xfrm>
              <a:off x="3107013" y="3182149"/>
              <a:ext cx="265242" cy="217554"/>
            </a:xfrm>
            <a:custGeom>
              <a:rect b="b" l="l" r="r" t="t"/>
              <a:pathLst>
                <a:path extrusionOk="0" h="4740" w="5779">
                  <a:moveTo>
                    <a:pt x="1805" y="211"/>
                  </a:moveTo>
                  <a:cubicBezTo>
                    <a:pt x="2576" y="211"/>
                    <a:pt x="4729" y="1249"/>
                    <a:pt x="5267" y="1878"/>
                  </a:cubicBezTo>
                  <a:cubicBezTo>
                    <a:pt x="5627" y="2304"/>
                    <a:pt x="5463" y="2923"/>
                    <a:pt x="5331" y="3255"/>
                  </a:cubicBezTo>
                  <a:cubicBezTo>
                    <a:pt x="5075" y="3930"/>
                    <a:pt x="4545" y="4488"/>
                    <a:pt x="4265" y="4521"/>
                  </a:cubicBezTo>
                  <a:cubicBezTo>
                    <a:pt x="4233" y="4524"/>
                    <a:pt x="4197" y="4526"/>
                    <a:pt x="4155" y="4526"/>
                  </a:cubicBezTo>
                  <a:cubicBezTo>
                    <a:pt x="3389" y="4526"/>
                    <a:pt x="964" y="3904"/>
                    <a:pt x="595" y="3600"/>
                  </a:cubicBezTo>
                  <a:cubicBezTo>
                    <a:pt x="368" y="3417"/>
                    <a:pt x="944" y="1726"/>
                    <a:pt x="1611" y="261"/>
                  </a:cubicBezTo>
                  <a:lnTo>
                    <a:pt x="1611" y="261"/>
                  </a:lnTo>
                  <a:lnTo>
                    <a:pt x="1604" y="264"/>
                  </a:lnTo>
                  <a:cubicBezTo>
                    <a:pt x="1645" y="229"/>
                    <a:pt x="1697" y="211"/>
                    <a:pt x="1751" y="211"/>
                  </a:cubicBezTo>
                  <a:cubicBezTo>
                    <a:pt x="1755" y="211"/>
                    <a:pt x="1759" y="211"/>
                    <a:pt x="1763" y="212"/>
                  </a:cubicBezTo>
                  <a:cubicBezTo>
                    <a:pt x="1777" y="211"/>
                    <a:pt x="1791" y="211"/>
                    <a:pt x="1805" y="211"/>
                  </a:cubicBezTo>
                  <a:close/>
                  <a:moveTo>
                    <a:pt x="1797" y="1"/>
                  </a:moveTo>
                  <a:cubicBezTo>
                    <a:pt x="1780" y="1"/>
                    <a:pt x="1763" y="1"/>
                    <a:pt x="1747" y="2"/>
                  </a:cubicBezTo>
                  <a:cubicBezTo>
                    <a:pt x="1739" y="1"/>
                    <a:pt x="1732" y="1"/>
                    <a:pt x="1724" y="1"/>
                  </a:cubicBezTo>
                  <a:cubicBezTo>
                    <a:pt x="1604" y="1"/>
                    <a:pt x="1490" y="55"/>
                    <a:pt x="1413" y="149"/>
                  </a:cubicBezTo>
                  <a:lnTo>
                    <a:pt x="1413" y="164"/>
                  </a:lnTo>
                  <a:cubicBezTo>
                    <a:pt x="1072" y="916"/>
                    <a:pt x="0" y="3402"/>
                    <a:pt x="452" y="3770"/>
                  </a:cubicBezTo>
                  <a:cubicBezTo>
                    <a:pt x="904" y="4136"/>
                    <a:pt x="3400" y="4740"/>
                    <a:pt x="4171" y="4740"/>
                  </a:cubicBezTo>
                  <a:lnTo>
                    <a:pt x="4272" y="4735"/>
                  </a:lnTo>
                  <a:cubicBezTo>
                    <a:pt x="4670" y="4689"/>
                    <a:pt x="5241" y="4049"/>
                    <a:pt x="5523" y="3337"/>
                  </a:cubicBezTo>
                  <a:cubicBezTo>
                    <a:pt x="5779" y="2686"/>
                    <a:pt x="5745" y="2120"/>
                    <a:pt x="5423" y="1744"/>
                  </a:cubicBezTo>
                  <a:cubicBezTo>
                    <a:pt x="4880" y="1101"/>
                    <a:pt x="2701" y="1"/>
                    <a:pt x="179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36"/>
            <p:cNvSpPr/>
            <p:nvPr/>
          </p:nvSpPr>
          <p:spPr>
            <a:xfrm>
              <a:off x="3127713" y="3507333"/>
              <a:ext cx="100837" cy="160320"/>
            </a:xfrm>
            <a:custGeom>
              <a:rect b="b" l="l" r="r" t="t"/>
              <a:pathLst>
                <a:path extrusionOk="0" h="3493" w="2197">
                  <a:moveTo>
                    <a:pt x="722" y="1"/>
                  </a:moveTo>
                  <a:cubicBezTo>
                    <a:pt x="668" y="1"/>
                    <a:pt x="612" y="8"/>
                    <a:pt x="557" y="23"/>
                  </a:cubicBezTo>
                  <a:cubicBezTo>
                    <a:pt x="257" y="122"/>
                    <a:pt x="1" y="451"/>
                    <a:pt x="197" y="1055"/>
                  </a:cubicBezTo>
                  <a:cubicBezTo>
                    <a:pt x="300" y="1380"/>
                    <a:pt x="922" y="3231"/>
                    <a:pt x="1353" y="3441"/>
                  </a:cubicBezTo>
                  <a:cubicBezTo>
                    <a:pt x="1427" y="3477"/>
                    <a:pt x="1501" y="3493"/>
                    <a:pt x="1573" y="3493"/>
                  </a:cubicBezTo>
                  <a:cubicBezTo>
                    <a:pt x="1916" y="3493"/>
                    <a:pt x="2196" y="3117"/>
                    <a:pt x="2151" y="2724"/>
                  </a:cubicBezTo>
                  <a:cubicBezTo>
                    <a:pt x="2096" y="2248"/>
                    <a:pt x="1277" y="352"/>
                    <a:pt x="1277" y="352"/>
                  </a:cubicBezTo>
                  <a:cubicBezTo>
                    <a:pt x="1173" y="133"/>
                    <a:pt x="954" y="1"/>
                    <a:pt x="7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36"/>
            <p:cNvSpPr/>
            <p:nvPr/>
          </p:nvSpPr>
          <p:spPr>
            <a:xfrm>
              <a:off x="3122389" y="3502284"/>
              <a:ext cx="110705" cy="170234"/>
            </a:xfrm>
            <a:custGeom>
              <a:rect b="b" l="l" r="r" t="t"/>
              <a:pathLst>
                <a:path extrusionOk="0" h="3709" w="2412">
                  <a:moveTo>
                    <a:pt x="861" y="211"/>
                  </a:moveTo>
                  <a:cubicBezTo>
                    <a:pt x="1047" y="224"/>
                    <a:pt x="1212" y="333"/>
                    <a:pt x="1296" y="498"/>
                  </a:cubicBezTo>
                  <a:cubicBezTo>
                    <a:pt x="1333" y="591"/>
                    <a:pt x="2113" y="2397"/>
                    <a:pt x="2164" y="2845"/>
                  </a:cubicBezTo>
                  <a:cubicBezTo>
                    <a:pt x="2191" y="3065"/>
                    <a:pt x="2098" y="3284"/>
                    <a:pt x="1921" y="3418"/>
                  </a:cubicBezTo>
                  <a:cubicBezTo>
                    <a:pt x="1854" y="3470"/>
                    <a:pt x="1773" y="3496"/>
                    <a:pt x="1692" y="3496"/>
                  </a:cubicBezTo>
                  <a:cubicBezTo>
                    <a:pt x="1633" y="3496"/>
                    <a:pt x="1573" y="3482"/>
                    <a:pt x="1518" y="3454"/>
                  </a:cubicBezTo>
                  <a:cubicBezTo>
                    <a:pt x="1211" y="3305"/>
                    <a:pt x="691" y="1987"/>
                    <a:pt x="416" y="1134"/>
                  </a:cubicBezTo>
                  <a:cubicBezTo>
                    <a:pt x="243" y="599"/>
                    <a:pt x="455" y="320"/>
                    <a:pt x="709" y="236"/>
                  </a:cubicBezTo>
                  <a:cubicBezTo>
                    <a:pt x="758" y="220"/>
                    <a:pt x="810" y="212"/>
                    <a:pt x="861" y="211"/>
                  </a:cubicBezTo>
                  <a:close/>
                  <a:moveTo>
                    <a:pt x="851" y="1"/>
                  </a:moveTo>
                  <a:cubicBezTo>
                    <a:pt x="781" y="1"/>
                    <a:pt x="710" y="12"/>
                    <a:pt x="639" y="34"/>
                  </a:cubicBezTo>
                  <a:cubicBezTo>
                    <a:pt x="307" y="133"/>
                    <a:pt x="0" y="515"/>
                    <a:pt x="213" y="1201"/>
                  </a:cubicBezTo>
                  <a:cubicBezTo>
                    <a:pt x="332" y="1567"/>
                    <a:pt x="949" y="3414"/>
                    <a:pt x="1424" y="3646"/>
                  </a:cubicBezTo>
                  <a:cubicBezTo>
                    <a:pt x="1507" y="3688"/>
                    <a:pt x="1598" y="3708"/>
                    <a:pt x="1690" y="3708"/>
                  </a:cubicBezTo>
                  <a:cubicBezTo>
                    <a:pt x="1818" y="3707"/>
                    <a:pt x="1942" y="3665"/>
                    <a:pt x="2045" y="3589"/>
                  </a:cubicBezTo>
                  <a:cubicBezTo>
                    <a:pt x="2286" y="3409"/>
                    <a:pt x="2411" y="3114"/>
                    <a:pt x="2375" y="2816"/>
                  </a:cubicBezTo>
                  <a:cubicBezTo>
                    <a:pt x="2320" y="2336"/>
                    <a:pt x="1527" y="494"/>
                    <a:pt x="1492" y="415"/>
                  </a:cubicBezTo>
                  <a:cubicBezTo>
                    <a:pt x="1377" y="157"/>
                    <a:pt x="1122" y="1"/>
                    <a:pt x="85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3150708" y="3496134"/>
              <a:ext cx="171978" cy="145633"/>
            </a:xfrm>
            <a:custGeom>
              <a:rect b="b" l="l" r="r" t="t"/>
              <a:pathLst>
                <a:path extrusionOk="0" h="3173" w="3747">
                  <a:moveTo>
                    <a:pt x="2583" y="0"/>
                  </a:moveTo>
                  <a:cubicBezTo>
                    <a:pt x="1809" y="0"/>
                    <a:pt x="0" y="591"/>
                    <a:pt x="50" y="963"/>
                  </a:cubicBezTo>
                  <a:cubicBezTo>
                    <a:pt x="50" y="963"/>
                    <a:pt x="760" y="3172"/>
                    <a:pt x="1140" y="3172"/>
                  </a:cubicBezTo>
                  <a:cubicBezTo>
                    <a:pt x="1141" y="3172"/>
                    <a:pt x="1143" y="3172"/>
                    <a:pt x="1145" y="3172"/>
                  </a:cubicBezTo>
                  <a:cubicBezTo>
                    <a:pt x="1522" y="3151"/>
                    <a:pt x="3192" y="2245"/>
                    <a:pt x="3469" y="1928"/>
                  </a:cubicBezTo>
                  <a:cubicBezTo>
                    <a:pt x="3746" y="1609"/>
                    <a:pt x="3526" y="114"/>
                    <a:pt x="2722" y="8"/>
                  </a:cubicBezTo>
                  <a:cubicBezTo>
                    <a:pt x="2681" y="3"/>
                    <a:pt x="2634" y="0"/>
                    <a:pt x="25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36"/>
            <p:cNvSpPr/>
            <p:nvPr/>
          </p:nvSpPr>
          <p:spPr>
            <a:xfrm>
              <a:off x="3148092" y="3491269"/>
              <a:ext cx="174365" cy="155271"/>
            </a:xfrm>
            <a:custGeom>
              <a:rect b="b" l="l" r="r" t="t"/>
              <a:pathLst>
                <a:path extrusionOk="0" h="3383" w="3799">
                  <a:moveTo>
                    <a:pt x="2624" y="215"/>
                  </a:moveTo>
                  <a:cubicBezTo>
                    <a:pt x="2675" y="215"/>
                    <a:pt x="2721" y="217"/>
                    <a:pt x="2762" y="223"/>
                  </a:cubicBezTo>
                  <a:cubicBezTo>
                    <a:pt x="3124" y="268"/>
                    <a:pt x="3319" y="649"/>
                    <a:pt x="3402" y="862"/>
                  </a:cubicBezTo>
                  <a:cubicBezTo>
                    <a:pt x="3572" y="1320"/>
                    <a:pt x="3566" y="1824"/>
                    <a:pt x="3444" y="1961"/>
                  </a:cubicBezTo>
                  <a:cubicBezTo>
                    <a:pt x="3173" y="2270"/>
                    <a:pt x="1535" y="3150"/>
                    <a:pt x="1197" y="3170"/>
                  </a:cubicBezTo>
                  <a:cubicBezTo>
                    <a:pt x="1029" y="3140"/>
                    <a:pt x="580" y="2172"/>
                    <a:pt x="215" y="1043"/>
                  </a:cubicBezTo>
                  <a:lnTo>
                    <a:pt x="215" y="1043"/>
                  </a:lnTo>
                  <a:cubicBezTo>
                    <a:pt x="225" y="1018"/>
                    <a:pt x="240" y="996"/>
                    <a:pt x="259" y="978"/>
                  </a:cubicBezTo>
                  <a:cubicBezTo>
                    <a:pt x="581" y="655"/>
                    <a:pt x="1972" y="215"/>
                    <a:pt x="2624" y="215"/>
                  </a:cubicBezTo>
                  <a:close/>
                  <a:moveTo>
                    <a:pt x="2653" y="0"/>
                  </a:moveTo>
                  <a:cubicBezTo>
                    <a:pt x="1975" y="0"/>
                    <a:pt x="511" y="430"/>
                    <a:pt x="116" y="826"/>
                  </a:cubicBezTo>
                  <a:cubicBezTo>
                    <a:pt x="40" y="889"/>
                    <a:pt x="0" y="982"/>
                    <a:pt x="8" y="1079"/>
                  </a:cubicBezTo>
                  <a:cubicBezTo>
                    <a:pt x="6" y="1087"/>
                    <a:pt x="6" y="1093"/>
                    <a:pt x="8" y="1099"/>
                  </a:cubicBezTo>
                  <a:cubicBezTo>
                    <a:pt x="227" y="1788"/>
                    <a:pt x="783" y="3383"/>
                    <a:pt x="1199" y="3383"/>
                  </a:cubicBezTo>
                  <a:lnTo>
                    <a:pt x="1209" y="3381"/>
                  </a:lnTo>
                  <a:cubicBezTo>
                    <a:pt x="1632" y="3359"/>
                    <a:pt x="3330" y="2419"/>
                    <a:pt x="3606" y="2101"/>
                  </a:cubicBezTo>
                  <a:cubicBezTo>
                    <a:pt x="3799" y="1883"/>
                    <a:pt x="3799" y="1295"/>
                    <a:pt x="3606" y="787"/>
                  </a:cubicBezTo>
                  <a:cubicBezTo>
                    <a:pt x="3438" y="329"/>
                    <a:pt x="3146" y="55"/>
                    <a:pt x="2798" y="9"/>
                  </a:cubicBezTo>
                  <a:cubicBezTo>
                    <a:pt x="2755" y="3"/>
                    <a:pt x="2707" y="0"/>
                    <a:pt x="265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36"/>
            <p:cNvSpPr/>
            <p:nvPr/>
          </p:nvSpPr>
          <p:spPr>
            <a:xfrm>
              <a:off x="3064696" y="3370099"/>
              <a:ext cx="83992" cy="200021"/>
            </a:xfrm>
            <a:custGeom>
              <a:rect b="b" l="l" r="r" t="t"/>
              <a:pathLst>
                <a:path extrusionOk="0" h="4358" w="1830">
                  <a:moveTo>
                    <a:pt x="1120" y="1"/>
                  </a:moveTo>
                  <a:cubicBezTo>
                    <a:pt x="764" y="1"/>
                    <a:pt x="378" y="249"/>
                    <a:pt x="296" y="954"/>
                  </a:cubicBezTo>
                  <a:cubicBezTo>
                    <a:pt x="248" y="1359"/>
                    <a:pt x="1" y="3694"/>
                    <a:pt x="367" y="4138"/>
                  </a:cubicBezTo>
                  <a:cubicBezTo>
                    <a:pt x="494" y="4290"/>
                    <a:pt x="658" y="4358"/>
                    <a:pt x="827" y="4358"/>
                  </a:cubicBezTo>
                  <a:cubicBezTo>
                    <a:pt x="1148" y="4358"/>
                    <a:pt x="1483" y="4114"/>
                    <a:pt x="1600" y="3753"/>
                  </a:cubicBezTo>
                  <a:cubicBezTo>
                    <a:pt x="1780" y="3204"/>
                    <a:pt x="1829" y="723"/>
                    <a:pt x="1829" y="723"/>
                  </a:cubicBezTo>
                  <a:lnTo>
                    <a:pt x="1828" y="723"/>
                  </a:lnTo>
                  <a:cubicBezTo>
                    <a:pt x="1828" y="723"/>
                    <a:pt x="1811" y="85"/>
                    <a:pt x="1208" y="6"/>
                  </a:cubicBezTo>
                  <a:cubicBezTo>
                    <a:pt x="1179" y="2"/>
                    <a:pt x="1150" y="1"/>
                    <a:pt x="11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3059464" y="3365142"/>
              <a:ext cx="94044" cy="209843"/>
            </a:xfrm>
            <a:custGeom>
              <a:rect b="b" l="l" r="r" t="t"/>
              <a:pathLst>
                <a:path extrusionOk="0" h="4572" w="2049">
                  <a:moveTo>
                    <a:pt x="1309" y="214"/>
                  </a:moveTo>
                  <a:cubicBezTo>
                    <a:pt x="1610" y="261"/>
                    <a:pt x="1833" y="520"/>
                    <a:pt x="1836" y="825"/>
                  </a:cubicBezTo>
                  <a:cubicBezTo>
                    <a:pt x="1826" y="924"/>
                    <a:pt x="1782" y="3303"/>
                    <a:pt x="1611" y="3824"/>
                  </a:cubicBezTo>
                  <a:cubicBezTo>
                    <a:pt x="1528" y="4085"/>
                    <a:pt x="1310" y="4283"/>
                    <a:pt x="1042" y="4344"/>
                  </a:cubicBezTo>
                  <a:cubicBezTo>
                    <a:pt x="1008" y="4351"/>
                    <a:pt x="974" y="4355"/>
                    <a:pt x="940" y="4355"/>
                  </a:cubicBezTo>
                  <a:cubicBezTo>
                    <a:pt x="795" y="4355"/>
                    <a:pt x="656" y="4290"/>
                    <a:pt x="563" y="4173"/>
                  </a:cubicBezTo>
                  <a:cubicBezTo>
                    <a:pt x="277" y="3826"/>
                    <a:pt x="407" y="1990"/>
                    <a:pt x="515" y="1067"/>
                  </a:cubicBezTo>
                  <a:cubicBezTo>
                    <a:pt x="593" y="426"/>
                    <a:pt x="920" y="214"/>
                    <a:pt x="1231" y="214"/>
                  </a:cubicBezTo>
                  <a:close/>
                  <a:moveTo>
                    <a:pt x="1231" y="0"/>
                  </a:moveTo>
                  <a:cubicBezTo>
                    <a:pt x="838" y="0"/>
                    <a:pt x="394" y="264"/>
                    <a:pt x="302" y="1047"/>
                  </a:cubicBezTo>
                  <a:cubicBezTo>
                    <a:pt x="249" y="1507"/>
                    <a:pt x="0" y="3827"/>
                    <a:pt x="398" y="4313"/>
                  </a:cubicBezTo>
                  <a:cubicBezTo>
                    <a:pt x="529" y="4475"/>
                    <a:pt x="727" y="4572"/>
                    <a:pt x="935" y="4572"/>
                  </a:cubicBezTo>
                  <a:cubicBezTo>
                    <a:pt x="936" y="4572"/>
                    <a:pt x="938" y="4572"/>
                    <a:pt x="940" y="4572"/>
                  </a:cubicBezTo>
                  <a:cubicBezTo>
                    <a:pt x="989" y="4569"/>
                    <a:pt x="1036" y="4561"/>
                    <a:pt x="1083" y="4551"/>
                  </a:cubicBezTo>
                  <a:cubicBezTo>
                    <a:pt x="1427" y="4475"/>
                    <a:pt x="1705" y="4223"/>
                    <a:pt x="1814" y="3888"/>
                  </a:cubicBezTo>
                  <a:cubicBezTo>
                    <a:pt x="1998" y="3328"/>
                    <a:pt x="2049" y="928"/>
                    <a:pt x="2049" y="825"/>
                  </a:cubicBezTo>
                  <a:cubicBezTo>
                    <a:pt x="2049" y="412"/>
                    <a:pt x="1744" y="62"/>
                    <a:pt x="1334" y="7"/>
                  </a:cubicBezTo>
                  <a:cubicBezTo>
                    <a:pt x="1300" y="3"/>
                    <a:pt x="1266" y="0"/>
                    <a:pt x="123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36"/>
            <p:cNvSpPr/>
            <p:nvPr/>
          </p:nvSpPr>
          <p:spPr>
            <a:xfrm>
              <a:off x="3088471" y="3394609"/>
              <a:ext cx="209338" cy="149396"/>
            </a:xfrm>
            <a:custGeom>
              <a:rect b="b" l="l" r="r" t="t"/>
              <a:pathLst>
                <a:path extrusionOk="0" h="3255" w="4561">
                  <a:moveTo>
                    <a:pt x="1162" y="0"/>
                  </a:moveTo>
                  <a:cubicBezTo>
                    <a:pt x="715" y="0"/>
                    <a:pt x="380" y="65"/>
                    <a:pt x="333" y="222"/>
                  </a:cubicBezTo>
                  <a:cubicBezTo>
                    <a:pt x="333" y="222"/>
                    <a:pt x="1" y="3020"/>
                    <a:pt x="424" y="3187"/>
                  </a:cubicBezTo>
                  <a:cubicBezTo>
                    <a:pt x="545" y="3234"/>
                    <a:pt x="819" y="3254"/>
                    <a:pt x="1159" y="3254"/>
                  </a:cubicBezTo>
                  <a:cubicBezTo>
                    <a:pt x="2005" y="3254"/>
                    <a:pt x="3260" y="3129"/>
                    <a:pt x="3588" y="2987"/>
                  </a:cubicBezTo>
                  <a:cubicBezTo>
                    <a:pt x="4048" y="2789"/>
                    <a:pt x="4560" y="1034"/>
                    <a:pt x="3732" y="518"/>
                  </a:cubicBezTo>
                  <a:cubicBezTo>
                    <a:pt x="3284" y="238"/>
                    <a:pt x="2017" y="0"/>
                    <a:pt x="116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36"/>
            <p:cNvSpPr/>
            <p:nvPr/>
          </p:nvSpPr>
          <p:spPr>
            <a:xfrm>
              <a:off x="3085350" y="3389422"/>
              <a:ext cx="200893" cy="159677"/>
            </a:xfrm>
            <a:custGeom>
              <a:rect b="b" l="l" r="r" t="t"/>
              <a:pathLst>
                <a:path extrusionOk="0" h="3479" w="4377">
                  <a:moveTo>
                    <a:pt x="1227" y="219"/>
                  </a:moveTo>
                  <a:cubicBezTo>
                    <a:pt x="2049" y="219"/>
                    <a:pt x="3300" y="444"/>
                    <a:pt x="3745" y="721"/>
                  </a:cubicBezTo>
                  <a:cubicBezTo>
                    <a:pt x="4129" y="958"/>
                    <a:pt x="4149" y="1476"/>
                    <a:pt x="4129" y="1762"/>
                  </a:cubicBezTo>
                  <a:cubicBezTo>
                    <a:pt x="4089" y="2348"/>
                    <a:pt x="3827" y="2911"/>
                    <a:pt x="3613" y="3005"/>
                  </a:cubicBezTo>
                  <a:cubicBezTo>
                    <a:pt x="3290" y="3146"/>
                    <a:pt x="2045" y="3262"/>
                    <a:pt x="1224" y="3262"/>
                  </a:cubicBezTo>
                  <a:cubicBezTo>
                    <a:pt x="899" y="3262"/>
                    <a:pt x="640" y="3244"/>
                    <a:pt x="532" y="3201"/>
                  </a:cubicBezTo>
                  <a:cubicBezTo>
                    <a:pt x="344" y="3133"/>
                    <a:pt x="331" y="1827"/>
                    <a:pt x="507" y="360"/>
                  </a:cubicBezTo>
                  <a:cubicBezTo>
                    <a:pt x="514" y="341"/>
                    <a:pt x="547" y="317"/>
                    <a:pt x="611" y="293"/>
                  </a:cubicBezTo>
                  <a:cubicBezTo>
                    <a:pt x="746" y="242"/>
                    <a:pt x="964" y="219"/>
                    <a:pt x="1227" y="219"/>
                  </a:cubicBezTo>
                  <a:close/>
                  <a:moveTo>
                    <a:pt x="1234" y="1"/>
                  </a:moveTo>
                  <a:cubicBezTo>
                    <a:pt x="943" y="1"/>
                    <a:pt x="694" y="28"/>
                    <a:pt x="529" y="90"/>
                  </a:cubicBezTo>
                  <a:cubicBezTo>
                    <a:pt x="422" y="119"/>
                    <a:pt x="334" y="198"/>
                    <a:pt x="295" y="302"/>
                  </a:cubicBezTo>
                  <a:lnTo>
                    <a:pt x="295" y="322"/>
                  </a:lnTo>
                  <a:cubicBezTo>
                    <a:pt x="193" y="1188"/>
                    <a:pt x="0" y="3222"/>
                    <a:pt x="453" y="3399"/>
                  </a:cubicBezTo>
                  <a:cubicBezTo>
                    <a:pt x="670" y="3452"/>
                    <a:pt x="893" y="3479"/>
                    <a:pt x="1116" y="3479"/>
                  </a:cubicBezTo>
                  <a:cubicBezTo>
                    <a:pt x="1163" y="3479"/>
                    <a:pt x="1210" y="3478"/>
                    <a:pt x="1257" y="3475"/>
                  </a:cubicBezTo>
                  <a:cubicBezTo>
                    <a:pt x="2128" y="3475"/>
                    <a:pt x="3395" y="3337"/>
                    <a:pt x="3699" y="3194"/>
                  </a:cubicBezTo>
                  <a:cubicBezTo>
                    <a:pt x="4001" y="3051"/>
                    <a:pt x="4295" y="2412"/>
                    <a:pt x="4338" y="1772"/>
                  </a:cubicBezTo>
                  <a:cubicBezTo>
                    <a:pt x="4376" y="1194"/>
                    <a:pt x="4204" y="749"/>
                    <a:pt x="3854" y="535"/>
                  </a:cubicBezTo>
                  <a:cubicBezTo>
                    <a:pt x="3403" y="254"/>
                    <a:pt x="2124" y="1"/>
                    <a:pt x="123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3889153" y="2589934"/>
              <a:ext cx="654866" cy="1041093"/>
            </a:xfrm>
            <a:custGeom>
              <a:rect b="b" l="l" r="r" t="t"/>
              <a:pathLst>
                <a:path extrusionOk="0" h="22683" w="14268">
                  <a:moveTo>
                    <a:pt x="6385" y="0"/>
                  </a:moveTo>
                  <a:lnTo>
                    <a:pt x="3825" y="1111"/>
                  </a:lnTo>
                  <a:cubicBezTo>
                    <a:pt x="3825" y="1111"/>
                    <a:pt x="268" y="4004"/>
                    <a:pt x="103" y="4838"/>
                  </a:cubicBezTo>
                  <a:cubicBezTo>
                    <a:pt x="0" y="5342"/>
                    <a:pt x="2177" y="10138"/>
                    <a:pt x="3900" y="13823"/>
                  </a:cubicBezTo>
                  <a:lnTo>
                    <a:pt x="5768" y="17976"/>
                  </a:lnTo>
                  <a:cubicBezTo>
                    <a:pt x="6483" y="19562"/>
                    <a:pt x="7638" y="20911"/>
                    <a:pt x="9098" y="21859"/>
                  </a:cubicBezTo>
                  <a:lnTo>
                    <a:pt x="10365" y="22683"/>
                  </a:lnTo>
                  <a:lnTo>
                    <a:pt x="6011" y="12515"/>
                  </a:lnTo>
                  <a:lnTo>
                    <a:pt x="7930" y="10004"/>
                  </a:lnTo>
                  <a:lnTo>
                    <a:pt x="12099" y="10505"/>
                  </a:lnTo>
                  <a:lnTo>
                    <a:pt x="12987" y="12699"/>
                  </a:lnTo>
                  <a:cubicBezTo>
                    <a:pt x="13033" y="12698"/>
                    <a:pt x="13079" y="12698"/>
                    <a:pt x="13125" y="12698"/>
                  </a:cubicBezTo>
                  <a:cubicBezTo>
                    <a:pt x="13507" y="12698"/>
                    <a:pt x="13890" y="12731"/>
                    <a:pt x="14267" y="12798"/>
                  </a:cubicBezTo>
                  <a:cubicBezTo>
                    <a:pt x="13614" y="10685"/>
                    <a:pt x="11717" y="4410"/>
                    <a:pt x="11717" y="2391"/>
                  </a:cubicBezTo>
                  <a:lnTo>
                    <a:pt x="6385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3885114" y="2584977"/>
              <a:ext cx="664642" cy="1050915"/>
            </a:xfrm>
            <a:custGeom>
              <a:rect b="b" l="l" r="r" t="t"/>
              <a:pathLst>
                <a:path extrusionOk="0" h="22897" w="14481">
                  <a:moveTo>
                    <a:pt x="6459" y="238"/>
                  </a:moveTo>
                  <a:lnTo>
                    <a:pt x="11691" y="2584"/>
                  </a:lnTo>
                  <a:cubicBezTo>
                    <a:pt x="11729" y="4603"/>
                    <a:pt x="13414" y="10257"/>
                    <a:pt x="14199" y="12791"/>
                  </a:cubicBezTo>
                  <a:cubicBezTo>
                    <a:pt x="13882" y="12742"/>
                    <a:pt x="13564" y="12717"/>
                    <a:pt x="13244" y="12717"/>
                  </a:cubicBezTo>
                  <a:cubicBezTo>
                    <a:pt x="13211" y="12717"/>
                    <a:pt x="13177" y="12717"/>
                    <a:pt x="13143" y="12718"/>
                  </a:cubicBezTo>
                  <a:lnTo>
                    <a:pt x="12290" y="10586"/>
                  </a:lnTo>
                  <a:cubicBezTo>
                    <a:pt x="12277" y="10549"/>
                    <a:pt x="12244" y="10523"/>
                    <a:pt x="12205" y="10519"/>
                  </a:cubicBezTo>
                  <a:lnTo>
                    <a:pt x="8036" y="10020"/>
                  </a:lnTo>
                  <a:cubicBezTo>
                    <a:pt x="8031" y="10019"/>
                    <a:pt x="8026" y="10019"/>
                    <a:pt x="8021" y="10019"/>
                  </a:cubicBezTo>
                  <a:cubicBezTo>
                    <a:pt x="7989" y="10019"/>
                    <a:pt x="7959" y="10034"/>
                    <a:pt x="7939" y="10060"/>
                  </a:cubicBezTo>
                  <a:lnTo>
                    <a:pt x="6020" y="12569"/>
                  </a:lnTo>
                  <a:cubicBezTo>
                    <a:pt x="5998" y="12599"/>
                    <a:pt x="5992" y="12639"/>
                    <a:pt x="6005" y="12675"/>
                  </a:cubicBezTo>
                  <a:lnTo>
                    <a:pt x="10216" y="22521"/>
                  </a:lnTo>
                  <a:lnTo>
                    <a:pt x="10216" y="22521"/>
                  </a:lnTo>
                  <a:lnTo>
                    <a:pt x="9245" y="21881"/>
                  </a:lnTo>
                  <a:cubicBezTo>
                    <a:pt x="7802" y="20944"/>
                    <a:pt x="6659" y="19612"/>
                    <a:pt x="5955" y="18042"/>
                  </a:cubicBezTo>
                  <a:lnTo>
                    <a:pt x="4082" y="13884"/>
                  </a:lnTo>
                  <a:cubicBezTo>
                    <a:pt x="559" y="6350"/>
                    <a:pt x="258" y="5136"/>
                    <a:pt x="292" y="4964"/>
                  </a:cubicBezTo>
                  <a:cubicBezTo>
                    <a:pt x="423" y="4313"/>
                    <a:pt x="2977" y="2117"/>
                    <a:pt x="3967" y="1313"/>
                  </a:cubicBezTo>
                  <a:lnTo>
                    <a:pt x="6459" y="238"/>
                  </a:lnTo>
                  <a:close/>
                  <a:moveTo>
                    <a:pt x="6473" y="1"/>
                  </a:moveTo>
                  <a:cubicBezTo>
                    <a:pt x="6458" y="1"/>
                    <a:pt x="6444" y="4"/>
                    <a:pt x="6430" y="10"/>
                  </a:cubicBezTo>
                  <a:lnTo>
                    <a:pt x="3872" y="1124"/>
                  </a:lnTo>
                  <a:cubicBezTo>
                    <a:pt x="3861" y="1127"/>
                    <a:pt x="3852" y="1131"/>
                    <a:pt x="3845" y="1138"/>
                  </a:cubicBezTo>
                  <a:cubicBezTo>
                    <a:pt x="3479" y="1436"/>
                    <a:pt x="254" y="4070"/>
                    <a:pt x="85" y="4923"/>
                  </a:cubicBezTo>
                  <a:cubicBezTo>
                    <a:pt x="0" y="5348"/>
                    <a:pt x="1279" y="8393"/>
                    <a:pt x="3889" y="13975"/>
                  </a:cubicBezTo>
                  <a:lnTo>
                    <a:pt x="5761" y="18126"/>
                  </a:lnTo>
                  <a:cubicBezTo>
                    <a:pt x="6480" y="19732"/>
                    <a:pt x="7651" y="21098"/>
                    <a:pt x="9128" y="22057"/>
                  </a:cubicBezTo>
                  <a:lnTo>
                    <a:pt x="10392" y="22880"/>
                  </a:lnTo>
                  <a:cubicBezTo>
                    <a:pt x="10411" y="22890"/>
                    <a:pt x="10430" y="22896"/>
                    <a:pt x="10453" y="22896"/>
                  </a:cubicBezTo>
                  <a:cubicBezTo>
                    <a:pt x="10456" y="22897"/>
                    <a:pt x="10460" y="22897"/>
                    <a:pt x="10463" y="22897"/>
                  </a:cubicBezTo>
                  <a:cubicBezTo>
                    <a:pt x="10487" y="22897"/>
                    <a:pt x="10510" y="22888"/>
                    <a:pt x="10529" y="22872"/>
                  </a:cubicBezTo>
                  <a:cubicBezTo>
                    <a:pt x="10564" y="22843"/>
                    <a:pt x="10576" y="22792"/>
                    <a:pt x="10558" y="22749"/>
                  </a:cubicBezTo>
                  <a:lnTo>
                    <a:pt x="6236" y="12639"/>
                  </a:lnTo>
                  <a:lnTo>
                    <a:pt x="8082" y="10227"/>
                  </a:lnTo>
                  <a:lnTo>
                    <a:pt x="12135" y="10714"/>
                  </a:lnTo>
                  <a:lnTo>
                    <a:pt x="12987" y="12846"/>
                  </a:lnTo>
                  <a:cubicBezTo>
                    <a:pt x="13005" y="12886"/>
                    <a:pt x="13045" y="12911"/>
                    <a:pt x="13090" y="12911"/>
                  </a:cubicBezTo>
                  <a:cubicBezTo>
                    <a:pt x="13130" y="12911"/>
                    <a:pt x="13171" y="12910"/>
                    <a:pt x="13211" y="12910"/>
                  </a:cubicBezTo>
                  <a:cubicBezTo>
                    <a:pt x="13593" y="12910"/>
                    <a:pt x="13974" y="12942"/>
                    <a:pt x="14351" y="13008"/>
                  </a:cubicBezTo>
                  <a:cubicBezTo>
                    <a:pt x="14356" y="13009"/>
                    <a:pt x="14362" y="13010"/>
                    <a:pt x="14368" y="13010"/>
                  </a:cubicBezTo>
                  <a:cubicBezTo>
                    <a:pt x="14398" y="13010"/>
                    <a:pt x="14428" y="12997"/>
                    <a:pt x="14449" y="12974"/>
                  </a:cubicBezTo>
                  <a:cubicBezTo>
                    <a:pt x="14473" y="12946"/>
                    <a:pt x="14480" y="12907"/>
                    <a:pt x="14470" y="12871"/>
                  </a:cubicBezTo>
                  <a:cubicBezTo>
                    <a:pt x="13862" y="10951"/>
                    <a:pt x="11910" y="4518"/>
                    <a:pt x="11910" y="2496"/>
                  </a:cubicBezTo>
                  <a:cubicBezTo>
                    <a:pt x="11910" y="2455"/>
                    <a:pt x="11885" y="2416"/>
                    <a:pt x="11846" y="2398"/>
                  </a:cubicBezTo>
                  <a:lnTo>
                    <a:pt x="6516" y="10"/>
                  </a:lnTo>
                  <a:cubicBezTo>
                    <a:pt x="6502" y="4"/>
                    <a:pt x="6487" y="1"/>
                    <a:pt x="647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36"/>
            <p:cNvSpPr/>
            <p:nvPr/>
          </p:nvSpPr>
          <p:spPr>
            <a:xfrm>
              <a:off x="4154027" y="2608017"/>
              <a:ext cx="104738" cy="445940"/>
            </a:xfrm>
            <a:custGeom>
              <a:rect b="b" l="l" r="r" t="t"/>
              <a:pathLst>
                <a:path extrusionOk="0" h="9716" w="2282">
                  <a:moveTo>
                    <a:pt x="274" y="1"/>
                  </a:moveTo>
                  <a:cubicBezTo>
                    <a:pt x="218" y="1"/>
                    <a:pt x="170" y="43"/>
                    <a:pt x="164" y="100"/>
                  </a:cubicBezTo>
                  <a:cubicBezTo>
                    <a:pt x="0" y="3528"/>
                    <a:pt x="2039" y="9585"/>
                    <a:pt x="2060" y="9645"/>
                  </a:cubicBezTo>
                  <a:cubicBezTo>
                    <a:pt x="2074" y="9688"/>
                    <a:pt x="2115" y="9716"/>
                    <a:pt x="2159" y="9716"/>
                  </a:cubicBezTo>
                  <a:lnTo>
                    <a:pt x="2194" y="9712"/>
                  </a:lnTo>
                  <a:lnTo>
                    <a:pt x="2197" y="9712"/>
                  </a:lnTo>
                  <a:cubicBezTo>
                    <a:pt x="2252" y="9692"/>
                    <a:pt x="2281" y="9631"/>
                    <a:pt x="2262" y="9576"/>
                  </a:cubicBezTo>
                  <a:cubicBezTo>
                    <a:pt x="2241" y="9516"/>
                    <a:pt x="213" y="3498"/>
                    <a:pt x="377" y="111"/>
                  </a:cubicBezTo>
                  <a:lnTo>
                    <a:pt x="377" y="109"/>
                  </a:lnTo>
                  <a:cubicBezTo>
                    <a:pt x="380" y="51"/>
                    <a:pt x="334" y="2"/>
                    <a:pt x="277" y="1"/>
                  </a:cubicBezTo>
                  <a:cubicBezTo>
                    <a:pt x="276" y="1"/>
                    <a:pt x="275" y="1"/>
                    <a:pt x="27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36"/>
            <p:cNvSpPr/>
            <p:nvPr/>
          </p:nvSpPr>
          <p:spPr>
            <a:xfrm>
              <a:off x="3941889" y="2766501"/>
              <a:ext cx="516209" cy="195753"/>
            </a:xfrm>
            <a:custGeom>
              <a:rect b="b" l="l" r="r" t="t"/>
              <a:pathLst>
                <a:path extrusionOk="0" h="4265" w="11247">
                  <a:moveTo>
                    <a:pt x="5237" y="0"/>
                  </a:moveTo>
                  <a:cubicBezTo>
                    <a:pt x="5214" y="0"/>
                    <a:pt x="5191" y="7"/>
                    <a:pt x="5172" y="21"/>
                  </a:cubicBezTo>
                  <a:lnTo>
                    <a:pt x="54" y="4073"/>
                  </a:lnTo>
                  <a:cubicBezTo>
                    <a:pt x="8" y="4110"/>
                    <a:pt x="1" y="4177"/>
                    <a:pt x="36" y="4223"/>
                  </a:cubicBezTo>
                  <a:cubicBezTo>
                    <a:pt x="56" y="4248"/>
                    <a:pt x="87" y="4263"/>
                    <a:pt x="120" y="4263"/>
                  </a:cubicBezTo>
                  <a:cubicBezTo>
                    <a:pt x="124" y="4264"/>
                    <a:pt x="128" y="4264"/>
                    <a:pt x="132" y="4264"/>
                  </a:cubicBezTo>
                  <a:cubicBezTo>
                    <a:pt x="151" y="4264"/>
                    <a:pt x="170" y="4258"/>
                    <a:pt x="185" y="4245"/>
                  </a:cubicBezTo>
                  <a:lnTo>
                    <a:pt x="5252" y="227"/>
                  </a:lnTo>
                  <a:lnTo>
                    <a:pt x="11092" y="2319"/>
                  </a:lnTo>
                  <a:cubicBezTo>
                    <a:pt x="11103" y="2322"/>
                    <a:pt x="11114" y="2324"/>
                    <a:pt x="11125" y="2324"/>
                  </a:cubicBezTo>
                  <a:cubicBezTo>
                    <a:pt x="11167" y="2324"/>
                    <a:pt x="11208" y="2298"/>
                    <a:pt x="11224" y="2256"/>
                  </a:cubicBezTo>
                  <a:cubicBezTo>
                    <a:pt x="11247" y="2201"/>
                    <a:pt x="11218" y="2140"/>
                    <a:pt x="11165" y="2118"/>
                  </a:cubicBezTo>
                  <a:lnTo>
                    <a:pt x="5275" y="6"/>
                  </a:lnTo>
                  <a:cubicBezTo>
                    <a:pt x="5262" y="2"/>
                    <a:pt x="5249" y="0"/>
                    <a:pt x="523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36"/>
            <p:cNvSpPr/>
            <p:nvPr/>
          </p:nvSpPr>
          <p:spPr>
            <a:xfrm>
              <a:off x="4015922" y="2926867"/>
              <a:ext cx="485458" cy="198598"/>
            </a:xfrm>
            <a:custGeom>
              <a:rect b="b" l="l" r="r" t="t"/>
              <a:pathLst>
                <a:path extrusionOk="0" h="4327" w="10577">
                  <a:moveTo>
                    <a:pt x="4450" y="1"/>
                  </a:moveTo>
                  <a:cubicBezTo>
                    <a:pt x="4424" y="1"/>
                    <a:pt x="4398" y="10"/>
                    <a:pt x="4378" y="29"/>
                  </a:cubicBezTo>
                  <a:lnTo>
                    <a:pt x="42" y="4143"/>
                  </a:lnTo>
                  <a:lnTo>
                    <a:pt x="40" y="4145"/>
                  </a:lnTo>
                  <a:cubicBezTo>
                    <a:pt x="0" y="4186"/>
                    <a:pt x="2" y="4252"/>
                    <a:pt x="42" y="4292"/>
                  </a:cubicBezTo>
                  <a:cubicBezTo>
                    <a:pt x="61" y="4314"/>
                    <a:pt x="90" y="4326"/>
                    <a:pt x="119" y="4326"/>
                  </a:cubicBezTo>
                  <a:cubicBezTo>
                    <a:pt x="121" y="4327"/>
                    <a:pt x="123" y="4327"/>
                    <a:pt x="125" y="4327"/>
                  </a:cubicBezTo>
                  <a:cubicBezTo>
                    <a:pt x="148" y="4327"/>
                    <a:pt x="171" y="4318"/>
                    <a:pt x="189" y="4303"/>
                  </a:cubicBezTo>
                  <a:lnTo>
                    <a:pt x="4482" y="232"/>
                  </a:lnTo>
                  <a:lnTo>
                    <a:pt x="10427" y="1773"/>
                  </a:lnTo>
                  <a:cubicBezTo>
                    <a:pt x="10436" y="1775"/>
                    <a:pt x="10446" y="1776"/>
                    <a:pt x="10454" y="1776"/>
                  </a:cubicBezTo>
                  <a:cubicBezTo>
                    <a:pt x="10504" y="1776"/>
                    <a:pt x="10549" y="1743"/>
                    <a:pt x="10561" y="1694"/>
                  </a:cubicBezTo>
                  <a:cubicBezTo>
                    <a:pt x="10576" y="1634"/>
                    <a:pt x="10540" y="1575"/>
                    <a:pt x="10481" y="1560"/>
                  </a:cubicBezTo>
                  <a:lnTo>
                    <a:pt x="4477" y="4"/>
                  </a:lnTo>
                  <a:cubicBezTo>
                    <a:pt x="4468" y="2"/>
                    <a:pt x="4459" y="1"/>
                    <a:pt x="445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36"/>
            <p:cNvSpPr/>
            <p:nvPr/>
          </p:nvSpPr>
          <p:spPr>
            <a:xfrm>
              <a:off x="3911642" y="2212427"/>
              <a:ext cx="500007" cy="500007"/>
            </a:xfrm>
            <a:custGeom>
              <a:rect b="b" l="l" r="r" t="t"/>
              <a:pathLst>
                <a:path extrusionOk="0" h="10894" w="10894">
                  <a:moveTo>
                    <a:pt x="5447" y="0"/>
                  </a:moveTo>
                  <a:cubicBezTo>
                    <a:pt x="2439" y="0"/>
                    <a:pt x="0" y="2439"/>
                    <a:pt x="0" y="5447"/>
                  </a:cubicBezTo>
                  <a:cubicBezTo>
                    <a:pt x="0" y="8454"/>
                    <a:pt x="2439" y="10893"/>
                    <a:pt x="5447" y="10893"/>
                  </a:cubicBezTo>
                  <a:cubicBezTo>
                    <a:pt x="8456" y="10893"/>
                    <a:pt x="10893" y="8454"/>
                    <a:pt x="10893" y="5447"/>
                  </a:cubicBezTo>
                  <a:cubicBezTo>
                    <a:pt x="10893" y="2439"/>
                    <a:pt x="8456" y="0"/>
                    <a:pt x="544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36"/>
            <p:cNvSpPr/>
            <p:nvPr/>
          </p:nvSpPr>
          <p:spPr>
            <a:xfrm>
              <a:off x="3907099" y="2208296"/>
              <a:ext cx="509049" cy="508957"/>
            </a:xfrm>
            <a:custGeom>
              <a:rect b="b" l="l" r="r" t="t"/>
              <a:pathLst>
                <a:path extrusionOk="0" h="11089" w="11091">
                  <a:moveTo>
                    <a:pt x="5546" y="196"/>
                  </a:moveTo>
                  <a:cubicBezTo>
                    <a:pt x="8486" y="206"/>
                    <a:pt x="10869" y="2587"/>
                    <a:pt x="10877" y="5528"/>
                  </a:cubicBezTo>
                  <a:cubicBezTo>
                    <a:pt x="10877" y="8473"/>
                    <a:pt x="8491" y="10860"/>
                    <a:pt x="5546" y="10860"/>
                  </a:cubicBezTo>
                  <a:cubicBezTo>
                    <a:pt x="2602" y="10860"/>
                    <a:pt x="215" y="8473"/>
                    <a:pt x="215" y="5528"/>
                  </a:cubicBezTo>
                  <a:cubicBezTo>
                    <a:pt x="215" y="2584"/>
                    <a:pt x="2602" y="196"/>
                    <a:pt x="5546" y="196"/>
                  </a:cubicBezTo>
                  <a:close/>
                  <a:moveTo>
                    <a:pt x="5546" y="1"/>
                  </a:moveTo>
                  <a:cubicBezTo>
                    <a:pt x="2484" y="1"/>
                    <a:pt x="1" y="2483"/>
                    <a:pt x="1" y="5546"/>
                  </a:cubicBezTo>
                  <a:cubicBezTo>
                    <a:pt x="1" y="8607"/>
                    <a:pt x="2484" y="11089"/>
                    <a:pt x="5546" y="11089"/>
                  </a:cubicBezTo>
                  <a:cubicBezTo>
                    <a:pt x="8605" y="11082"/>
                    <a:pt x="11083" y="8604"/>
                    <a:pt x="11090" y="5546"/>
                  </a:cubicBezTo>
                  <a:cubicBezTo>
                    <a:pt x="11090" y="2483"/>
                    <a:pt x="8608" y="1"/>
                    <a:pt x="554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36"/>
            <p:cNvSpPr/>
            <p:nvPr/>
          </p:nvSpPr>
          <p:spPr>
            <a:xfrm>
              <a:off x="4017390" y="2331072"/>
              <a:ext cx="288466" cy="262763"/>
            </a:xfrm>
            <a:custGeom>
              <a:rect b="b" l="l" r="r" t="t"/>
              <a:pathLst>
                <a:path extrusionOk="0" h="5725" w="6285">
                  <a:moveTo>
                    <a:pt x="3143" y="1"/>
                  </a:moveTo>
                  <a:cubicBezTo>
                    <a:pt x="2411" y="1"/>
                    <a:pt x="1678" y="280"/>
                    <a:pt x="1119" y="838"/>
                  </a:cubicBezTo>
                  <a:cubicBezTo>
                    <a:pt x="1" y="1956"/>
                    <a:pt x="1" y="3769"/>
                    <a:pt x="1119" y="4887"/>
                  </a:cubicBezTo>
                  <a:cubicBezTo>
                    <a:pt x="1678" y="5445"/>
                    <a:pt x="2411" y="5724"/>
                    <a:pt x="3143" y="5724"/>
                  </a:cubicBezTo>
                  <a:cubicBezTo>
                    <a:pt x="3876" y="5724"/>
                    <a:pt x="4608" y="5445"/>
                    <a:pt x="5166" y="4887"/>
                  </a:cubicBezTo>
                  <a:cubicBezTo>
                    <a:pt x="6284" y="3769"/>
                    <a:pt x="6284" y="1956"/>
                    <a:pt x="5166" y="838"/>
                  </a:cubicBezTo>
                  <a:cubicBezTo>
                    <a:pt x="4608" y="280"/>
                    <a:pt x="3876" y="1"/>
                    <a:pt x="3143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36"/>
            <p:cNvSpPr/>
            <p:nvPr/>
          </p:nvSpPr>
          <p:spPr>
            <a:xfrm>
              <a:off x="4025285" y="2326069"/>
              <a:ext cx="272723" cy="272723"/>
            </a:xfrm>
            <a:custGeom>
              <a:rect b="b" l="l" r="r" t="t"/>
              <a:pathLst>
                <a:path extrusionOk="0" h="5942" w="5942">
                  <a:moveTo>
                    <a:pt x="2971" y="215"/>
                  </a:moveTo>
                  <a:lnTo>
                    <a:pt x="2971" y="216"/>
                  </a:lnTo>
                  <a:lnTo>
                    <a:pt x="2971" y="227"/>
                  </a:lnTo>
                  <a:cubicBezTo>
                    <a:pt x="4488" y="227"/>
                    <a:pt x="5721" y="1454"/>
                    <a:pt x="5728" y="2971"/>
                  </a:cubicBezTo>
                  <a:lnTo>
                    <a:pt x="5728" y="2972"/>
                  </a:lnTo>
                  <a:cubicBezTo>
                    <a:pt x="5728" y="4495"/>
                    <a:pt x="4494" y="5730"/>
                    <a:pt x="2971" y="5730"/>
                  </a:cubicBezTo>
                  <a:cubicBezTo>
                    <a:pt x="1447" y="5730"/>
                    <a:pt x="213" y="4495"/>
                    <a:pt x="213" y="2972"/>
                  </a:cubicBezTo>
                  <a:cubicBezTo>
                    <a:pt x="213" y="1451"/>
                    <a:pt x="1447" y="215"/>
                    <a:pt x="2971" y="215"/>
                  </a:cubicBezTo>
                  <a:close/>
                  <a:moveTo>
                    <a:pt x="2971" y="0"/>
                  </a:moveTo>
                  <a:cubicBezTo>
                    <a:pt x="1330" y="0"/>
                    <a:pt x="0" y="1330"/>
                    <a:pt x="0" y="2971"/>
                  </a:cubicBezTo>
                  <a:cubicBezTo>
                    <a:pt x="0" y="4612"/>
                    <a:pt x="1330" y="5941"/>
                    <a:pt x="2971" y="5941"/>
                  </a:cubicBezTo>
                  <a:cubicBezTo>
                    <a:pt x="4611" y="5940"/>
                    <a:pt x="5941" y="4610"/>
                    <a:pt x="5941" y="2971"/>
                  </a:cubicBezTo>
                  <a:cubicBezTo>
                    <a:pt x="5941" y="1330"/>
                    <a:pt x="4611" y="0"/>
                    <a:pt x="297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36"/>
            <p:cNvSpPr/>
            <p:nvPr/>
          </p:nvSpPr>
          <p:spPr>
            <a:xfrm>
              <a:off x="4360795" y="2413963"/>
              <a:ext cx="52599" cy="96936"/>
            </a:xfrm>
            <a:custGeom>
              <a:rect b="b" l="l" r="r" t="t"/>
              <a:pathLst>
                <a:path extrusionOk="0" h="2112" w="1146">
                  <a:moveTo>
                    <a:pt x="1" y="0"/>
                  </a:moveTo>
                  <a:lnTo>
                    <a:pt x="1" y="2111"/>
                  </a:lnTo>
                  <a:lnTo>
                    <a:pt x="1009" y="2111"/>
                  </a:lnTo>
                  <a:cubicBezTo>
                    <a:pt x="1146" y="1415"/>
                    <a:pt x="1146" y="697"/>
                    <a:pt x="100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36"/>
            <p:cNvSpPr/>
            <p:nvPr/>
          </p:nvSpPr>
          <p:spPr>
            <a:xfrm>
              <a:off x="4355884" y="2409006"/>
              <a:ext cx="62466" cy="106758"/>
            </a:xfrm>
            <a:custGeom>
              <a:rect b="b" l="l" r="r" t="t"/>
              <a:pathLst>
                <a:path extrusionOk="0" h="2326" w="1361">
                  <a:moveTo>
                    <a:pt x="1022" y="214"/>
                  </a:moveTo>
                  <a:cubicBezTo>
                    <a:pt x="1137" y="842"/>
                    <a:pt x="1137" y="1485"/>
                    <a:pt x="1022" y="2112"/>
                  </a:cubicBezTo>
                  <a:lnTo>
                    <a:pt x="211" y="2112"/>
                  </a:lnTo>
                  <a:lnTo>
                    <a:pt x="211" y="214"/>
                  </a:lnTo>
                  <a:close/>
                  <a:moveTo>
                    <a:pt x="108" y="1"/>
                  </a:moveTo>
                  <a:cubicBezTo>
                    <a:pt x="48" y="1"/>
                    <a:pt x="1" y="49"/>
                    <a:pt x="1" y="108"/>
                  </a:cubicBezTo>
                  <a:lnTo>
                    <a:pt x="1" y="2219"/>
                  </a:lnTo>
                  <a:cubicBezTo>
                    <a:pt x="1" y="2277"/>
                    <a:pt x="48" y="2325"/>
                    <a:pt x="108" y="2325"/>
                  </a:cubicBezTo>
                  <a:lnTo>
                    <a:pt x="1111" y="2325"/>
                  </a:lnTo>
                  <a:cubicBezTo>
                    <a:pt x="1114" y="2325"/>
                    <a:pt x="1117" y="2325"/>
                    <a:pt x="1120" y="2325"/>
                  </a:cubicBezTo>
                  <a:cubicBezTo>
                    <a:pt x="1170" y="2325"/>
                    <a:pt x="1212" y="2290"/>
                    <a:pt x="1220" y="2240"/>
                  </a:cubicBezTo>
                  <a:cubicBezTo>
                    <a:pt x="1360" y="1529"/>
                    <a:pt x="1360" y="797"/>
                    <a:pt x="1220" y="87"/>
                  </a:cubicBezTo>
                  <a:cubicBezTo>
                    <a:pt x="1211" y="37"/>
                    <a:pt x="1166" y="1"/>
                    <a:pt x="111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36"/>
            <p:cNvSpPr/>
            <p:nvPr/>
          </p:nvSpPr>
          <p:spPr>
            <a:xfrm>
              <a:off x="3910036" y="2413963"/>
              <a:ext cx="50074" cy="96936"/>
            </a:xfrm>
            <a:custGeom>
              <a:rect b="b" l="l" r="r" t="t"/>
              <a:pathLst>
                <a:path extrusionOk="0" h="2112" w="1091">
                  <a:moveTo>
                    <a:pt x="139" y="0"/>
                  </a:moveTo>
                  <a:cubicBezTo>
                    <a:pt x="1" y="697"/>
                    <a:pt x="1" y="1415"/>
                    <a:pt x="139" y="2111"/>
                  </a:cubicBezTo>
                  <a:lnTo>
                    <a:pt x="1091" y="2111"/>
                  </a:lnTo>
                  <a:lnTo>
                    <a:pt x="10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36"/>
            <p:cNvSpPr/>
            <p:nvPr/>
          </p:nvSpPr>
          <p:spPr>
            <a:xfrm>
              <a:off x="3905125" y="2409006"/>
              <a:ext cx="59896" cy="106758"/>
            </a:xfrm>
            <a:custGeom>
              <a:rect b="b" l="l" r="r" t="t"/>
              <a:pathLst>
                <a:path extrusionOk="0" h="2326" w="1305">
                  <a:moveTo>
                    <a:pt x="1092" y="214"/>
                  </a:moveTo>
                  <a:lnTo>
                    <a:pt x="1092" y="2112"/>
                  </a:lnTo>
                  <a:lnTo>
                    <a:pt x="333" y="2112"/>
                  </a:lnTo>
                  <a:cubicBezTo>
                    <a:pt x="218" y="1485"/>
                    <a:pt x="218" y="842"/>
                    <a:pt x="333" y="214"/>
                  </a:cubicBezTo>
                  <a:close/>
                  <a:moveTo>
                    <a:pt x="246" y="1"/>
                  </a:moveTo>
                  <a:cubicBezTo>
                    <a:pt x="196" y="1"/>
                    <a:pt x="153" y="37"/>
                    <a:pt x="142" y="87"/>
                  </a:cubicBezTo>
                  <a:cubicBezTo>
                    <a:pt x="1" y="797"/>
                    <a:pt x="1" y="1530"/>
                    <a:pt x="142" y="2240"/>
                  </a:cubicBezTo>
                  <a:cubicBezTo>
                    <a:pt x="152" y="2290"/>
                    <a:pt x="194" y="2325"/>
                    <a:pt x="243" y="2325"/>
                  </a:cubicBezTo>
                  <a:cubicBezTo>
                    <a:pt x="244" y="2325"/>
                    <a:pt x="245" y="2325"/>
                    <a:pt x="246" y="2325"/>
                  </a:cubicBezTo>
                  <a:lnTo>
                    <a:pt x="1198" y="2325"/>
                  </a:lnTo>
                  <a:cubicBezTo>
                    <a:pt x="1257" y="2325"/>
                    <a:pt x="1305" y="2277"/>
                    <a:pt x="1305" y="2219"/>
                  </a:cubicBezTo>
                  <a:lnTo>
                    <a:pt x="1305" y="108"/>
                  </a:lnTo>
                  <a:cubicBezTo>
                    <a:pt x="1305" y="49"/>
                    <a:pt x="1257" y="1"/>
                    <a:pt x="119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36"/>
            <p:cNvSpPr/>
            <p:nvPr/>
          </p:nvSpPr>
          <p:spPr>
            <a:xfrm>
              <a:off x="5442049" y="1783147"/>
              <a:ext cx="182029" cy="411471"/>
            </a:xfrm>
            <a:custGeom>
              <a:rect b="b" l="l" r="r" t="t"/>
              <a:pathLst>
                <a:path extrusionOk="0" h="8965" w="3966">
                  <a:moveTo>
                    <a:pt x="2825" y="0"/>
                  </a:moveTo>
                  <a:cubicBezTo>
                    <a:pt x="2795" y="0"/>
                    <a:pt x="2764" y="3"/>
                    <a:pt x="2733" y="10"/>
                  </a:cubicBezTo>
                  <a:cubicBezTo>
                    <a:pt x="2502" y="62"/>
                    <a:pt x="2358" y="290"/>
                    <a:pt x="2408" y="521"/>
                  </a:cubicBezTo>
                  <a:cubicBezTo>
                    <a:pt x="2408" y="551"/>
                    <a:pt x="3083" y="3607"/>
                    <a:pt x="2621" y="5555"/>
                  </a:cubicBezTo>
                  <a:cubicBezTo>
                    <a:pt x="2195" y="7371"/>
                    <a:pt x="293" y="8140"/>
                    <a:pt x="276" y="8140"/>
                  </a:cubicBezTo>
                  <a:cubicBezTo>
                    <a:pt x="109" y="8202"/>
                    <a:pt x="1" y="8362"/>
                    <a:pt x="1" y="8539"/>
                  </a:cubicBezTo>
                  <a:cubicBezTo>
                    <a:pt x="1" y="8774"/>
                    <a:pt x="191" y="8965"/>
                    <a:pt x="427" y="8965"/>
                  </a:cubicBezTo>
                  <a:lnTo>
                    <a:pt x="428" y="8965"/>
                  </a:lnTo>
                  <a:cubicBezTo>
                    <a:pt x="480" y="8965"/>
                    <a:pt x="532" y="8954"/>
                    <a:pt x="581" y="8935"/>
                  </a:cubicBezTo>
                  <a:cubicBezTo>
                    <a:pt x="683" y="8899"/>
                    <a:pt x="2921" y="8012"/>
                    <a:pt x="3455" y="5751"/>
                  </a:cubicBezTo>
                  <a:cubicBezTo>
                    <a:pt x="3966" y="3612"/>
                    <a:pt x="3272" y="467"/>
                    <a:pt x="3242" y="335"/>
                  </a:cubicBezTo>
                  <a:cubicBezTo>
                    <a:pt x="3198" y="135"/>
                    <a:pt x="3021" y="0"/>
                    <a:pt x="282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36"/>
            <p:cNvSpPr/>
            <p:nvPr/>
          </p:nvSpPr>
          <p:spPr>
            <a:xfrm>
              <a:off x="5454854" y="1723343"/>
              <a:ext cx="256016" cy="396325"/>
            </a:xfrm>
            <a:custGeom>
              <a:rect b="b" l="l" r="r" t="t"/>
              <a:pathLst>
                <a:path extrusionOk="0" h="8635" w="5578">
                  <a:moveTo>
                    <a:pt x="3315" y="1"/>
                  </a:moveTo>
                  <a:cubicBezTo>
                    <a:pt x="3251" y="1"/>
                    <a:pt x="3186" y="15"/>
                    <a:pt x="3124" y="46"/>
                  </a:cubicBezTo>
                  <a:cubicBezTo>
                    <a:pt x="2914" y="150"/>
                    <a:pt x="2828" y="408"/>
                    <a:pt x="2933" y="618"/>
                  </a:cubicBezTo>
                  <a:cubicBezTo>
                    <a:pt x="3407" y="1571"/>
                    <a:pt x="4474" y="4331"/>
                    <a:pt x="3752" y="5737"/>
                  </a:cubicBezTo>
                  <a:cubicBezTo>
                    <a:pt x="3295" y="6626"/>
                    <a:pt x="2564" y="6800"/>
                    <a:pt x="1790" y="6986"/>
                  </a:cubicBezTo>
                  <a:cubicBezTo>
                    <a:pt x="1114" y="7150"/>
                    <a:pt x="402" y="7321"/>
                    <a:pt x="48" y="8027"/>
                  </a:cubicBezTo>
                  <a:cubicBezTo>
                    <a:pt x="22" y="8079"/>
                    <a:pt x="9" y="8137"/>
                    <a:pt x="8" y="8195"/>
                  </a:cubicBezTo>
                  <a:cubicBezTo>
                    <a:pt x="0" y="8430"/>
                    <a:pt x="186" y="8627"/>
                    <a:pt x="422" y="8634"/>
                  </a:cubicBezTo>
                  <a:cubicBezTo>
                    <a:pt x="425" y="8634"/>
                    <a:pt x="429" y="8634"/>
                    <a:pt x="433" y="8634"/>
                  </a:cubicBezTo>
                  <a:cubicBezTo>
                    <a:pt x="592" y="8634"/>
                    <a:pt x="739" y="8544"/>
                    <a:pt x="812" y="8402"/>
                  </a:cubicBezTo>
                  <a:cubicBezTo>
                    <a:pt x="980" y="8067"/>
                    <a:pt x="1349" y="7963"/>
                    <a:pt x="1988" y="7809"/>
                  </a:cubicBezTo>
                  <a:cubicBezTo>
                    <a:pt x="2829" y="7613"/>
                    <a:pt x="3870" y="7357"/>
                    <a:pt x="4509" y="6121"/>
                  </a:cubicBezTo>
                  <a:cubicBezTo>
                    <a:pt x="5578" y="4048"/>
                    <a:pt x="3773" y="391"/>
                    <a:pt x="3697" y="237"/>
                  </a:cubicBezTo>
                  <a:cubicBezTo>
                    <a:pt x="3622" y="87"/>
                    <a:pt x="3472" y="1"/>
                    <a:pt x="331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36"/>
            <p:cNvSpPr/>
            <p:nvPr/>
          </p:nvSpPr>
          <p:spPr>
            <a:xfrm>
              <a:off x="5212515" y="2304268"/>
              <a:ext cx="320365" cy="300583"/>
            </a:xfrm>
            <a:custGeom>
              <a:rect b="b" l="l" r="r" t="t"/>
              <a:pathLst>
                <a:path extrusionOk="0" h="6549" w="6980">
                  <a:moveTo>
                    <a:pt x="3041" y="1"/>
                  </a:moveTo>
                  <a:cubicBezTo>
                    <a:pt x="2506" y="1"/>
                    <a:pt x="1985" y="149"/>
                    <a:pt x="1535" y="462"/>
                  </a:cubicBezTo>
                  <a:cubicBezTo>
                    <a:pt x="204" y="1388"/>
                    <a:pt x="0" y="3397"/>
                    <a:pt x="1080" y="4950"/>
                  </a:cubicBezTo>
                  <a:cubicBezTo>
                    <a:pt x="1795" y="5978"/>
                    <a:pt x="2893" y="6548"/>
                    <a:pt x="3939" y="6548"/>
                  </a:cubicBezTo>
                  <a:cubicBezTo>
                    <a:pt x="4474" y="6548"/>
                    <a:pt x="4995" y="6400"/>
                    <a:pt x="5444" y="6087"/>
                  </a:cubicBezTo>
                  <a:cubicBezTo>
                    <a:pt x="6775" y="5161"/>
                    <a:pt x="6979" y="3152"/>
                    <a:pt x="5900" y="1599"/>
                  </a:cubicBezTo>
                  <a:cubicBezTo>
                    <a:pt x="5185" y="571"/>
                    <a:pt x="4087" y="1"/>
                    <a:pt x="304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36"/>
            <p:cNvSpPr/>
            <p:nvPr/>
          </p:nvSpPr>
          <p:spPr>
            <a:xfrm>
              <a:off x="5287007" y="1624847"/>
              <a:ext cx="211496" cy="962975"/>
            </a:xfrm>
            <a:custGeom>
              <a:rect b="b" l="l" r="r" t="t"/>
              <a:pathLst>
                <a:path extrusionOk="0" h="20981" w="4608">
                  <a:moveTo>
                    <a:pt x="2547" y="1"/>
                  </a:moveTo>
                  <a:cubicBezTo>
                    <a:pt x="1456" y="1"/>
                    <a:pt x="555" y="869"/>
                    <a:pt x="523" y="1969"/>
                  </a:cubicBezTo>
                  <a:lnTo>
                    <a:pt x="33" y="18896"/>
                  </a:lnTo>
                  <a:cubicBezTo>
                    <a:pt x="0" y="20015"/>
                    <a:pt x="880" y="20948"/>
                    <a:pt x="1998" y="20981"/>
                  </a:cubicBezTo>
                  <a:lnTo>
                    <a:pt x="2065" y="20981"/>
                  </a:lnTo>
                  <a:lnTo>
                    <a:pt x="2065" y="20979"/>
                  </a:lnTo>
                  <a:cubicBezTo>
                    <a:pt x="3158" y="20976"/>
                    <a:pt x="4053" y="20107"/>
                    <a:pt x="4084" y="19014"/>
                  </a:cubicBezTo>
                  <a:lnTo>
                    <a:pt x="4576" y="2086"/>
                  </a:lnTo>
                  <a:cubicBezTo>
                    <a:pt x="4607" y="967"/>
                    <a:pt x="3727" y="33"/>
                    <a:pt x="2607" y="2"/>
                  </a:cubicBezTo>
                  <a:cubicBezTo>
                    <a:pt x="2587" y="1"/>
                    <a:pt x="2567" y="1"/>
                    <a:pt x="254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36"/>
            <p:cNvSpPr/>
            <p:nvPr/>
          </p:nvSpPr>
          <p:spPr>
            <a:xfrm>
              <a:off x="5214214" y="1200984"/>
              <a:ext cx="481006" cy="657895"/>
            </a:xfrm>
            <a:custGeom>
              <a:rect b="b" l="l" r="r" t="t"/>
              <a:pathLst>
                <a:path extrusionOk="0" h="14334" w="10480">
                  <a:moveTo>
                    <a:pt x="1" y="1"/>
                  </a:moveTo>
                  <a:lnTo>
                    <a:pt x="71" y="11287"/>
                  </a:lnTo>
                  <a:cubicBezTo>
                    <a:pt x="26" y="12897"/>
                    <a:pt x="2052" y="14260"/>
                    <a:pt x="4594" y="14330"/>
                  </a:cubicBezTo>
                  <a:cubicBezTo>
                    <a:pt x="4662" y="14332"/>
                    <a:pt x="4730" y="14333"/>
                    <a:pt x="4797" y="14333"/>
                  </a:cubicBezTo>
                  <a:cubicBezTo>
                    <a:pt x="7246" y="14333"/>
                    <a:pt x="9233" y="13108"/>
                    <a:pt x="9286" y="11540"/>
                  </a:cubicBezTo>
                  <a:lnTo>
                    <a:pt x="10480" y="2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36"/>
            <p:cNvSpPr/>
            <p:nvPr/>
          </p:nvSpPr>
          <p:spPr>
            <a:xfrm>
              <a:off x="5209302" y="1196164"/>
              <a:ext cx="490507" cy="667625"/>
            </a:xfrm>
            <a:custGeom>
              <a:rect b="b" l="l" r="r" t="t"/>
              <a:pathLst>
                <a:path extrusionOk="0" h="14546" w="10687">
                  <a:moveTo>
                    <a:pt x="209" y="218"/>
                  </a:moveTo>
                  <a:lnTo>
                    <a:pt x="10454" y="499"/>
                  </a:lnTo>
                  <a:lnTo>
                    <a:pt x="9273" y="11645"/>
                  </a:lnTo>
                  <a:cubicBezTo>
                    <a:pt x="9231" y="13153"/>
                    <a:pt x="7286" y="14334"/>
                    <a:pt x="4895" y="14334"/>
                  </a:cubicBezTo>
                  <a:cubicBezTo>
                    <a:pt x="4830" y="14334"/>
                    <a:pt x="4764" y="14333"/>
                    <a:pt x="4698" y="14331"/>
                  </a:cubicBezTo>
                  <a:cubicBezTo>
                    <a:pt x="2219" y="14263"/>
                    <a:pt x="237" y="12947"/>
                    <a:pt x="280" y="11394"/>
                  </a:cubicBezTo>
                  <a:lnTo>
                    <a:pt x="209" y="218"/>
                  </a:lnTo>
                  <a:close/>
                  <a:moveTo>
                    <a:pt x="104" y="0"/>
                  </a:moveTo>
                  <a:cubicBezTo>
                    <a:pt x="77" y="0"/>
                    <a:pt x="51" y="10"/>
                    <a:pt x="32" y="30"/>
                  </a:cubicBezTo>
                  <a:cubicBezTo>
                    <a:pt x="11" y="49"/>
                    <a:pt x="0" y="78"/>
                    <a:pt x="0" y="106"/>
                  </a:cubicBezTo>
                  <a:lnTo>
                    <a:pt x="63" y="11394"/>
                  </a:lnTo>
                  <a:cubicBezTo>
                    <a:pt x="15" y="13054"/>
                    <a:pt x="2092" y="14473"/>
                    <a:pt x="4688" y="14546"/>
                  </a:cubicBezTo>
                  <a:lnTo>
                    <a:pt x="4900" y="14546"/>
                  </a:lnTo>
                  <a:cubicBezTo>
                    <a:pt x="7406" y="14546"/>
                    <a:pt x="9449" y="13273"/>
                    <a:pt x="9489" y="11656"/>
                  </a:cubicBezTo>
                  <a:lnTo>
                    <a:pt x="10684" y="405"/>
                  </a:lnTo>
                  <a:cubicBezTo>
                    <a:pt x="10686" y="375"/>
                    <a:pt x="10678" y="347"/>
                    <a:pt x="10658" y="323"/>
                  </a:cubicBezTo>
                  <a:cubicBezTo>
                    <a:pt x="10639" y="302"/>
                    <a:pt x="10611" y="289"/>
                    <a:pt x="10579" y="288"/>
                  </a:cubicBezTo>
                  <a:lnTo>
                    <a:pt x="109" y="0"/>
                  </a:lnTo>
                  <a:cubicBezTo>
                    <a:pt x="107" y="0"/>
                    <a:pt x="106" y="0"/>
                    <a:pt x="10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5137748" y="824991"/>
              <a:ext cx="659180" cy="901243"/>
            </a:xfrm>
            <a:custGeom>
              <a:rect b="b" l="l" r="r" t="t"/>
              <a:pathLst>
                <a:path extrusionOk="0" h="19636" w="14362">
                  <a:moveTo>
                    <a:pt x="1" y="1"/>
                  </a:moveTo>
                  <a:lnTo>
                    <a:pt x="148" y="15480"/>
                  </a:lnTo>
                  <a:cubicBezTo>
                    <a:pt x="94" y="17688"/>
                    <a:pt x="2877" y="19548"/>
                    <a:pt x="6364" y="19632"/>
                  </a:cubicBezTo>
                  <a:cubicBezTo>
                    <a:pt x="6447" y="19634"/>
                    <a:pt x="6529" y="19635"/>
                    <a:pt x="6611" y="19635"/>
                  </a:cubicBezTo>
                  <a:cubicBezTo>
                    <a:pt x="9986" y="19635"/>
                    <a:pt x="12723" y="17943"/>
                    <a:pt x="12774" y="15794"/>
                  </a:cubicBezTo>
                  <a:lnTo>
                    <a:pt x="14361" y="3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36"/>
            <p:cNvSpPr/>
            <p:nvPr/>
          </p:nvSpPr>
          <p:spPr>
            <a:xfrm>
              <a:off x="5132837" y="820080"/>
              <a:ext cx="669048" cy="911019"/>
            </a:xfrm>
            <a:custGeom>
              <a:rect b="b" l="l" r="r" t="t"/>
              <a:pathLst>
                <a:path extrusionOk="0" h="19849" w="14577">
                  <a:moveTo>
                    <a:pt x="215" y="215"/>
                  </a:moveTo>
                  <a:lnTo>
                    <a:pt x="14351" y="563"/>
                  </a:lnTo>
                  <a:lnTo>
                    <a:pt x="12775" y="15895"/>
                  </a:lnTo>
                  <a:cubicBezTo>
                    <a:pt x="12723" y="17988"/>
                    <a:pt x="10036" y="19640"/>
                    <a:pt x="6730" y="19640"/>
                  </a:cubicBezTo>
                  <a:cubicBezTo>
                    <a:pt x="6645" y="19640"/>
                    <a:pt x="6560" y="19639"/>
                    <a:pt x="6474" y="19637"/>
                  </a:cubicBezTo>
                  <a:cubicBezTo>
                    <a:pt x="3051" y="19550"/>
                    <a:pt x="309" y="17735"/>
                    <a:pt x="362" y="15585"/>
                  </a:cubicBezTo>
                  <a:lnTo>
                    <a:pt x="215" y="217"/>
                  </a:lnTo>
                  <a:lnTo>
                    <a:pt x="215" y="215"/>
                  </a:lnTo>
                  <a:close/>
                  <a:moveTo>
                    <a:pt x="109" y="1"/>
                  </a:moveTo>
                  <a:cubicBezTo>
                    <a:pt x="81" y="1"/>
                    <a:pt x="54" y="11"/>
                    <a:pt x="33" y="30"/>
                  </a:cubicBezTo>
                  <a:cubicBezTo>
                    <a:pt x="12" y="51"/>
                    <a:pt x="0" y="80"/>
                    <a:pt x="0" y="109"/>
                  </a:cubicBezTo>
                  <a:lnTo>
                    <a:pt x="148" y="15584"/>
                  </a:lnTo>
                  <a:cubicBezTo>
                    <a:pt x="93" y="17850"/>
                    <a:pt x="2926" y="19763"/>
                    <a:pt x="6470" y="19848"/>
                  </a:cubicBezTo>
                  <a:lnTo>
                    <a:pt x="6714" y="19848"/>
                  </a:lnTo>
                  <a:cubicBezTo>
                    <a:pt x="10143" y="19848"/>
                    <a:pt x="12935" y="18111"/>
                    <a:pt x="12985" y="15902"/>
                  </a:cubicBezTo>
                  <a:lnTo>
                    <a:pt x="14574" y="468"/>
                  </a:lnTo>
                  <a:cubicBezTo>
                    <a:pt x="14577" y="438"/>
                    <a:pt x="14568" y="409"/>
                    <a:pt x="14549" y="386"/>
                  </a:cubicBezTo>
                  <a:cubicBezTo>
                    <a:pt x="14529" y="364"/>
                    <a:pt x="14501" y="351"/>
                    <a:pt x="14470" y="351"/>
                  </a:cubicBezTo>
                  <a:lnTo>
                    <a:pt x="10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36"/>
            <p:cNvSpPr/>
            <p:nvPr/>
          </p:nvSpPr>
          <p:spPr>
            <a:xfrm>
              <a:off x="5134949" y="624006"/>
              <a:ext cx="663265" cy="417989"/>
            </a:xfrm>
            <a:custGeom>
              <a:rect b="b" l="l" r="r" t="t"/>
              <a:pathLst>
                <a:path extrusionOk="0" h="9107" w="14451">
                  <a:moveTo>
                    <a:pt x="7070" y="0"/>
                  </a:moveTo>
                  <a:cubicBezTo>
                    <a:pt x="3233" y="0"/>
                    <a:pt x="121" y="1926"/>
                    <a:pt x="62" y="4378"/>
                  </a:cubicBezTo>
                  <a:cubicBezTo>
                    <a:pt x="0" y="6892"/>
                    <a:pt x="3166" y="9006"/>
                    <a:pt x="7131" y="9103"/>
                  </a:cubicBezTo>
                  <a:cubicBezTo>
                    <a:pt x="7223" y="9105"/>
                    <a:pt x="7314" y="9106"/>
                    <a:pt x="7406" y="9106"/>
                  </a:cubicBezTo>
                  <a:cubicBezTo>
                    <a:pt x="9211" y="9106"/>
                    <a:pt x="10939" y="8675"/>
                    <a:pt x="12241" y="7894"/>
                  </a:cubicBezTo>
                  <a:cubicBezTo>
                    <a:pt x="13608" y="7073"/>
                    <a:pt x="14392" y="5934"/>
                    <a:pt x="14422" y="4727"/>
                  </a:cubicBezTo>
                  <a:cubicBezTo>
                    <a:pt x="14451" y="3521"/>
                    <a:pt x="13722" y="2346"/>
                    <a:pt x="12397" y="1460"/>
                  </a:cubicBezTo>
                  <a:cubicBezTo>
                    <a:pt x="11071" y="574"/>
                    <a:pt x="9256" y="50"/>
                    <a:pt x="7351" y="4"/>
                  </a:cubicBezTo>
                  <a:cubicBezTo>
                    <a:pt x="7257" y="2"/>
                    <a:pt x="7163" y="0"/>
                    <a:pt x="707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36"/>
            <p:cNvSpPr/>
            <p:nvPr/>
          </p:nvSpPr>
          <p:spPr>
            <a:xfrm>
              <a:off x="5131414" y="619279"/>
              <a:ext cx="671848" cy="427673"/>
            </a:xfrm>
            <a:custGeom>
              <a:rect b="b" l="l" r="r" t="t"/>
              <a:pathLst>
                <a:path extrusionOk="0" h="9318" w="14638">
                  <a:moveTo>
                    <a:pt x="7147" y="211"/>
                  </a:moveTo>
                  <a:lnTo>
                    <a:pt x="7424" y="221"/>
                  </a:lnTo>
                  <a:cubicBezTo>
                    <a:pt x="9321" y="266"/>
                    <a:pt x="11109" y="789"/>
                    <a:pt x="12412" y="1658"/>
                  </a:cubicBezTo>
                  <a:cubicBezTo>
                    <a:pt x="13715" y="2529"/>
                    <a:pt x="14419" y="3656"/>
                    <a:pt x="14389" y="4834"/>
                  </a:cubicBezTo>
                  <a:cubicBezTo>
                    <a:pt x="14330" y="7218"/>
                    <a:pt x="11265" y="9102"/>
                    <a:pt x="7489" y="9102"/>
                  </a:cubicBezTo>
                  <a:cubicBezTo>
                    <a:pt x="7395" y="9102"/>
                    <a:pt x="7301" y="9101"/>
                    <a:pt x="7206" y="9099"/>
                  </a:cubicBezTo>
                  <a:cubicBezTo>
                    <a:pt x="5308" y="9052"/>
                    <a:pt x="3521" y="8534"/>
                    <a:pt x="2219" y="7662"/>
                  </a:cubicBezTo>
                  <a:cubicBezTo>
                    <a:pt x="916" y="6789"/>
                    <a:pt x="208" y="5662"/>
                    <a:pt x="241" y="4484"/>
                  </a:cubicBezTo>
                  <a:cubicBezTo>
                    <a:pt x="273" y="3307"/>
                    <a:pt x="1030" y="2215"/>
                    <a:pt x="2373" y="1410"/>
                  </a:cubicBezTo>
                  <a:cubicBezTo>
                    <a:pt x="3669" y="637"/>
                    <a:pt x="5353" y="211"/>
                    <a:pt x="7147" y="211"/>
                  </a:cubicBezTo>
                  <a:close/>
                  <a:moveTo>
                    <a:pt x="7106" y="1"/>
                  </a:moveTo>
                  <a:cubicBezTo>
                    <a:pt x="5293" y="1"/>
                    <a:pt x="3595" y="433"/>
                    <a:pt x="2265" y="1229"/>
                  </a:cubicBezTo>
                  <a:cubicBezTo>
                    <a:pt x="855" y="2075"/>
                    <a:pt x="64" y="3232"/>
                    <a:pt x="33" y="4484"/>
                  </a:cubicBezTo>
                  <a:cubicBezTo>
                    <a:pt x="0" y="5737"/>
                    <a:pt x="750" y="6940"/>
                    <a:pt x="2102" y="7843"/>
                  </a:cubicBezTo>
                  <a:cubicBezTo>
                    <a:pt x="3454" y="8747"/>
                    <a:pt x="5268" y="9270"/>
                    <a:pt x="7206" y="9317"/>
                  </a:cubicBezTo>
                  <a:lnTo>
                    <a:pt x="7485" y="9317"/>
                  </a:lnTo>
                  <a:cubicBezTo>
                    <a:pt x="11377" y="9316"/>
                    <a:pt x="14545" y="7345"/>
                    <a:pt x="14606" y="4839"/>
                  </a:cubicBezTo>
                  <a:cubicBezTo>
                    <a:pt x="14638" y="3585"/>
                    <a:pt x="13886" y="2383"/>
                    <a:pt x="12534" y="1480"/>
                  </a:cubicBezTo>
                  <a:cubicBezTo>
                    <a:pt x="11180" y="576"/>
                    <a:pt x="9367" y="61"/>
                    <a:pt x="7433" y="6"/>
                  </a:cubicBezTo>
                  <a:cubicBezTo>
                    <a:pt x="7323" y="2"/>
                    <a:pt x="7214" y="1"/>
                    <a:pt x="71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36"/>
            <p:cNvSpPr/>
            <p:nvPr/>
          </p:nvSpPr>
          <p:spPr>
            <a:xfrm>
              <a:off x="5198930" y="663662"/>
              <a:ext cx="536083" cy="338999"/>
            </a:xfrm>
            <a:custGeom>
              <a:rect b="b" l="l" r="r" t="t"/>
              <a:pathLst>
                <a:path extrusionOk="0" h="7386" w="11680">
                  <a:moveTo>
                    <a:pt x="5637" y="0"/>
                  </a:moveTo>
                  <a:cubicBezTo>
                    <a:pt x="4656" y="2"/>
                    <a:pt x="3682" y="176"/>
                    <a:pt x="2762" y="516"/>
                  </a:cubicBezTo>
                  <a:cubicBezTo>
                    <a:pt x="1383" y="1044"/>
                    <a:pt x="384" y="1924"/>
                    <a:pt x="103" y="2990"/>
                  </a:cubicBezTo>
                  <a:cubicBezTo>
                    <a:pt x="54" y="3173"/>
                    <a:pt x="27" y="3362"/>
                    <a:pt x="22" y="3552"/>
                  </a:cubicBezTo>
                  <a:cubicBezTo>
                    <a:pt x="0" y="4411"/>
                    <a:pt x="447" y="5219"/>
                    <a:pt x="1211" y="5859"/>
                  </a:cubicBezTo>
                  <a:cubicBezTo>
                    <a:pt x="1843" y="6376"/>
                    <a:pt x="2573" y="6762"/>
                    <a:pt x="3358" y="6995"/>
                  </a:cubicBezTo>
                  <a:cubicBezTo>
                    <a:pt x="4136" y="7238"/>
                    <a:pt x="4943" y="7369"/>
                    <a:pt x="5759" y="7386"/>
                  </a:cubicBezTo>
                  <a:lnTo>
                    <a:pt x="6100" y="7386"/>
                  </a:lnTo>
                  <a:cubicBezTo>
                    <a:pt x="6647" y="7381"/>
                    <a:pt x="7193" y="7325"/>
                    <a:pt x="7729" y="7216"/>
                  </a:cubicBezTo>
                  <a:cubicBezTo>
                    <a:pt x="8310" y="7103"/>
                    <a:pt x="8876" y="6920"/>
                    <a:pt x="9412" y="6668"/>
                  </a:cubicBezTo>
                  <a:cubicBezTo>
                    <a:pt x="10006" y="6397"/>
                    <a:pt x="10539" y="6008"/>
                    <a:pt x="10977" y="5524"/>
                  </a:cubicBezTo>
                  <a:cubicBezTo>
                    <a:pt x="11402" y="5060"/>
                    <a:pt x="11651" y="4460"/>
                    <a:pt x="11676" y="3831"/>
                  </a:cubicBezTo>
                  <a:cubicBezTo>
                    <a:pt x="11679" y="3709"/>
                    <a:pt x="11672" y="3589"/>
                    <a:pt x="11655" y="3468"/>
                  </a:cubicBezTo>
                  <a:cubicBezTo>
                    <a:pt x="11554" y="2672"/>
                    <a:pt x="11051" y="1936"/>
                    <a:pt x="10275" y="1354"/>
                  </a:cubicBezTo>
                  <a:cubicBezTo>
                    <a:pt x="9508" y="799"/>
                    <a:pt x="8633" y="410"/>
                    <a:pt x="7705" y="215"/>
                  </a:cubicBezTo>
                  <a:cubicBezTo>
                    <a:pt x="7125" y="85"/>
                    <a:pt x="6532" y="14"/>
                    <a:pt x="59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5194340" y="658613"/>
              <a:ext cx="545767" cy="348821"/>
            </a:xfrm>
            <a:custGeom>
              <a:rect b="b" l="l" r="r" t="t"/>
              <a:pathLst>
                <a:path extrusionOk="0" h="7600" w="11891">
                  <a:moveTo>
                    <a:pt x="5822" y="213"/>
                  </a:moveTo>
                  <a:lnTo>
                    <a:pt x="6035" y="227"/>
                  </a:lnTo>
                  <a:cubicBezTo>
                    <a:pt x="6623" y="240"/>
                    <a:pt x="7208" y="311"/>
                    <a:pt x="7781" y="439"/>
                  </a:cubicBezTo>
                  <a:cubicBezTo>
                    <a:pt x="8694" y="632"/>
                    <a:pt x="9555" y="1013"/>
                    <a:pt x="10311" y="1559"/>
                  </a:cubicBezTo>
                  <a:cubicBezTo>
                    <a:pt x="11091" y="2146"/>
                    <a:pt x="11554" y="2852"/>
                    <a:pt x="11648" y="3603"/>
                  </a:cubicBezTo>
                  <a:cubicBezTo>
                    <a:pt x="11665" y="3718"/>
                    <a:pt x="11672" y="3833"/>
                    <a:pt x="11669" y="3947"/>
                  </a:cubicBezTo>
                  <a:cubicBezTo>
                    <a:pt x="11644" y="4550"/>
                    <a:pt x="11406" y="5125"/>
                    <a:pt x="10996" y="5567"/>
                  </a:cubicBezTo>
                  <a:cubicBezTo>
                    <a:pt x="10567" y="6042"/>
                    <a:pt x="10046" y="6424"/>
                    <a:pt x="9464" y="6686"/>
                  </a:cubicBezTo>
                  <a:cubicBezTo>
                    <a:pt x="8937" y="6934"/>
                    <a:pt x="8379" y="7116"/>
                    <a:pt x="7805" y="7225"/>
                  </a:cubicBezTo>
                  <a:cubicBezTo>
                    <a:pt x="7275" y="7333"/>
                    <a:pt x="6736" y="7390"/>
                    <a:pt x="6196" y="7393"/>
                  </a:cubicBezTo>
                  <a:lnTo>
                    <a:pt x="5861" y="7393"/>
                  </a:lnTo>
                  <a:cubicBezTo>
                    <a:pt x="5055" y="7376"/>
                    <a:pt x="4257" y="7247"/>
                    <a:pt x="3489" y="7007"/>
                  </a:cubicBezTo>
                  <a:cubicBezTo>
                    <a:pt x="2719" y="6779"/>
                    <a:pt x="2001" y="6400"/>
                    <a:pt x="1378" y="5892"/>
                  </a:cubicBezTo>
                  <a:cubicBezTo>
                    <a:pt x="606" y="5240"/>
                    <a:pt x="207" y="4472"/>
                    <a:pt x="228" y="3668"/>
                  </a:cubicBezTo>
                  <a:cubicBezTo>
                    <a:pt x="233" y="3487"/>
                    <a:pt x="258" y="3307"/>
                    <a:pt x="306" y="3133"/>
                  </a:cubicBezTo>
                  <a:cubicBezTo>
                    <a:pt x="572" y="2134"/>
                    <a:pt x="1516" y="1258"/>
                    <a:pt x="2898" y="730"/>
                  </a:cubicBezTo>
                  <a:cubicBezTo>
                    <a:pt x="3808" y="392"/>
                    <a:pt x="4769" y="218"/>
                    <a:pt x="5739" y="213"/>
                  </a:cubicBezTo>
                  <a:close/>
                  <a:moveTo>
                    <a:pt x="5742" y="0"/>
                  </a:moveTo>
                  <a:cubicBezTo>
                    <a:pt x="4747" y="2"/>
                    <a:pt x="3763" y="177"/>
                    <a:pt x="2831" y="520"/>
                  </a:cubicBezTo>
                  <a:cubicBezTo>
                    <a:pt x="1385" y="1075"/>
                    <a:pt x="389" y="2003"/>
                    <a:pt x="105" y="3069"/>
                  </a:cubicBezTo>
                  <a:cubicBezTo>
                    <a:pt x="54" y="3260"/>
                    <a:pt x="26" y="3458"/>
                    <a:pt x="21" y="3656"/>
                  </a:cubicBezTo>
                  <a:cubicBezTo>
                    <a:pt x="0" y="4512"/>
                    <a:pt x="435" y="5360"/>
                    <a:pt x="1245" y="6045"/>
                  </a:cubicBezTo>
                  <a:cubicBezTo>
                    <a:pt x="1888" y="6571"/>
                    <a:pt x="2630" y="6966"/>
                    <a:pt x="3425" y="7205"/>
                  </a:cubicBezTo>
                  <a:cubicBezTo>
                    <a:pt x="4213" y="7451"/>
                    <a:pt x="5031" y="7583"/>
                    <a:pt x="5856" y="7600"/>
                  </a:cubicBezTo>
                  <a:lnTo>
                    <a:pt x="6054" y="7600"/>
                  </a:lnTo>
                  <a:lnTo>
                    <a:pt x="6208" y="7589"/>
                  </a:lnTo>
                  <a:cubicBezTo>
                    <a:pt x="6762" y="7586"/>
                    <a:pt x="7314" y="7528"/>
                    <a:pt x="7856" y="7417"/>
                  </a:cubicBezTo>
                  <a:cubicBezTo>
                    <a:pt x="8446" y="7303"/>
                    <a:pt x="9019" y="7117"/>
                    <a:pt x="9562" y="6860"/>
                  </a:cubicBezTo>
                  <a:cubicBezTo>
                    <a:pt x="10171" y="6586"/>
                    <a:pt x="10715" y="6188"/>
                    <a:pt x="11161" y="5692"/>
                  </a:cubicBezTo>
                  <a:cubicBezTo>
                    <a:pt x="11602" y="5210"/>
                    <a:pt x="11860" y="4588"/>
                    <a:pt x="11889" y="3934"/>
                  </a:cubicBezTo>
                  <a:cubicBezTo>
                    <a:pt x="11891" y="3809"/>
                    <a:pt x="11884" y="3684"/>
                    <a:pt x="11866" y="3559"/>
                  </a:cubicBezTo>
                  <a:cubicBezTo>
                    <a:pt x="11766" y="2749"/>
                    <a:pt x="11273" y="1992"/>
                    <a:pt x="10445" y="1372"/>
                  </a:cubicBezTo>
                  <a:cubicBezTo>
                    <a:pt x="9665" y="807"/>
                    <a:pt x="8776" y="413"/>
                    <a:pt x="7835" y="213"/>
                  </a:cubicBezTo>
                  <a:cubicBezTo>
                    <a:pt x="7247" y="84"/>
                    <a:pt x="6648" y="12"/>
                    <a:pt x="604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36"/>
            <p:cNvSpPr/>
            <p:nvPr/>
          </p:nvSpPr>
          <p:spPr>
            <a:xfrm>
              <a:off x="5613659" y="1146641"/>
              <a:ext cx="118002" cy="542738"/>
            </a:xfrm>
            <a:custGeom>
              <a:rect b="b" l="l" r="r" t="t"/>
              <a:pathLst>
                <a:path extrusionOk="0" h="11825" w="2571">
                  <a:moveTo>
                    <a:pt x="1784" y="1"/>
                  </a:moveTo>
                  <a:cubicBezTo>
                    <a:pt x="1405" y="1"/>
                    <a:pt x="1081" y="289"/>
                    <a:pt x="1043" y="674"/>
                  </a:cubicBezTo>
                  <a:cubicBezTo>
                    <a:pt x="1043" y="676"/>
                    <a:pt x="1043" y="676"/>
                    <a:pt x="1043" y="677"/>
                  </a:cubicBezTo>
                  <a:lnTo>
                    <a:pt x="0" y="11825"/>
                  </a:lnTo>
                  <a:cubicBezTo>
                    <a:pt x="606" y="11542"/>
                    <a:pt x="1153" y="11144"/>
                    <a:pt x="1608" y="10655"/>
                  </a:cubicBezTo>
                  <a:lnTo>
                    <a:pt x="2532" y="817"/>
                  </a:lnTo>
                  <a:cubicBezTo>
                    <a:pt x="2570" y="408"/>
                    <a:pt x="2271" y="44"/>
                    <a:pt x="1862" y="4"/>
                  </a:cubicBezTo>
                  <a:lnTo>
                    <a:pt x="1856" y="4"/>
                  </a:lnTo>
                  <a:cubicBezTo>
                    <a:pt x="1832" y="2"/>
                    <a:pt x="1808" y="1"/>
                    <a:pt x="178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36"/>
            <p:cNvSpPr/>
            <p:nvPr/>
          </p:nvSpPr>
          <p:spPr>
            <a:xfrm>
              <a:off x="5200215" y="1139297"/>
              <a:ext cx="75960" cy="551183"/>
            </a:xfrm>
            <a:custGeom>
              <a:rect b="b" l="l" r="r" t="t"/>
              <a:pathLst>
                <a:path extrusionOk="0" h="12009" w="1655">
                  <a:moveTo>
                    <a:pt x="904" y="0"/>
                  </a:moveTo>
                  <a:cubicBezTo>
                    <a:pt x="496" y="0"/>
                    <a:pt x="164" y="328"/>
                    <a:pt x="158" y="736"/>
                  </a:cubicBezTo>
                  <a:lnTo>
                    <a:pt x="0" y="11068"/>
                  </a:lnTo>
                  <a:cubicBezTo>
                    <a:pt x="444" y="11452"/>
                    <a:pt x="941" y="11768"/>
                    <a:pt x="1476" y="12009"/>
                  </a:cubicBezTo>
                  <a:lnTo>
                    <a:pt x="1649" y="757"/>
                  </a:lnTo>
                  <a:cubicBezTo>
                    <a:pt x="1655" y="346"/>
                    <a:pt x="1327" y="6"/>
                    <a:pt x="91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36"/>
            <p:cNvSpPr/>
            <p:nvPr/>
          </p:nvSpPr>
          <p:spPr>
            <a:xfrm>
              <a:off x="5406432" y="1183542"/>
              <a:ext cx="91703" cy="543013"/>
            </a:xfrm>
            <a:custGeom>
              <a:rect b="b" l="l" r="r" t="t"/>
              <a:pathLst>
                <a:path extrusionOk="0" h="11831" w="1998">
                  <a:moveTo>
                    <a:pt x="1231" y="0"/>
                  </a:moveTo>
                  <a:cubicBezTo>
                    <a:pt x="834" y="0"/>
                    <a:pt x="505" y="314"/>
                    <a:pt x="486" y="714"/>
                  </a:cubicBezTo>
                  <a:lnTo>
                    <a:pt x="1" y="11803"/>
                  </a:lnTo>
                  <a:cubicBezTo>
                    <a:pt x="166" y="11803"/>
                    <a:pt x="336" y="11825"/>
                    <a:pt x="509" y="11829"/>
                  </a:cubicBezTo>
                  <a:cubicBezTo>
                    <a:pt x="564" y="11830"/>
                    <a:pt x="619" y="11831"/>
                    <a:pt x="675" y="11831"/>
                  </a:cubicBezTo>
                  <a:cubicBezTo>
                    <a:pt x="949" y="11831"/>
                    <a:pt x="1224" y="11819"/>
                    <a:pt x="1497" y="11795"/>
                  </a:cubicBezTo>
                  <a:lnTo>
                    <a:pt x="1980" y="780"/>
                  </a:lnTo>
                  <a:cubicBezTo>
                    <a:pt x="1998" y="368"/>
                    <a:pt x="1679" y="19"/>
                    <a:pt x="1267" y="1"/>
                  </a:cubicBezTo>
                  <a:cubicBezTo>
                    <a:pt x="1255" y="1"/>
                    <a:pt x="1243" y="0"/>
                    <a:pt x="123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36"/>
            <p:cNvSpPr/>
            <p:nvPr/>
          </p:nvSpPr>
          <p:spPr>
            <a:xfrm>
              <a:off x="5320466" y="658613"/>
              <a:ext cx="150681" cy="221501"/>
            </a:xfrm>
            <a:custGeom>
              <a:rect b="b" l="l" r="r" t="t"/>
              <a:pathLst>
                <a:path extrusionOk="0" h="4826" w="3283">
                  <a:moveTo>
                    <a:pt x="2891" y="216"/>
                  </a:moveTo>
                  <a:lnTo>
                    <a:pt x="3056" y="4381"/>
                  </a:lnTo>
                  <a:lnTo>
                    <a:pt x="285" y="672"/>
                  </a:lnTo>
                  <a:cubicBezTo>
                    <a:pt x="1124" y="381"/>
                    <a:pt x="2004" y="227"/>
                    <a:pt x="2891" y="216"/>
                  </a:cubicBezTo>
                  <a:close/>
                  <a:moveTo>
                    <a:pt x="2989" y="0"/>
                  </a:moveTo>
                  <a:cubicBezTo>
                    <a:pt x="2988" y="0"/>
                    <a:pt x="2987" y="0"/>
                    <a:pt x="2986" y="0"/>
                  </a:cubicBezTo>
                  <a:cubicBezTo>
                    <a:pt x="1993" y="2"/>
                    <a:pt x="1009" y="177"/>
                    <a:pt x="75" y="520"/>
                  </a:cubicBezTo>
                  <a:cubicBezTo>
                    <a:pt x="44" y="532"/>
                    <a:pt x="20" y="559"/>
                    <a:pt x="11" y="591"/>
                  </a:cubicBezTo>
                  <a:cubicBezTo>
                    <a:pt x="1" y="623"/>
                    <a:pt x="8" y="658"/>
                    <a:pt x="29" y="685"/>
                  </a:cubicBezTo>
                  <a:lnTo>
                    <a:pt x="3089" y="4783"/>
                  </a:lnTo>
                  <a:cubicBezTo>
                    <a:pt x="3107" y="4810"/>
                    <a:pt x="3138" y="4826"/>
                    <a:pt x="3170" y="4826"/>
                  </a:cubicBezTo>
                  <a:cubicBezTo>
                    <a:pt x="3171" y="4826"/>
                    <a:pt x="3172" y="4826"/>
                    <a:pt x="3174" y="4826"/>
                  </a:cubicBezTo>
                  <a:cubicBezTo>
                    <a:pt x="3186" y="4826"/>
                    <a:pt x="3198" y="4824"/>
                    <a:pt x="3208" y="4820"/>
                  </a:cubicBezTo>
                  <a:cubicBezTo>
                    <a:pt x="3253" y="4805"/>
                    <a:pt x="3283" y="4762"/>
                    <a:pt x="3281" y="4716"/>
                  </a:cubicBezTo>
                  <a:lnTo>
                    <a:pt x="3095" y="103"/>
                  </a:lnTo>
                  <a:cubicBezTo>
                    <a:pt x="3093" y="46"/>
                    <a:pt x="3046" y="0"/>
                    <a:pt x="298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36"/>
            <p:cNvSpPr/>
            <p:nvPr/>
          </p:nvSpPr>
          <p:spPr>
            <a:xfrm>
              <a:off x="5452651" y="658659"/>
              <a:ext cx="105335" cy="221455"/>
            </a:xfrm>
            <a:custGeom>
              <a:rect b="b" l="l" r="r" t="t"/>
              <a:pathLst>
                <a:path extrusionOk="0" h="4825" w="2295">
                  <a:moveTo>
                    <a:pt x="219" y="212"/>
                  </a:moveTo>
                  <a:lnTo>
                    <a:pt x="407" y="217"/>
                  </a:lnTo>
                  <a:cubicBezTo>
                    <a:pt x="952" y="230"/>
                    <a:pt x="1495" y="293"/>
                    <a:pt x="2028" y="404"/>
                  </a:cubicBezTo>
                  <a:lnTo>
                    <a:pt x="382" y="4243"/>
                  </a:lnTo>
                  <a:lnTo>
                    <a:pt x="219" y="212"/>
                  </a:lnTo>
                  <a:close/>
                  <a:moveTo>
                    <a:pt x="105" y="1"/>
                  </a:moveTo>
                  <a:cubicBezTo>
                    <a:pt x="45" y="4"/>
                    <a:pt x="1" y="53"/>
                    <a:pt x="2" y="112"/>
                  </a:cubicBezTo>
                  <a:lnTo>
                    <a:pt x="188" y="4725"/>
                  </a:lnTo>
                  <a:cubicBezTo>
                    <a:pt x="190" y="4774"/>
                    <a:pt x="227" y="4816"/>
                    <a:pt x="276" y="4825"/>
                  </a:cubicBezTo>
                  <a:lnTo>
                    <a:pt x="294" y="4825"/>
                  </a:lnTo>
                  <a:cubicBezTo>
                    <a:pt x="338" y="4823"/>
                    <a:pt x="376" y="4795"/>
                    <a:pt x="392" y="4755"/>
                  </a:cubicBezTo>
                  <a:lnTo>
                    <a:pt x="2276" y="361"/>
                  </a:lnTo>
                  <a:cubicBezTo>
                    <a:pt x="2277" y="357"/>
                    <a:pt x="2279" y="352"/>
                    <a:pt x="2280" y="346"/>
                  </a:cubicBezTo>
                  <a:cubicBezTo>
                    <a:pt x="2295" y="288"/>
                    <a:pt x="2259" y="229"/>
                    <a:pt x="2201" y="215"/>
                  </a:cubicBezTo>
                  <a:cubicBezTo>
                    <a:pt x="1613" y="86"/>
                    <a:pt x="1013" y="14"/>
                    <a:pt x="41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36"/>
            <p:cNvSpPr/>
            <p:nvPr/>
          </p:nvSpPr>
          <p:spPr>
            <a:xfrm>
              <a:off x="5460775" y="668664"/>
              <a:ext cx="214617" cy="211450"/>
            </a:xfrm>
            <a:custGeom>
              <a:rect b="b" l="l" r="r" t="t"/>
              <a:pathLst>
                <a:path extrusionOk="0" h="4607" w="4676">
                  <a:moveTo>
                    <a:pt x="2063" y="231"/>
                  </a:moveTo>
                  <a:cubicBezTo>
                    <a:pt x="2898" y="419"/>
                    <a:pt x="3690" y="762"/>
                    <a:pt x="4397" y="1246"/>
                  </a:cubicBezTo>
                  <a:lnTo>
                    <a:pt x="368" y="4184"/>
                  </a:lnTo>
                  <a:lnTo>
                    <a:pt x="368" y="4184"/>
                  </a:lnTo>
                  <a:lnTo>
                    <a:pt x="2063" y="231"/>
                  </a:lnTo>
                  <a:close/>
                  <a:moveTo>
                    <a:pt x="2000" y="0"/>
                  </a:moveTo>
                  <a:cubicBezTo>
                    <a:pt x="1958" y="0"/>
                    <a:pt x="1920" y="25"/>
                    <a:pt x="1902" y="64"/>
                  </a:cubicBezTo>
                  <a:lnTo>
                    <a:pt x="19" y="4458"/>
                  </a:lnTo>
                  <a:cubicBezTo>
                    <a:pt x="1" y="4503"/>
                    <a:pt x="14" y="4553"/>
                    <a:pt x="51" y="4583"/>
                  </a:cubicBezTo>
                  <a:cubicBezTo>
                    <a:pt x="71" y="4598"/>
                    <a:pt x="93" y="4607"/>
                    <a:pt x="117" y="4607"/>
                  </a:cubicBezTo>
                  <a:cubicBezTo>
                    <a:pt x="139" y="4607"/>
                    <a:pt x="161" y="4599"/>
                    <a:pt x="179" y="4586"/>
                  </a:cubicBezTo>
                  <a:lnTo>
                    <a:pt x="4631" y="1331"/>
                  </a:lnTo>
                  <a:cubicBezTo>
                    <a:pt x="4660" y="1313"/>
                    <a:pt x="4676" y="1282"/>
                    <a:pt x="4676" y="1248"/>
                  </a:cubicBezTo>
                  <a:cubicBezTo>
                    <a:pt x="4676" y="1214"/>
                    <a:pt x="4661" y="1182"/>
                    <a:pt x="4634" y="1161"/>
                  </a:cubicBezTo>
                  <a:cubicBezTo>
                    <a:pt x="3854" y="597"/>
                    <a:pt x="2965" y="203"/>
                    <a:pt x="2024" y="3"/>
                  </a:cubicBezTo>
                  <a:cubicBezTo>
                    <a:pt x="2016" y="1"/>
                    <a:pt x="2008" y="0"/>
                    <a:pt x="20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36"/>
            <p:cNvSpPr/>
            <p:nvPr/>
          </p:nvSpPr>
          <p:spPr>
            <a:xfrm>
              <a:off x="5460729" y="720987"/>
              <a:ext cx="278322" cy="159127"/>
            </a:xfrm>
            <a:custGeom>
              <a:rect b="b" l="l" r="r" t="t"/>
              <a:pathLst>
                <a:path extrusionOk="0" h="3467" w="6064">
                  <a:moveTo>
                    <a:pt x="4570" y="239"/>
                  </a:moveTo>
                  <a:cubicBezTo>
                    <a:pt x="5280" y="788"/>
                    <a:pt x="5712" y="1443"/>
                    <a:pt x="5829" y="2143"/>
                  </a:cubicBezTo>
                  <a:lnTo>
                    <a:pt x="560" y="3165"/>
                  </a:lnTo>
                  <a:lnTo>
                    <a:pt x="4570" y="239"/>
                  </a:lnTo>
                  <a:close/>
                  <a:moveTo>
                    <a:pt x="4571" y="0"/>
                  </a:moveTo>
                  <a:cubicBezTo>
                    <a:pt x="4548" y="0"/>
                    <a:pt x="4526" y="7"/>
                    <a:pt x="4507" y="21"/>
                  </a:cubicBezTo>
                  <a:lnTo>
                    <a:pt x="54" y="3275"/>
                  </a:lnTo>
                  <a:cubicBezTo>
                    <a:pt x="15" y="3305"/>
                    <a:pt x="0" y="3358"/>
                    <a:pt x="20" y="3403"/>
                  </a:cubicBezTo>
                  <a:cubicBezTo>
                    <a:pt x="37" y="3442"/>
                    <a:pt x="74" y="3467"/>
                    <a:pt x="114" y="3467"/>
                  </a:cubicBezTo>
                  <a:cubicBezTo>
                    <a:pt x="115" y="3467"/>
                    <a:pt x="117" y="3467"/>
                    <a:pt x="118" y="3467"/>
                  </a:cubicBezTo>
                  <a:lnTo>
                    <a:pt x="133" y="3465"/>
                  </a:lnTo>
                  <a:lnTo>
                    <a:pt x="5969" y="2326"/>
                  </a:lnTo>
                  <a:cubicBezTo>
                    <a:pt x="6026" y="2316"/>
                    <a:pt x="6063" y="2264"/>
                    <a:pt x="6056" y="2209"/>
                  </a:cubicBezTo>
                  <a:cubicBezTo>
                    <a:pt x="5954" y="1399"/>
                    <a:pt x="5462" y="641"/>
                    <a:pt x="4635" y="21"/>
                  </a:cubicBezTo>
                  <a:cubicBezTo>
                    <a:pt x="4616" y="7"/>
                    <a:pt x="4593" y="0"/>
                    <a:pt x="457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36"/>
            <p:cNvSpPr/>
            <p:nvPr/>
          </p:nvSpPr>
          <p:spPr>
            <a:xfrm>
              <a:off x="5460362" y="817785"/>
              <a:ext cx="279562" cy="104187"/>
            </a:xfrm>
            <a:custGeom>
              <a:rect b="b" l="l" r="r" t="t"/>
              <a:pathLst>
                <a:path extrusionOk="0" h="2270" w="6091">
                  <a:moveTo>
                    <a:pt x="5878" y="238"/>
                  </a:moveTo>
                  <a:lnTo>
                    <a:pt x="5878" y="470"/>
                  </a:lnTo>
                  <a:cubicBezTo>
                    <a:pt x="5852" y="1054"/>
                    <a:pt x="5627" y="1611"/>
                    <a:pt x="5237" y="2047"/>
                  </a:cubicBezTo>
                  <a:lnTo>
                    <a:pt x="708" y="1248"/>
                  </a:lnTo>
                  <a:lnTo>
                    <a:pt x="5878" y="238"/>
                  </a:lnTo>
                  <a:close/>
                  <a:moveTo>
                    <a:pt x="5962" y="1"/>
                  </a:moveTo>
                  <a:cubicBezTo>
                    <a:pt x="5955" y="1"/>
                    <a:pt x="5947" y="1"/>
                    <a:pt x="5940" y="3"/>
                  </a:cubicBezTo>
                  <a:lnTo>
                    <a:pt x="106" y="1142"/>
                  </a:lnTo>
                  <a:cubicBezTo>
                    <a:pt x="48" y="1142"/>
                    <a:pt x="1" y="1190"/>
                    <a:pt x="1" y="1249"/>
                  </a:cubicBezTo>
                  <a:cubicBezTo>
                    <a:pt x="1" y="1309"/>
                    <a:pt x="48" y="1356"/>
                    <a:pt x="106" y="1356"/>
                  </a:cubicBezTo>
                  <a:lnTo>
                    <a:pt x="5260" y="2269"/>
                  </a:lnTo>
                  <a:lnTo>
                    <a:pt x="5281" y="2269"/>
                  </a:lnTo>
                  <a:lnTo>
                    <a:pt x="5281" y="2268"/>
                  </a:lnTo>
                  <a:cubicBezTo>
                    <a:pt x="5313" y="2268"/>
                    <a:pt x="5343" y="2253"/>
                    <a:pt x="5362" y="2227"/>
                  </a:cubicBezTo>
                  <a:cubicBezTo>
                    <a:pt x="5803" y="1745"/>
                    <a:pt x="6061" y="1124"/>
                    <a:pt x="6089" y="470"/>
                  </a:cubicBezTo>
                  <a:cubicBezTo>
                    <a:pt x="6090" y="344"/>
                    <a:pt x="6083" y="219"/>
                    <a:pt x="6065" y="94"/>
                  </a:cubicBezTo>
                  <a:cubicBezTo>
                    <a:pt x="6065" y="89"/>
                    <a:pt x="6065" y="86"/>
                    <a:pt x="6064" y="83"/>
                  </a:cubicBezTo>
                  <a:cubicBezTo>
                    <a:pt x="6053" y="34"/>
                    <a:pt x="6010" y="1"/>
                    <a:pt x="596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36"/>
            <p:cNvSpPr/>
            <p:nvPr/>
          </p:nvSpPr>
          <p:spPr>
            <a:xfrm>
              <a:off x="5460729" y="870292"/>
              <a:ext cx="247204" cy="104096"/>
            </a:xfrm>
            <a:custGeom>
              <a:rect b="b" l="l" r="r" t="t"/>
              <a:pathLst>
                <a:path extrusionOk="0" h="2268" w="5386">
                  <a:moveTo>
                    <a:pt x="703" y="318"/>
                  </a:moveTo>
                  <a:lnTo>
                    <a:pt x="5061" y="1088"/>
                  </a:lnTo>
                  <a:cubicBezTo>
                    <a:pt x="4671" y="1482"/>
                    <a:pt x="4214" y="1806"/>
                    <a:pt x="3712" y="2041"/>
                  </a:cubicBezTo>
                  <a:lnTo>
                    <a:pt x="703" y="318"/>
                  </a:lnTo>
                  <a:close/>
                  <a:moveTo>
                    <a:pt x="117" y="1"/>
                  </a:moveTo>
                  <a:cubicBezTo>
                    <a:pt x="73" y="1"/>
                    <a:pt x="32" y="28"/>
                    <a:pt x="18" y="71"/>
                  </a:cubicBezTo>
                  <a:cubicBezTo>
                    <a:pt x="0" y="120"/>
                    <a:pt x="20" y="174"/>
                    <a:pt x="66" y="199"/>
                  </a:cubicBezTo>
                  <a:lnTo>
                    <a:pt x="3654" y="2252"/>
                  </a:lnTo>
                  <a:cubicBezTo>
                    <a:pt x="3669" y="2262"/>
                    <a:pt x="3685" y="2267"/>
                    <a:pt x="3702" y="2267"/>
                  </a:cubicBezTo>
                  <a:cubicBezTo>
                    <a:pt x="3704" y="2267"/>
                    <a:pt x="3706" y="2267"/>
                    <a:pt x="3708" y="2267"/>
                  </a:cubicBezTo>
                  <a:cubicBezTo>
                    <a:pt x="3723" y="2267"/>
                    <a:pt x="3737" y="2264"/>
                    <a:pt x="3752" y="2257"/>
                  </a:cubicBezTo>
                  <a:cubicBezTo>
                    <a:pt x="4360" y="1983"/>
                    <a:pt x="4905" y="1585"/>
                    <a:pt x="5351" y="1088"/>
                  </a:cubicBezTo>
                  <a:cubicBezTo>
                    <a:pt x="5377" y="1060"/>
                    <a:pt x="5386" y="1019"/>
                    <a:pt x="5372" y="982"/>
                  </a:cubicBezTo>
                  <a:cubicBezTo>
                    <a:pt x="5360" y="945"/>
                    <a:pt x="5328" y="920"/>
                    <a:pt x="5289" y="914"/>
                  </a:cubicBezTo>
                  <a:lnTo>
                    <a:pt x="136" y="2"/>
                  </a:lnTo>
                  <a:cubicBezTo>
                    <a:pt x="129" y="1"/>
                    <a:pt x="123" y="1"/>
                    <a:pt x="11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36"/>
            <p:cNvSpPr/>
            <p:nvPr/>
          </p:nvSpPr>
          <p:spPr>
            <a:xfrm>
              <a:off x="5460729" y="870200"/>
              <a:ext cx="175053" cy="129339"/>
            </a:xfrm>
            <a:custGeom>
              <a:rect b="b" l="l" r="r" t="t"/>
              <a:pathLst>
                <a:path extrusionOk="0" h="2818" w="3814">
                  <a:moveTo>
                    <a:pt x="500" y="451"/>
                  </a:moveTo>
                  <a:lnTo>
                    <a:pt x="3472" y="2141"/>
                  </a:lnTo>
                  <a:cubicBezTo>
                    <a:pt x="3021" y="2336"/>
                    <a:pt x="2551" y="2484"/>
                    <a:pt x="2070" y="2583"/>
                  </a:cubicBezTo>
                  <a:lnTo>
                    <a:pt x="500" y="451"/>
                  </a:lnTo>
                  <a:close/>
                  <a:moveTo>
                    <a:pt x="110" y="1"/>
                  </a:moveTo>
                  <a:cubicBezTo>
                    <a:pt x="81" y="1"/>
                    <a:pt x="52" y="13"/>
                    <a:pt x="31" y="37"/>
                  </a:cubicBezTo>
                  <a:cubicBezTo>
                    <a:pt x="0" y="76"/>
                    <a:pt x="0" y="131"/>
                    <a:pt x="31" y="171"/>
                  </a:cubicBezTo>
                  <a:lnTo>
                    <a:pt x="1937" y="2775"/>
                  </a:lnTo>
                  <a:cubicBezTo>
                    <a:pt x="1957" y="2801"/>
                    <a:pt x="1988" y="2817"/>
                    <a:pt x="2021" y="2817"/>
                  </a:cubicBezTo>
                  <a:cubicBezTo>
                    <a:pt x="2022" y="2817"/>
                    <a:pt x="2024" y="2817"/>
                    <a:pt x="2025" y="2817"/>
                  </a:cubicBezTo>
                  <a:lnTo>
                    <a:pt x="2045" y="2816"/>
                  </a:lnTo>
                  <a:cubicBezTo>
                    <a:pt x="2634" y="2702"/>
                    <a:pt x="3207" y="2515"/>
                    <a:pt x="3749" y="2259"/>
                  </a:cubicBezTo>
                  <a:cubicBezTo>
                    <a:pt x="3787" y="2242"/>
                    <a:pt x="3810" y="2207"/>
                    <a:pt x="3812" y="2168"/>
                  </a:cubicBezTo>
                  <a:cubicBezTo>
                    <a:pt x="3813" y="2128"/>
                    <a:pt x="3793" y="2090"/>
                    <a:pt x="3758" y="2071"/>
                  </a:cubicBezTo>
                  <a:lnTo>
                    <a:pt x="162" y="15"/>
                  </a:lnTo>
                  <a:cubicBezTo>
                    <a:pt x="146" y="5"/>
                    <a:pt x="128" y="1"/>
                    <a:pt x="11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36"/>
            <p:cNvSpPr/>
            <p:nvPr/>
          </p:nvSpPr>
          <p:spPr>
            <a:xfrm>
              <a:off x="5461050" y="870246"/>
              <a:ext cx="98129" cy="137142"/>
            </a:xfrm>
            <a:custGeom>
              <a:rect b="b" l="l" r="r" t="t"/>
              <a:pathLst>
                <a:path extrusionOk="0" h="2988" w="2138">
                  <a:moveTo>
                    <a:pt x="257" y="486"/>
                  </a:moveTo>
                  <a:lnTo>
                    <a:pt x="1832" y="2637"/>
                  </a:lnTo>
                  <a:cubicBezTo>
                    <a:pt x="1387" y="2719"/>
                    <a:pt x="937" y="2764"/>
                    <a:pt x="485" y="2771"/>
                  </a:cubicBezTo>
                  <a:lnTo>
                    <a:pt x="257" y="486"/>
                  </a:lnTo>
                  <a:close/>
                  <a:moveTo>
                    <a:pt x="111" y="1"/>
                  </a:moveTo>
                  <a:cubicBezTo>
                    <a:pt x="98" y="1"/>
                    <a:pt x="86" y="3"/>
                    <a:pt x="74" y="8"/>
                  </a:cubicBezTo>
                  <a:cubicBezTo>
                    <a:pt x="27" y="26"/>
                    <a:pt x="1" y="70"/>
                    <a:pt x="5" y="120"/>
                  </a:cubicBezTo>
                  <a:lnTo>
                    <a:pt x="282" y="2891"/>
                  </a:lnTo>
                  <a:cubicBezTo>
                    <a:pt x="288" y="2946"/>
                    <a:pt x="334" y="2987"/>
                    <a:pt x="389" y="2987"/>
                  </a:cubicBezTo>
                  <a:cubicBezTo>
                    <a:pt x="943" y="2983"/>
                    <a:pt x="1496" y="2925"/>
                    <a:pt x="2039" y="2815"/>
                  </a:cubicBezTo>
                  <a:cubicBezTo>
                    <a:pt x="2054" y="2812"/>
                    <a:pt x="2067" y="2806"/>
                    <a:pt x="2079" y="2797"/>
                  </a:cubicBezTo>
                  <a:cubicBezTo>
                    <a:pt x="2127" y="2762"/>
                    <a:pt x="2137" y="2695"/>
                    <a:pt x="2103" y="2648"/>
                  </a:cubicBezTo>
                  <a:lnTo>
                    <a:pt x="197" y="47"/>
                  </a:lnTo>
                  <a:cubicBezTo>
                    <a:pt x="177" y="17"/>
                    <a:pt x="144" y="1"/>
                    <a:pt x="11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36"/>
            <p:cNvSpPr/>
            <p:nvPr/>
          </p:nvSpPr>
          <p:spPr>
            <a:xfrm>
              <a:off x="5347729" y="870384"/>
              <a:ext cx="136132" cy="137050"/>
            </a:xfrm>
            <a:custGeom>
              <a:rect b="b" l="l" r="r" t="t"/>
              <a:pathLst>
                <a:path extrusionOk="0" h="2986" w="2966">
                  <a:moveTo>
                    <a:pt x="2489" y="333"/>
                  </a:moveTo>
                  <a:lnTo>
                    <a:pt x="2732" y="2771"/>
                  </a:lnTo>
                  <a:lnTo>
                    <a:pt x="2519" y="2771"/>
                  </a:lnTo>
                  <a:cubicBezTo>
                    <a:pt x="1774" y="2755"/>
                    <a:pt x="1036" y="2643"/>
                    <a:pt x="320" y="2438"/>
                  </a:cubicBezTo>
                  <a:lnTo>
                    <a:pt x="2489" y="333"/>
                  </a:lnTo>
                  <a:close/>
                  <a:moveTo>
                    <a:pt x="2581" y="0"/>
                  </a:moveTo>
                  <a:cubicBezTo>
                    <a:pt x="2553" y="0"/>
                    <a:pt x="2526" y="11"/>
                    <a:pt x="2505" y="30"/>
                  </a:cubicBezTo>
                  <a:lnTo>
                    <a:pt x="40" y="2413"/>
                  </a:lnTo>
                  <a:cubicBezTo>
                    <a:pt x="13" y="2439"/>
                    <a:pt x="1" y="2478"/>
                    <a:pt x="10" y="2515"/>
                  </a:cubicBezTo>
                  <a:cubicBezTo>
                    <a:pt x="20" y="2551"/>
                    <a:pt x="47" y="2581"/>
                    <a:pt x="83" y="2591"/>
                  </a:cubicBezTo>
                  <a:cubicBezTo>
                    <a:pt x="871" y="2837"/>
                    <a:pt x="1689" y="2969"/>
                    <a:pt x="2514" y="2986"/>
                  </a:cubicBezTo>
                  <a:lnTo>
                    <a:pt x="2863" y="2986"/>
                  </a:lnTo>
                  <a:cubicBezTo>
                    <a:pt x="2891" y="2984"/>
                    <a:pt x="2918" y="2971"/>
                    <a:pt x="2937" y="2950"/>
                  </a:cubicBezTo>
                  <a:cubicBezTo>
                    <a:pt x="2957" y="2928"/>
                    <a:pt x="2965" y="2898"/>
                    <a:pt x="2962" y="2868"/>
                  </a:cubicBezTo>
                  <a:lnTo>
                    <a:pt x="2686" y="97"/>
                  </a:lnTo>
                  <a:cubicBezTo>
                    <a:pt x="2681" y="56"/>
                    <a:pt x="2654" y="21"/>
                    <a:pt x="2617" y="6"/>
                  </a:cubicBezTo>
                  <a:cubicBezTo>
                    <a:pt x="2605" y="2"/>
                    <a:pt x="2593" y="0"/>
                    <a:pt x="25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36"/>
            <p:cNvSpPr/>
            <p:nvPr/>
          </p:nvSpPr>
          <p:spPr>
            <a:xfrm>
              <a:off x="5249279" y="870384"/>
              <a:ext cx="222190" cy="119104"/>
            </a:xfrm>
            <a:custGeom>
              <a:rect b="b" l="l" r="r" t="t"/>
              <a:pathLst>
                <a:path extrusionOk="0" h="2595" w="4841">
                  <a:moveTo>
                    <a:pt x="4353" y="316"/>
                  </a:moveTo>
                  <a:lnTo>
                    <a:pt x="2231" y="2365"/>
                  </a:lnTo>
                  <a:cubicBezTo>
                    <a:pt x="1550" y="2153"/>
                    <a:pt x="912" y="1827"/>
                    <a:pt x="341" y="1400"/>
                  </a:cubicBezTo>
                  <a:lnTo>
                    <a:pt x="4353" y="316"/>
                  </a:lnTo>
                  <a:close/>
                  <a:moveTo>
                    <a:pt x="4731" y="0"/>
                  </a:moveTo>
                  <a:cubicBezTo>
                    <a:pt x="4722" y="0"/>
                    <a:pt x="4713" y="1"/>
                    <a:pt x="4704" y="3"/>
                  </a:cubicBezTo>
                  <a:lnTo>
                    <a:pt x="91" y="1248"/>
                  </a:lnTo>
                  <a:cubicBezTo>
                    <a:pt x="70" y="1254"/>
                    <a:pt x="53" y="1265"/>
                    <a:pt x="39" y="1281"/>
                  </a:cubicBezTo>
                  <a:cubicBezTo>
                    <a:pt x="0" y="1326"/>
                    <a:pt x="5" y="1393"/>
                    <a:pt x="48" y="1431"/>
                  </a:cubicBezTo>
                  <a:cubicBezTo>
                    <a:pt x="691" y="1958"/>
                    <a:pt x="1433" y="2353"/>
                    <a:pt x="2228" y="2594"/>
                  </a:cubicBezTo>
                  <a:lnTo>
                    <a:pt x="2261" y="2594"/>
                  </a:lnTo>
                  <a:cubicBezTo>
                    <a:pt x="2287" y="2594"/>
                    <a:pt x="2313" y="2582"/>
                    <a:pt x="2332" y="2564"/>
                  </a:cubicBezTo>
                  <a:lnTo>
                    <a:pt x="4804" y="182"/>
                  </a:lnTo>
                  <a:cubicBezTo>
                    <a:pt x="4831" y="155"/>
                    <a:pt x="4841" y="118"/>
                    <a:pt x="4832" y="81"/>
                  </a:cubicBezTo>
                  <a:cubicBezTo>
                    <a:pt x="4821" y="33"/>
                    <a:pt x="4778" y="0"/>
                    <a:pt x="473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36"/>
            <p:cNvSpPr/>
            <p:nvPr/>
          </p:nvSpPr>
          <p:spPr>
            <a:xfrm>
              <a:off x="5194065" y="796076"/>
              <a:ext cx="278322" cy="141181"/>
            </a:xfrm>
            <a:custGeom>
              <a:rect b="b" l="l" r="r" t="t"/>
              <a:pathLst>
                <a:path extrusionOk="0" h="3076" w="6064">
                  <a:moveTo>
                    <a:pt x="286" y="233"/>
                  </a:moveTo>
                  <a:lnTo>
                    <a:pt x="5527" y="1718"/>
                  </a:lnTo>
                  <a:lnTo>
                    <a:pt x="1342" y="2848"/>
                  </a:lnTo>
                  <a:cubicBezTo>
                    <a:pt x="597" y="2205"/>
                    <a:pt x="213" y="1450"/>
                    <a:pt x="234" y="661"/>
                  </a:cubicBezTo>
                  <a:cubicBezTo>
                    <a:pt x="237" y="516"/>
                    <a:pt x="254" y="373"/>
                    <a:pt x="286" y="233"/>
                  </a:cubicBezTo>
                  <a:close/>
                  <a:moveTo>
                    <a:pt x="196" y="1"/>
                  </a:moveTo>
                  <a:cubicBezTo>
                    <a:pt x="182" y="1"/>
                    <a:pt x="168" y="4"/>
                    <a:pt x="155" y="10"/>
                  </a:cubicBezTo>
                  <a:cubicBezTo>
                    <a:pt x="130" y="23"/>
                    <a:pt x="112" y="46"/>
                    <a:pt x="105" y="74"/>
                  </a:cubicBezTo>
                  <a:cubicBezTo>
                    <a:pt x="53" y="266"/>
                    <a:pt x="26" y="463"/>
                    <a:pt x="21" y="661"/>
                  </a:cubicBezTo>
                  <a:cubicBezTo>
                    <a:pt x="0" y="1518"/>
                    <a:pt x="435" y="2367"/>
                    <a:pt x="1245" y="3050"/>
                  </a:cubicBezTo>
                  <a:cubicBezTo>
                    <a:pt x="1264" y="3067"/>
                    <a:pt x="1290" y="3076"/>
                    <a:pt x="1315" y="3076"/>
                  </a:cubicBezTo>
                  <a:lnTo>
                    <a:pt x="1343" y="3065"/>
                  </a:lnTo>
                  <a:lnTo>
                    <a:pt x="5956" y="1846"/>
                  </a:lnTo>
                  <a:cubicBezTo>
                    <a:pt x="6016" y="1846"/>
                    <a:pt x="6063" y="1798"/>
                    <a:pt x="6063" y="1740"/>
                  </a:cubicBezTo>
                  <a:cubicBezTo>
                    <a:pt x="6063" y="1681"/>
                    <a:pt x="6014" y="1633"/>
                    <a:pt x="5956" y="1633"/>
                  </a:cubicBezTo>
                  <a:lnTo>
                    <a:pt x="237" y="10"/>
                  </a:lnTo>
                  <a:cubicBezTo>
                    <a:pt x="224" y="4"/>
                    <a:pt x="210" y="1"/>
                    <a:pt x="19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36"/>
            <p:cNvSpPr/>
            <p:nvPr/>
          </p:nvSpPr>
          <p:spPr>
            <a:xfrm>
              <a:off x="5198425" y="682158"/>
              <a:ext cx="273182" cy="197956"/>
            </a:xfrm>
            <a:custGeom>
              <a:rect b="b" l="l" r="r" t="t"/>
              <a:pathLst>
                <a:path extrusionOk="0" h="4313" w="5952">
                  <a:moveTo>
                    <a:pt x="2734" y="236"/>
                  </a:moveTo>
                  <a:lnTo>
                    <a:pt x="5559" y="4018"/>
                  </a:lnTo>
                  <a:lnTo>
                    <a:pt x="5559" y="4018"/>
                  </a:lnTo>
                  <a:lnTo>
                    <a:pt x="246" y="2511"/>
                  </a:lnTo>
                  <a:cubicBezTo>
                    <a:pt x="541" y="1573"/>
                    <a:pt x="1440" y="750"/>
                    <a:pt x="2734" y="236"/>
                  </a:cubicBezTo>
                  <a:close/>
                  <a:moveTo>
                    <a:pt x="2779" y="0"/>
                  </a:moveTo>
                  <a:cubicBezTo>
                    <a:pt x="2766" y="0"/>
                    <a:pt x="2754" y="2"/>
                    <a:pt x="2742" y="7"/>
                  </a:cubicBezTo>
                  <a:cubicBezTo>
                    <a:pt x="1296" y="562"/>
                    <a:pt x="300" y="1490"/>
                    <a:pt x="16" y="2556"/>
                  </a:cubicBezTo>
                  <a:cubicBezTo>
                    <a:pt x="1" y="2613"/>
                    <a:pt x="33" y="2671"/>
                    <a:pt x="90" y="2685"/>
                  </a:cubicBezTo>
                  <a:lnTo>
                    <a:pt x="5803" y="4313"/>
                  </a:lnTo>
                  <a:lnTo>
                    <a:pt x="5833" y="4313"/>
                  </a:lnTo>
                  <a:cubicBezTo>
                    <a:pt x="5834" y="4313"/>
                    <a:pt x="5836" y="4313"/>
                    <a:pt x="5837" y="4313"/>
                  </a:cubicBezTo>
                  <a:cubicBezTo>
                    <a:pt x="5873" y="4313"/>
                    <a:pt x="5905" y="4295"/>
                    <a:pt x="5925" y="4267"/>
                  </a:cubicBezTo>
                  <a:cubicBezTo>
                    <a:pt x="5952" y="4230"/>
                    <a:pt x="5952" y="4179"/>
                    <a:pt x="5925" y="4143"/>
                  </a:cubicBezTo>
                  <a:lnTo>
                    <a:pt x="2865" y="44"/>
                  </a:lnTo>
                  <a:cubicBezTo>
                    <a:pt x="2845" y="16"/>
                    <a:pt x="2812" y="0"/>
                    <a:pt x="277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36"/>
            <p:cNvSpPr/>
            <p:nvPr/>
          </p:nvSpPr>
          <p:spPr>
            <a:xfrm>
              <a:off x="5276221" y="755686"/>
              <a:ext cx="379710" cy="238805"/>
            </a:xfrm>
            <a:custGeom>
              <a:rect b="b" l="l" r="r" t="t"/>
              <a:pathLst>
                <a:path extrusionOk="0" h="5203" w="8273">
                  <a:moveTo>
                    <a:pt x="4044" y="1"/>
                  </a:moveTo>
                  <a:cubicBezTo>
                    <a:pt x="1849" y="1"/>
                    <a:pt x="69" y="1100"/>
                    <a:pt x="34" y="2502"/>
                  </a:cubicBezTo>
                  <a:cubicBezTo>
                    <a:pt x="0" y="3938"/>
                    <a:pt x="1808" y="5145"/>
                    <a:pt x="4074" y="5200"/>
                  </a:cubicBezTo>
                  <a:cubicBezTo>
                    <a:pt x="4127" y="5202"/>
                    <a:pt x="4181" y="5202"/>
                    <a:pt x="4234" y="5202"/>
                  </a:cubicBezTo>
                  <a:cubicBezTo>
                    <a:pt x="6426" y="5202"/>
                    <a:pt x="8205" y="4103"/>
                    <a:pt x="8238" y="2702"/>
                  </a:cubicBezTo>
                  <a:cubicBezTo>
                    <a:pt x="8273" y="1267"/>
                    <a:pt x="6465" y="58"/>
                    <a:pt x="4200" y="3"/>
                  </a:cubicBezTo>
                  <a:cubicBezTo>
                    <a:pt x="4148" y="1"/>
                    <a:pt x="4096" y="1"/>
                    <a:pt x="4044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36"/>
            <p:cNvSpPr/>
            <p:nvPr/>
          </p:nvSpPr>
          <p:spPr>
            <a:xfrm>
              <a:off x="5271264" y="750729"/>
              <a:ext cx="389670" cy="248719"/>
            </a:xfrm>
            <a:custGeom>
              <a:rect b="b" l="l" r="r" t="t"/>
              <a:pathLst>
                <a:path extrusionOk="0" h="5419" w="8490">
                  <a:moveTo>
                    <a:pt x="4148" y="215"/>
                  </a:moveTo>
                  <a:lnTo>
                    <a:pt x="4301" y="218"/>
                  </a:lnTo>
                  <a:cubicBezTo>
                    <a:pt x="6505" y="270"/>
                    <a:pt x="8270" y="1433"/>
                    <a:pt x="8236" y="2805"/>
                  </a:cubicBezTo>
                  <a:cubicBezTo>
                    <a:pt x="8209" y="4148"/>
                    <a:pt x="6473" y="5203"/>
                    <a:pt x="4343" y="5203"/>
                  </a:cubicBezTo>
                  <a:cubicBezTo>
                    <a:pt x="4290" y="5203"/>
                    <a:pt x="4238" y="5202"/>
                    <a:pt x="4185" y="5201"/>
                  </a:cubicBezTo>
                  <a:cubicBezTo>
                    <a:pt x="1981" y="5148"/>
                    <a:pt x="218" y="3988"/>
                    <a:pt x="250" y="2612"/>
                  </a:cubicBezTo>
                  <a:cubicBezTo>
                    <a:pt x="284" y="1270"/>
                    <a:pt x="2015" y="215"/>
                    <a:pt x="4148" y="215"/>
                  </a:cubicBezTo>
                  <a:close/>
                  <a:moveTo>
                    <a:pt x="4172" y="0"/>
                  </a:moveTo>
                  <a:cubicBezTo>
                    <a:pt x="1913" y="0"/>
                    <a:pt x="72" y="1152"/>
                    <a:pt x="37" y="2612"/>
                  </a:cubicBezTo>
                  <a:cubicBezTo>
                    <a:pt x="1" y="4102"/>
                    <a:pt x="1861" y="5363"/>
                    <a:pt x="4180" y="5419"/>
                  </a:cubicBezTo>
                  <a:lnTo>
                    <a:pt x="4343" y="5419"/>
                  </a:lnTo>
                  <a:cubicBezTo>
                    <a:pt x="6588" y="5419"/>
                    <a:pt x="8419" y="4266"/>
                    <a:pt x="8454" y="2810"/>
                  </a:cubicBezTo>
                  <a:cubicBezTo>
                    <a:pt x="8489" y="1318"/>
                    <a:pt x="6634" y="51"/>
                    <a:pt x="4313" y="2"/>
                  </a:cubicBezTo>
                  <a:cubicBezTo>
                    <a:pt x="4266" y="1"/>
                    <a:pt x="4219" y="0"/>
                    <a:pt x="417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37"/>
          <p:cNvSpPr txBox="1"/>
          <p:nvPr>
            <p:ph type="title"/>
          </p:nvPr>
        </p:nvSpPr>
        <p:spPr>
          <a:xfrm>
            <a:off x="1288200" y="226775"/>
            <a:ext cx="6567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Desafios da energia em IOT </a:t>
            </a:r>
            <a:endParaRPr/>
          </a:p>
        </p:txBody>
      </p:sp>
      <p:sp>
        <p:nvSpPr>
          <p:cNvPr id="884" name="Google Shape;884;p37"/>
          <p:cNvSpPr txBox="1"/>
          <p:nvPr>
            <p:ph idx="2" type="subTitle"/>
          </p:nvPr>
        </p:nvSpPr>
        <p:spPr>
          <a:xfrm>
            <a:off x="4069650" y="1743225"/>
            <a:ext cx="4913400" cy="14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Densidade e mobilidade dos dispositivos complicam planejamento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Consumo energético variável e topologias dinâmicas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Custos elevados com substituição e descarte de baterias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Necessidade de técnicas adaptativas para gestão energética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grpSp>
        <p:nvGrpSpPr>
          <p:cNvPr id="885" name="Google Shape;885;p37"/>
          <p:cNvGrpSpPr/>
          <p:nvPr/>
        </p:nvGrpSpPr>
        <p:grpSpPr>
          <a:xfrm>
            <a:off x="356457" y="1211967"/>
            <a:ext cx="3713203" cy="3268948"/>
            <a:chOff x="3948400" y="3182900"/>
            <a:chExt cx="2492250" cy="2193925"/>
          </a:xfrm>
        </p:grpSpPr>
        <p:sp>
          <p:nvSpPr>
            <p:cNvPr id="886" name="Google Shape;886;p37"/>
            <p:cNvSpPr/>
            <p:nvPr/>
          </p:nvSpPr>
          <p:spPr>
            <a:xfrm>
              <a:off x="3948400" y="3182900"/>
              <a:ext cx="2492250" cy="2033475"/>
            </a:xfrm>
            <a:custGeom>
              <a:rect b="b" l="l" r="r" t="t"/>
              <a:pathLst>
                <a:path extrusionOk="0" h="81339" w="99690">
                  <a:moveTo>
                    <a:pt x="56158" y="1"/>
                  </a:moveTo>
                  <a:cubicBezTo>
                    <a:pt x="51035" y="1"/>
                    <a:pt x="46019" y="1271"/>
                    <a:pt x="41665" y="4479"/>
                  </a:cubicBezTo>
                  <a:cubicBezTo>
                    <a:pt x="35393" y="9096"/>
                    <a:pt x="31842" y="16496"/>
                    <a:pt x="26098" y="21676"/>
                  </a:cubicBezTo>
                  <a:cubicBezTo>
                    <a:pt x="23242" y="24251"/>
                    <a:pt x="20126" y="25089"/>
                    <a:pt x="16715" y="26628"/>
                  </a:cubicBezTo>
                  <a:cubicBezTo>
                    <a:pt x="8438" y="30382"/>
                    <a:pt x="1511" y="37620"/>
                    <a:pt x="934" y="47167"/>
                  </a:cubicBezTo>
                  <a:cubicBezTo>
                    <a:pt x="0" y="63140"/>
                    <a:pt x="12655" y="74173"/>
                    <a:pt x="26776" y="77796"/>
                  </a:cubicBezTo>
                  <a:cubicBezTo>
                    <a:pt x="35926" y="80142"/>
                    <a:pt x="43943" y="81338"/>
                    <a:pt x="51249" y="81338"/>
                  </a:cubicBezTo>
                  <a:cubicBezTo>
                    <a:pt x="58842" y="81338"/>
                    <a:pt x="65667" y="80047"/>
                    <a:pt x="72198" y="77413"/>
                  </a:cubicBezTo>
                  <a:cubicBezTo>
                    <a:pt x="78854" y="74727"/>
                    <a:pt x="85634" y="71332"/>
                    <a:pt x="90427" y="65773"/>
                  </a:cubicBezTo>
                  <a:cubicBezTo>
                    <a:pt x="97678" y="57366"/>
                    <a:pt x="99690" y="45425"/>
                    <a:pt x="98039" y="34637"/>
                  </a:cubicBezTo>
                  <a:cubicBezTo>
                    <a:pt x="97772" y="32876"/>
                    <a:pt x="97376" y="31137"/>
                    <a:pt x="96855" y="29432"/>
                  </a:cubicBezTo>
                  <a:cubicBezTo>
                    <a:pt x="93392" y="18113"/>
                    <a:pt x="84486" y="9052"/>
                    <a:pt x="73952" y="4269"/>
                  </a:cubicBezTo>
                  <a:cubicBezTo>
                    <a:pt x="68492" y="1797"/>
                    <a:pt x="62249" y="1"/>
                    <a:pt x="5615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37"/>
            <p:cNvSpPr/>
            <p:nvPr/>
          </p:nvSpPr>
          <p:spPr>
            <a:xfrm>
              <a:off x="5427200" y="3296900"/>
              <a:ext cx="204450" cy="128225"/>
            </a:xfrm>
            <a:custGeom>
              <a:rect b="b" l="l" r="r" t="t"/>
              <a:pathLst>
                <a:path extrusionOk="0" h="5129" w="8178">
                  <a:moveTo>
                    <a:pt x="148" y="26"/>
                  </a:moveTo>
                  <a:cubicBezTo>
                    <a:pt x="79" y="34"/>
                    <a:pt x="26" y="89"/>
                    <a:pt x="17" y="157"/>
                  </a:cubicBezTo>
                  <a:cubicBezTo>
                    <a:pt x="6" y="238"/>
                    <a:pt x="66" y="312"/>
                    <a:pt x="148" y="323"/>
                  </a:cubicBezTo>
                  <a:lnTo>
                    <a:pt x="749" y="323"/>
                  </a:lnTo>
                  <a:cubicBezTo>
                    <a:pt x="816" y="314"/>
                    <a:pt x="871" y="260"/>
                    <a:pt x="879" y="191"/>
                  </a:cubicBezTo>
                  <a:cubicBezTo>
                    <a:pt x="889" y="110"/>
                    <a:pt x="830" y="35"/>
                    <a:pt x="749" y="26"/>
                  </a:cubicBezTo>
                  <a:close/>
                  <a:moveTo>
                    <a:pt x="1427" y="26"/>
                  </a:moveTo>
                  <a:cubicBezTo>
                    <a:pt x="1345" y="35"/>
                    <a:pt x="1287" y="110"/>
                    <a:pt x="1296" y="191"/>
                  </a:cubicBezTo>
                  <a:cubicBezTo>
                    <a:pt x="1305" y="260"/>
                    <a:pt x="1358" y="314"/>
                    <a:pt x="1427" y="323"/>
                  </a:cubicBezTo>
                  <a:lnTo>
                    <a:pt x="3005" y="323"/>
                  </a:lnTo>
                  <a:cubicBezTo>
                    <a:pt x="3084" y="318"/>
                    <a:pt x="3145" y="253"/>
                    <a:pt x="3145" y="172"/>
                  </a:cubicBezTo>
                  <a:cubicBezTo>
                    <a:pt x="3145" y="92"/>
                    <a:pt x="3079" y="26"/>
                    <a:pt x="2998" y="26"/>
                  </a:cubicBezTo>
                  <a:close/>
                  <a:moveTo>
                    <a:pt x="3666" y="1"/>
                  </a:moveTo>
                  <a:cubicBezTo>
                    <a:pt x="3571" y="1"/>
                    <a:pt x="3493" y="78"/>
                    <a:pt x="3493" y="174"/>
                  </a:cubicBezTo>
                  <a:cubicBezTo>
                    <a:pt x="3493" y="269"/>
                    <a:pt x="3571" y="346"/>
                    <a:pt x="3666" y="346"/>
                  </a:cubicBezTo>
                  <a:lnTo>
                    <a:pt x="3668" y="346"/>
                  </a:lnTo>
                  <a:cubicBezTo>
                    <a:pt x="3761" y="346"/>
                    <a:pt x="3839" y="269"/>
                    <a:pt x="3839" y="175"/>
                  </a:cubicBezTo>
                  <a:lnTo>
                    <a:pt x="3839" y="174"/>
                  </a:lnTo>
                  <a:cubicBezTo>
                    <a:pt x="3839" y="77"/>
                    <a:pt x="3761" y="1"/>
                    <a:pt x="3666" y="1"/>
                  </a:cubicBezTo>
                  <a:close/>
                  <a:moveTo>
                    <a:pt x="4181" y="1"/>
                  </a:moveTo>
                  <a:cubicBezTo>
                    <a:pt x="4086" y="1"/>
                    <a:pt x="4009" y="78"/>
                    <a:pt x="4009" y="174"/>
                  </a:cubicBezTo>
                  <a:cubicBezTo>
                    <a:pt x="4009" y="269"/>
                    <a:pt x="4086" y="346"/>
                    <a:pt x="4181" y="346"/>
                  </a:cubicBezTo>
                  <a:cubicBezTo>
                    <a:pt x="4277" y="346"/>
                    <a:pt x="4354" y="272"/>
                    <a:pt x="4354" y="177"/>
                  </a:cubicBezTo>
                  <a:lnTo>
                    <a:pt x="4354" y="174"/>
                  </a:lnTo>
                  <a:cubicBezTo>
                    <a:pt x="4354" y="77"/>
                    <a:pt x="4277" y="1"/>
                    <a:pt x="4181" y="1"/>
                  </a:cubicBezTo>
                  <a:close/>
                  <a:moveTo>
                    <a:pt x="4696" y="1"/>
                  </a:moveTo>
                  <a:cubicBezTo>
                    <a:pt x="4600" y="1"/>
                    <a:pt x="4524" y="78"/>
                    <a:pt x="4524" y="174"/>
                  </a:cubicBezTo>
                  <a:cubicBezTo>
                    <a:pt x="4524" y="269"/>
                    <a:pt x="4601" y="346"/>
                    <a:pt x="4696" y="346"/>
                  </a:cubicBezTo>
                  <a:lnTo>
                    <a:pt x="4698" y="346"/>
                  </a:lnTo>
                  <a:cubicBezTo>
                    <a:pt x="4792" y="346"/>
                    <a:pt x="4869" y="269"/>
                    <a:pt x="4869" y="175"/>
                  </a:cubicBezTo>
                  <a:lnTo>
                    <a:pt x="4869" y="174"/>
                  </a:lnTo>
                  <a:cubicBezTo>
                    <a:pt x="4869" y="77"/>
                    <a:pt x="4792" y="1"/>
                    <a:pt x="4696" y="1"/>
                  </a:cubicBezTo>
                  <a:close/>
                  <a:moveTo>
                    <a:pt x="5212" y="1"/>
                  </a:moveTo>
                  <a:cubicBezTo>
                    <a:pt x="5116" y="1"/>
                    <a:pt x="5039" y="78"/>
                    <a:pt x="5039" y="174"/>
                  </a:cubicBezTo>
                  <a:cubicBezTo>
                    <a:pt x="5039" y="269"/>
                    <a:pt x="5116" y="346"/>
                    <a:pt x="5212" y="346"/>
                  </a:cubicBezTo>
                  <a:lnTo>
                    <a:pt x="5215" y="346"/>
                  </a:lnTo>
                  <a:cubicBezTo>
                    <a:pt x="5308" y="346"/>
                    <a:pt x="5384" y="269"/>
                    <a:pt x="5384" y="175"/>
                  </a:cubicBezTo>
                  <a:lnTo>
                    <a:pt x="5384" y="174"/>
                  </a:lnTo>
                  <a:cubicBezTo>
                    <a:pt x="5384" y="77"/>
                    <a:pt x="5307" y="1"/>
                    <a:pt x="5212" y="1"/>
                  </a:cubicBezTo>
                  <a:close/>
                  <a:moveTo>
                    <a:pt x="6242" y="1"/>
                  </a:moveTo>
                  <a:cubicBezTo>
                    <a:pt x="6147" y="1"/>
                    <a:pt x="6069" y="78"/>
                    <a:pt x="6069" y="174"/>
                  </a:cubicBezTo>
                  <a:cubicBezTo>
                    <a:pt x="6069" y="269"/>
                    <a:pt x="6147" y="346"/>
                    <a:pt x="6242" y="346"/>
                  </a:cubicBezTo>
                  <a:lnTo>
                    <a:pt x="6243" y="346"/>
                  </a:lnTo>
                  <a:cubicBezTo>
                    <a:pt x="6339" y="346"/>
                    <a:pt x="6415" y="269"/>
                    <a:pt x="6415" y="175"/>
                  </a:cubicBezTo>
                  <a:lnTo>
                    <a:pt x="6415" y="174"/>
                  </a:lnTo>
                  <a:cubicBezTo>
                    <a:pt x="6415" y="77"/>
                    <a:pt x="6337" y="1"/>
                    <a:pt x="6242" y="1"/>
                  </a:cubicBezTo>
                  <a:close/>
                  <a:moveTo>
                    <a:pt x="5728" y="1"/>
                  </a:moveTo>
                  <a:cubicBezTo>
                    <a:pt x="5633" y="1"/>
                    <a:pt x="5556" y="78"/>
                    <a:pt x="5556" y="174"/>
                  </a:cubicBezTo>
                  <a:cubicBezTo>
                    <a:pt x="5556" y="269"/>
                    <a:pt x="5633" y="346"/>
                    <a:pt x="5728" y="346"/>
                  </a:cubicBezTo>
                  <a:cubicBezTo>
                    <a:pt x="5730" y="346"/>
                    <a:pt x="5732" y="346"/>
                    <a:pt x="5734" y="346"/>
                  </a:cubicBezTo>
                  <a:cubicBezTo>
                    <a:pt x="5825" y="346"/>
                    <a:pt x="5901" y="274"/>
                    <a:pt x="5905" y="181"/>
                  </a:cubicBezTo>
                  <a:lnTo>
                    <a:pt x="5905" y="172"/>
                  </a:lnTo>
                  <a:lnTo>
                    <a:pt x="5901" y="172"/>
                  </a:lnTo>
                  <a:lnTo>
                    <a:pt x="5901" y="174"/>
                  </a:lnTo>
                  <a:cubicBezTo>
                    <a:pt x="5901" y="77"/>
                    <a:pt x="5824" y="1"/>
                    <a:pt x="5728" y="1"/>
                  </a:cubicBezTo>
                  <a:close/>
                  <a:moveTo>
                    <a:pt x="148" y="713"/>
                  </a:moveTo>
                  <a:cubicBezTo>
                    <a:pt x="67" y="735"/>
                    <a:pt x="21" y="817"/>
                    <a:pt x="42" y="896"/>
                  </a:cubicBezTo>
                  <a:cubicBezTo>
                    <a:pt x="57" y="946"/>
                    <a:pt x="96" y="987"/>
                    <a:pt x="148" y="1000"/>
                  </a:cubicBezTo>
                  <a:lnTo>
                    <a:pt x="749" y="1000"/>
                  </a:lnTo>
                  <a:cubicBezTo>
                    <a:pt x="827" y="1000"/>
                    <a:pt x="892" y="939"/>
                    <a:pt x="895" y="860"/>
                  </a:cubicBezTo>
                  <a:cubicBezTo>
                    <a:pt x="895" y="778"/>
                    <a:pt x="830" y="713"/>
                    <a:pt x="749" y="713"/>
                  </a:cubicBezTo>
                  <a:close/>
                  <a:moveTo>
                    <a:pt x="1427" y="713"/>
                  </a:moveTo>
                  <a:cubicBezTo>
                    <a:pt x="1346" y="733"/>
                    <a:pt x="1300" y="817"/>
                    <a:pt x="1323" y="896"/>
                  </a:cubicBezTo>
                  <a:cubicBezTo>
                    <a:pt x="1336" y="946"/>
                    <a:pt x="1376" y="987"/>
                    <a:pt x="1427" y="1000"/>
                  </a:cubicBezTo>
                  <a:lnTo>
                    <a:pt x="3005" y="1000"/>
                  </a:lnTo>
                  <a:cubicBezTo>
                    <a:pt x="3081" y="996"/>
                    <a:pt x="3140" y="936"/>
                    <a:pt x="3145" y="860"/>
                  </a:cubicBezTo>
                  <a:cubicBezTo>
                    <a:pt x="3145" y="778"/>
                    <a:pt x="3079" y="713"/>
                    <a:pt x="2998" y="713"/>
                  </a:cubicBezTo>
                  <a:close/>
                  <a:moveTo>
                    <a:pt x="148" y="1399"/>
                  </a:moveTo>
                  <a:cubicBezTo>
                    <a:pt x="66" y="1409"/>
                    <a:pt x="6" y="1484"/>
                    <a:pt x="17" y="1566"/>
                  </a:cubicBezTo>
                  <a:cubicBezTo>
                    <a:pt x="24" y="1634"/>
                    <a:pt x="79" y="1688"/>
                    <a:pt x="148" y="1695"/>
                  </a:cubicBezTo>
                  <a:lnTo>
                    <a:pt x="748" y="1695"/>
                  </a:lnTo>
                  <a:cubicBezTo>
                    <a:pt x="830" y="1695"/>
                    <a:pt x="895" y="1630"/>
                    <a:pt x="895" y="1549"/>
                  </a:cubicBezTo>
                  <a:cubicBezTo>
                    <a:pt x="897" y="1468"/>
                    <a:pt x="833" y="1401"/>
                    <a:pt x="751" y="1399"/>
                  </a:cubicBezTo>
                  <a:close/>
                  <a:moveTo>
                    <a:pt x="1427" y="1399"/>
                  </a:moveTo>
                  <a:cubicBezTo>
                    <a:pt x="1345" y="1409"/>
                    <a:pt x="1287" y="1482"/>
                    <a:pt x="1296" y="1564"/>
                  </a:cubicBezTo>
                  <a:cubicBezTo>
                    <a:pt x="1305" y="1633"/>
                    <a:pt x="1358" y="1688"/>
                    <a:pt x="1427" y="1695"/>
                  </a:cubicBezTo>
                  <a:lnTo>
                    <a:pt x="3005" y="1695"/>
                  </a:lnTo>
                  <a:cubicBezTo>
                    <a:pt x="3084" y="1692"/>
                    <a:pt x="3145" y="1627"/>
                    <a:pt x="3145" y="1548"/>
                  </a:cubicBezTo>
                  <a:cubicBezTo>
                    <a:pt x="3145" y="1466"/>
                    <a:pt x="3078" y="1399"/>
                    <a:pt x="2996" y="1399"/>
                  </a:cubicBezTo>
                  <a:close/>
                  <a:moveTo>
                    <a:pt x="3665" y="1374"/>
                  </a:moveTo>
                  <a:cubicBezTo>
                    <a:pt x="3571" y="1374"/>
                    <a:pt x="3495" y="1449"/>
                    <a:pt x="3493" y="1545"/>
                  </a:cubicBezTo>
                  <a:cubicBezTo>
                    <a:pt x="3492" y="1640"/>
                    <a:pt x="3568" y="1718"/>
                    <a:pt x="3663" y="1719"/>
                  </a:cubicBezTo>
                  <a:lnTo>
                    <a:pt x="3668" y="1719"/>
                  </a:lnTo>
                  <a:cubicBezTo>
                    <a:pt x="3763" y="1719"/>
                    <a:pt x="3839" y="1643"/>
                    <a:pt x="3839" y="1548"/>
                  </a:cubicBezTo>
                  <a:cubicBezTo>
                    <a:pt x="3840" y="1453"/>
                    <a:pt x="3763" y="1375"/>
                    <a:pt x="3668" y="1374"/>
                  </a:cubicBezTo>
                  <a:cubicBezTo>
                    <a:pt x="3667" y="1374"/>
                    <a:pt x="3666" y="1374"/>
                    <a:pt x="3665" y="1374"/>
                  </a:cubicBezTo>
                  <a:close/>
                  <a:moveTo>
                    <a:pt x="4181" y="1374"/>
                  </a:moveTo>
                  <a:cubicBezTo>
                    <a:pt x="4087" y="1374"/>
                    <a:pt x="4010" y="1449"/>
                    <a:pt x="4009" y="1545"/>
                  </a:cubicBezTo>
                  <a:cubicBezTo>
                    <a:pt x="4009" y="1640"/>
                    <a:pt x="4084" y="1718"/>
                    <a:pt x="4180" y="1719"/>
                  </a:cubicBezTo>
                  <a:lnTo>
                    <a:pt x="4181" y="1719"/>
                  </a:lnTo>
                  <a:cubicBezTo>
                    <a:pt x="4277" y="1719"/>
                    <a:pt x="4354" y="1643"/>
                    <a:pt x="4355" y="1548"/>
                  </a:cubicBezTo>
                  <a:lnTo>
                    <a:pt x="4354" y="1548"/>
                  </a:lnTo>
                  <a:cubicBezTo>
                    <a:pt x="4355" y="1453"/>
                    <a:pt x="4280" y="1375"/>
                    <a:pt x="4184" y="1374"/>
                  </a:cubicBezTo>
                  <a:cubicBezTo>
                    <a:pt x="4183" y="1374"/>
                    <a:pt x="4182" y="1374"/>
                    <a:pt x="4181" y="1374"/>
                  </a:cubicBezTo>
                  <a:close/>
                  <a:moveTo>
                    <a:pt x="4695" y="1374"/>
                  </a:moveTo>
                  <a:cubicBezTo>
                    <a:pt x="4601" y="1374"/>
                    <a:pt x="4524" y="1449"/>
                    <a:pt x="4524" y="1545"/>
                  </a:cubicBezTo>
                  <a:cubicBezTo>
                    <a:pt x="4522" y="1640"/>
                    <a:pt x="4598" y="1718"/>
                    <a:pt x="4693" y="1719"/>
                  </a:cubicBezTo>
                  <a:lnTo>
                    <a:pt x="4698" y="1719"/>
                  </a:lnTo>
                  <a:cubicBezTo>
                    <a:pt x="4792" y="1719"/>
                    <a:pt x="4869" y="1643"/>
                    <a:pt x="4869" y="1548"/>
                  </a:cubicBezTo>
                  <a:cubicBezTo>
                    <a:pt x="4869" y="1453"/>
                    <a:pt x="4793" y="1375"/>
                    <a:pt x="4698" y="1374"/>
                  </a:cubicBezTo>
                  <a:cubicBezTo>
                    <a:pt x="4697" y="1374"/>
                    <a:pt x="4696" y="1374"/>
                    <a:pt x="4695" y="1374"/>
                  </a:cubicBezTo>
                  <a:close/>
                  <a:moveTo>
                    <a:pt x="5212" y="1374"/>
                  </a:moveTo>
                  <a:cubicBezTo>
                    <a:pt x="5116" y="1374"/>
                    <a:pt x="5040" y="1449"/>
                    <a:pt x="5039" y="1545"/>
                  </a:cubicBezTo>
                  <a:cubicBezTo>
                    <a:pt x="5037" y="1640"/>
                    <a:pt x="5115" y="1718"/>
                    <a:pt x="5210" y="1719"/>
                  </a:cubicBezTo>
                  <a:lnTo>
                    <a:pt x="5215" y="1719"/>
                  </a:lnTo>
                  <a:cubicBezTo>
                    <a:pt x="5308" y="1719"/>
                    <a:pt x="5384" y="1643"/>
                    <a:pt x="5384" y="1548"/>
                  </a:cubicBezTo>
                  <a:cubicBezTo>
                    <a:pt x="5386" y="1453"/>
                    <a:pt x="5310" y="1375"/>
                    <a:pt x="5215" y="1374"/>
                  </a:cubicBezTo>
                  <a:cubicBezTo>
                    <a:pt x="5214" y="1374"/>
                    <a:pt x="5213" y="1374"/>
                    <a:pt x="5212" y="1374"/>
                  </a:cubicBezTo>
                  <a:close/>
                  <a:moveTo>
                    <a:pt x="6241" y="1374"/>
                  </a:moveTo>
                  <a:cubicBezTo>
                    <a:pt x="6147" y="1374"/>
                    <a:pt x="6071" y="1449"/>
                    <a:pt x="6069" y="1545"/>
                  </a:cubicBezTo>
                  <a:cubicBezTo>
                    <a:pt x="6068" y="1640"/>
                    <a:pt x="6145" y="1718"/>
                    <a:pt x="6240" y="1719"/>
                  </a:cubicBezTo>
                  <a:lnTo>
                    <a:pt x="6243" y="1719"/>
                  </a:lnTo>
                  <a:cubicBezTo>
                    <a:pt x="6339" y="1719"/>
                    <a:pt x="6415" y="1643"/>
                    <a:pt x="6415" y="1548"/>
                  </a:cubicBezTo>
                  <a:cubicBezTo>
                    <a:pt x="6416" y="1453"/>
                    <a:pt x="6339" y="1375"/>
                    <a:pt x="6243" y="1374"/>
                  </a:cubicBezTo>
                  <a:cubicBezTo>
                    <a:pt x="6243" y="1374"/>
                    <a:pt x="6242" y="1374"/>
                    <a:pt x="6241" y="1374"/>
                  </a:cubicBezTo>
                  <a:close/>
                  <a:moveTo>
                    <a:pt x="5727" y="1374"/>
                  </a:moveTo>
                  <a:cubicBezTo>
                    <a:pt x="5633" y="1374"/>
                    <a:pt x="5557" y="1449"/>
                    <a:pt x="5556" y="1545"/>
                  </a:cubicBezTo>
                  <a:cubicBezTo>
                    <a:pt x="5554" y="1640"/>
                    <a:pt x="5630" y="1718"/>
                    <a:pt x="5725" y="1719"/>
                  </a:cubicBezTo>
                  <a:lnTo>
                    <a:pt x="5728" y="1719"/>
                  </a:lnTo>
                  <a:cubicBezTo>
                    <a:pt x="5730" y="1719"/>
                    <a:pt x="5732" y="1719"/>
                    <a:pt x="5734" y="1719"/>
                  </a:cubicBezTo>
                  <a:cubicBezTo>
                    <a:pt x="5827" y="1719"/>
                    <a:pt x="5903" y="1644"/>
                    <a:pt x="5905" y="1551"/>
                  </a:cubicBezTo>
                  <a:lnTo>
                    <a:pt x="5905" y="1548"/>
                  </a:lnTo>
                  <a:lnTo>
                    <a:pt x="5901" y="1548"/>
                  </a:lnTo>
                  <a:cubicBezTo>
                    <a:pt x="5902" y="1453"/>
                    <a:pt x="5825" y="1375"/>
                    <a:pt x="5730" y="1374"/>
                  </a:cubicBezTo>
                  <a:cubicBezTo>
                    <a:pt x="5729" y="1374"/>
                    <a:pt x="5728" y="1374"/>
                    <a:pt x="5727" y="1374"/>
                  </a:cubicBezTo>
                  <a:close/>
                  <a:moveTo>
                    <a:pt x="1427" y="2085"/>
                  </a:moveTo>
                  <a:cubicBezTo>
                    <a:pt x="1345" y="2096"/>
                    <a:pt x="1287" y="2170"/>
                    <a:pt x="1296" y="2252"/>
                  </a:cubicBezTo>
                  <a:cubicBezTo>
                    <a:pt x="1305" y="2321"/>
                    <a:pt x="1358" y="2374"/>
                    <a:pt x="1427" y="2382"/>
                  </a:cubicBezTo>
                  <a:lnTo>
                    <a:pt x="3005" y="2382"/>
                  </a:lnTo>
                  <a:cubicBezTo>
                    <a:pt x="3084" y="2379"/>
                    <a:pt x="3145" y="2313"/>
                    <a:pt x="3145" y="2234"/>
                  </a:cubicBezTo>
                  <a:cubicBezTo>
                    <a:pt x="3145" y="2152"/>
                    <a:pt x="3078" y="2085"/>
                    <a:pt x="2996" y="2085"/>
                  </a:cubicBezTo>
                  <a:close/>
                  <a:moveTo>
                    <a:pt x="148" y="2085"/>
                  </a:moveTo>
                  <a:cubicBezTo>
                    <a:pt x="66" y="2096"/>
                    <a:pt x="6" y="2170"/>
                    <a:pt x="17" y="2252"/>
                  </a:cubicBezTo>
                  <a:cubicBezTo>
                    <a:pt x="24" y="2321"/>
                    <a:pt x="79" y="2374"/>
                    <a:pt x="148" y="2383"/>
                  </a:cubicBezTo>
                  <a:lnTo>
                    <a:pt x="748" y="2383"/>
                  </a:lnTo>
                  <a:cubicBezTo>
                    <a:pt x="830" y="2383"/>
                    <a:pt x="895" y="2316"/>
                    <a:pt x="895" y="2236"/>
                  </a:cubicBezTo>
                  <a:cubicBezTo>
                    <a:pt x="897" y="2154"/>
                    <a:pt x="833" y="2087"/>
                    <a:pt x="751" y="2085"/>
                  </a:cubicBezTo>
                  <a:close/>
                  <a:moveTo>
                    <a:pt x="148" y="2773"/>
                  </a:moveTo>
                  <a:cubicBezTo>
                    <a:pt x="66" y="2782"/>
                    <a:pt x="6" y="2857"/>
                    <a:pt x="17" y="2939"/>
                  </a:cubicBezTo>
                  <a:cubicBezTo>
                    <a:pt x="24" y="3007"/>
                    <a:pt x="79" y="3061"/>
                    <a:pt x="148" y="3070"/>
                  </a:cubicBezTo>
                  <a:lnTo>
                    <a:pt x="748" y="3070"/>
                  </a:lnTo>
                  <a:cubicBezTo>
                    <a:pt x="830" y="3070"/>
                    <a:pt x="895" y="3003"/>
                    <a:pt x="895" y="2922"/>
                  </a:cubicBezTo>
                  <a:cubicBezTo>
                    <a:pt x="897" y="2840"/>
                    <a:pt x="833" y="2773"/>
                    <a:pt x="751" y="2773"/>
                  </a:cubicBezTo>
                  <a:close/>
                  <a:moveTo>
                    <a:pt x="1427" y="2772"/>
                  </a:moveTo>
                  <a:cubicBezTo>
                    <a:pt x="1345" y="2782"/>
                    <a:pt x="1287" y="2857"/>
                    <a:pt x="1296" y="2939"/>
                  </a:cubicBezTo>
                  <a:cubicBezTo>
                    <a:pt x="1305" y="3007"/>
                    <a:pt x="1358" y="3061"/>
                    <a:pt x="1427" y="3070"/>
                  </a:cubicBezTo>
                  <a:lnTo>
                    <a:pt x="3005" y="3070"/>
                  </a:lnTo>
                  <a:cubicBezTo>
                    <a:pt x="3084" y="3065"/>
                    <a:pt x="3146" y="3000"/>
                    <a:pt x="3145" y="2919"/>
                  </a:cubicBezTo>
                  <a:lnTo>
                    <a:pt x="3145" y="2919"/>
                  </a:lnTo>
                  <a:lnTo>
                    <a:pt x="3145" y="2922"/>
                  </a:lnTo>
                  <a:cubicBezTo>
                    <a:pt x="3145" y="2839"/>
                    <a:pt x="3078" y="2772"/>
                    <a:pt x="2996" y="2772"/>
                  </a:cubicBezTo>
                  <a:close/>
                  <a:moveTo>
                    <a:pt x="5426" y="3348"/>
                  </a:moveTo>
                  <a:cubicBezTo>
                    <a:pt x="5332" y="3348"/>
                    <a:pt x="5256" y="3425"/>
                    <a:pt x="5255" y="3519"/>
                  </a:cubicBezTo>
                  <a:cubicBezTo>
                    <a:pt x="5253" y="3615"/>
                    <a:pt x="5329" y="3692"/>
                    <a:pt x="5425" y="3693"/>
                  </a:cubicBezTo>
                  <a:lnTo>
                    <a:pt x="5427" y="3693"/>
                  </a:lnTo>
                  <a:cubicBezTo>
                    <a:pt x="5521" y="3693"/>
                    <a:pt x="5599" y="3618"/>
                    <a:pt x="5600" y="3524"/>
                  </a:cubicBezTo>
                  <a:cubicBezTo>
                    <a:pt x="5602" y="3427"/>
                    <a:pt x="5524" y="3350"/>
                    <a:pt x="5429" y="3348"/>
                  </a:cubicBezTo>
                  <a:cubicBezTo>
                    <a:pt x="5428" y="3348"/>
                    <a:pt x="5427" y="3348"/>
                    <a:pt x="5426" y="3348"/>
                  </a:cubicBezTo>
                  <a:close/>
                  <a:moveTo>
                    <a:pt x="6457" y="3348"/>
                  </a:moveTo>
                  <a:cubicBezTo>
                    <a:pt x="6363" y="3348"/>
                    <a:pt x="6285" y="3425"/>
                    <a:pt x="6285" y="3519"/>
                  </a:cubicBezTo>
                  <a:cubicBezTo>
                    <a:pt x="6284" y="3615"/>
                    <a:pt x="6360" y="3692"/>
                    <a:pt x="6455" y="3693"/>
                  </a:cubicBezTo>
                  <a:lnTo>
                    <a:pt x="6458" y="3693"/>
                  </a:lnTo>
                  <a:cubicBezTo>
                    <a:pt x="6552" y="3693"/>
                    <a:pt x="6629" y="3618"/>
                    <a:pt x="6631" y="3524"/>
                  </a:cubicBezTo>
                  <a:cubicBezTo>
                    <a:pt x="6631" y="3427"/>
                    <a:pt x="6555" y="3350"/>
                    <a:pt x="6459" y="3348"/>
                  </a:cubicBezTo>
                  <a:cubicBezTo>
                    <a:pt x="6458" y="3348"/>
                    <a:pt x="6458" y="3348"/>
                    <a:pt x="6457" y="3348"/>
                  </a:cubicBezTo>
                  <a:close/>
                  <a:moveTo>
                    <a:pt x="6970" y="3348"/>
                  </a:moveTo>
                  <a:cubicBezTo>
                    <a:pt x="6876" y="3348"/>
                    <a:pt x="6799" y="3425"/>
                    <a:pt x="6799" y="3519"/>
                  </a:cubicBezTo>
                  <a:cubicBezTo>
                    <a:pt x="6797" y="3615"/>
                    <a:pt x="6873" y="3692"/>
                    <a:pt x="6969" y="3693"/>
                  </a:cubicBezTo>
                  <a:lnTo>
                    <a:pt x="6973" y="3693"/>
                  </a:lnTo>
                  <a:cubicBezTo>
                    <a:pt x="7067" y="3693"/>
                    <a:pt x="7144" y="3618"/>
                    <a:pt x="7144" y="3524"/>
                  </a:cubicBezTo>
                  <a:cubicBezTo>
                    <a:pt x="7144" y="3427"/>
                    <a:pt x="7068" y="3350"/>
                    <a:pt x="6973" y="3348"/>
                  </a:cubicBezTo>
                  <a:cubicBezTo>
                    <a:pt x="6972" y="3348"/>
                    <a:pt x="6971" y="3348"/>
                    <a:pt x="6970" y="3348"/>
                  </a:cubicBezTo>
                  <a:close/>
                  <a:moveTo>
                    <a:pt x="7487" y="3348"/>
                  </a:moveTo>
                  <a:cubicBezTo>
                    <a:pt x="7393" y="3348"/>
                    <a:pt x="7315" y="3425"/>
                    <a:pt x="7314" y="3519"/>
                  </a:cubicBezTo>
                  <a:cubicBezTo>
                    <a:pt x="7314" y="3615"/>
                    <a:pt x="7390" y="3692"/>
                    <a:pt x="7485" y="3693"/>
                  </a:cubicBezTo>
                  <a:lnTo>
                    <a:pt x="7487" y="3693"/>
                  </a:lnTo>
                  <a:cubicBezTo>
                    <a:pt x="7582" y="3693"/>
                    <a:pt x="7659" y="3618"/>
                    <a:pt x="7659" y="3524"/>
                  </a:cubicBezTo>
                  <a:cubicBezTo>
                    <a:pt x="7661" y="3427"/>
                    <a:pt x="7585" y="3350"/>
                    <a:pt x="7490" y="3348"/>
                  </a:cubicBezTo>
                  <a:cubicBezTo>
                    <a:pt x="7489" y="3348"/>
                    <a:pt x="7488" y="3348"/>
                    <a:pt x="7487" y="3348"/>
                  </a:cubicBezTo>
                  <a:close/>
                  <a:moveTo>
                    <a:pt x="8002" y="3348"/>
                  </a:moveTo>
                  <a:cubicBezTo>
                    <a:pt x="7908" y="3348"/>
                    <a:pt x="7832" y="3425"/>
                    <a:pt x="7831" y="3519"/>
                  </a:cubicBezTo>
                  <a:cubicBezTo>
                    <a:pt x="7829" y="3615"/>
                    <a:pt x="7905" y="3692"/>
                    <a:pt x="8002" y="3693"/>
                  </a:cubicBezTo>
                  <a:lnTo>
                    <a:pt x="8003" y="3693"/>
                  </a:lnTo>
                  <a:cubicBezTo>
                    <a:pt x="8097" y="3693"/>
                    <a:pt x="8175" y="3618"/>
                    <a:pt x="8176" y="3524"/>
                  </a:cubicBezTo>
                  <a:cubicBezTo>
                    <a:pt x="8178" y="3427"/>
                    <a:pt x="8100" y="3350"/>
                    <a:pt x="8005" y="3348"/>
                  </a:cubicBezTo>
                  <a:cubicBezTo>
                    <a:pt x="8004" y="3348"/>
                    <a:pt x="8003" y="3348"/>
                    <a:pt x="8002" y="3348"/>
                  </a:cubicBezTo>
                  <a:close/>
                  <a:moveTo>
                    <a:pt x="5940" y="3348"/>
                  </a:moveTo>
                  <a:cubicBezTo>
                    <a:pt x="5846" y="3348"/>
                    <a:pt x="5770" y="3425"/>
                    <a:pt x="5768" y="3519"/>
                  </a:cubicBezTo>
                  <a:cubicBezTo>
                    <a:pt x="5767" y="3615"/>
                    <a:pt x="5844" y="3692"/>
                    <a:pt x="5940" y="3693"/>
                  </a:cubicBezTo>
                  <a:lnTo>
                    <a:pt x="5943" y="3693"/>
                  </a:lnTo>
                  <a:cubicBezTo>
                    <a:pt x="5945" y="3694"/>
                    <a:pt x="5946" y="3694"/>
                    <a:pt x="5948" y="3694"/>
                  </a:cubicBezTo>
                  <a:cubicBezTo>
                    <a:pt x="6041" y="3694"/>
                    <a:pt x="6115" y="3620"/>
                    <a:pt x="6118" y="3527"/>
                  </a:cubicBezTo>
                  <a:lnTo>
                    <a:pt x="6118" y="3524"/>
                  </a:lnTo>
                  <a:lnTo>
                    <a:pt x="6114" y="3524"/>
                  </a:lnTo>
                  <a:cubicBezTo>
                    <a:pt x="6115" y="3427"/>
                    <a:pt x="6038" y="3350"/>
                    <a:pt x="5943" y="3348"/>
                  </a:cubicBezTo>
                  <a:cubicBezTo>
                    <a:pt x="5942" y="3348"/>
                    <a:pt x="5941" y="3348"/>
                    <a:pt x="5940" y="3348"/>
                  </a:cubicBezTo>
                  <a:close/>
                  <a:moveTo>
                    <a:pt x="148" y="3460"/>
                  </a:moveTo>
                  <a:cubicBezTo>
                    <a:pt x="66" y="3469"/>
                    <a:pt x="6" y="3543"/>
                    <a:pt x="17" y="3625"/>
                  </a:cubicBezTo>
                  <a:cubicBezTo>
                    <a:pt x="24" y="3693"/>
                    <a:pt x="79" y="3747"/>
                    <a:pt x="148" y="3756"/>
                  </a:cubicBezTo>
                  <a:lnTo>
                    <a:pt x="748" y="3756"/>
                  </a:lnTo>
                  <a:cubicBezTo>
                    <a:pt x="830" y="3756"/>
                    <a:pt x="895" y="3690"/>
                    <a:pt x="895" y="3609"/>
                  </a:cubicBezTo>
                  <a:cubicBezTo>
                    <a:pt x="897" y="3527"/>
                    <a:pt x="833" y="3460"/>
                    <a:pt x="751" y="3460"/>
                  </a:cubicBezTo>
                  <a:close/>
                  <a:moveTo>
                    <a:pt x="3307" y="3460"/>
                  </a:moveTo>
                  <a:cubicBezTo>
                    <a:pt x="3225" y="3469"/>
                    <a:pt x="3167" y="3543"/>
                    <a:pt x="3178" y="3625"/>
                  </a:cubicBezTo>
                  <a:cubicBezTo>
                    <a:pt x="3185" y="3693"/>
                    <a:pt x="3239" y="3747"/>
                    <a:pt x="3307" y="3756"/>
                  </a:cubicBezTo>
                  <a:lnTo>
                    <a:pt x="4886" y="3756"/>
                  </a:lnTo>
                  <a:cubicBezTo>
                    <a:pt x="4967" y="3756"/>
                    <a:pt x="5034" y="3690"/>
                    <a:pt x="5034" y="3609"/>
                  </a:cubicBezTo>
                  <a:cubicBezTo>
                    <a:pt x="5034" y="3525"/>
                    <a:pt x="4967" y="3460"/>
                    <a:pt x="4886" y="3460"/>
                  </a:cubicBezTo>
                  <a:close/>
                  <a:moveTo>
                    <a:pt x="148" y="4146"/>
                  </a:moveTo>
                  <a:cubicBezTo>
                    <a:pt x="66" y="4155"/>
                    <a:pt x="6" y="4229"/>
                    <a:pt x="17" y="4311"/>
                  </a:cubicBezTo>
                  <a:cubicBezTo>
                    <a:pt x="24" y="4380"/>
                    <a:pt x="79" y="4433"/>
                    <a:pt x="148" y="4442"/>
                  </a:cubicBezTo>
                  <a:lnTo>
                    <a:pt x="748" y="4442"/>
                  </a:lnTo>
                  <a:cubicBezTo>
                    <a:pt x="830" y="4442"/>
                    <a:pt x="895" y="4377"/>
                    <a:pt x="895" y="4295"/>
                  </a:cubicBezTo>
                  <a:cubicBezTo>
                    <a:pt x="897" y="4213"/>
                    <a:pt x="833" y="4148"/>
                    <a:pt x="751" y="4146"/>
                  </a:cubicBezTo>
                  <a:close/>
                  <a:moveTo>
                    <a:pt x="3307" y="4146"/>
                  </a:moveTo>
                  <a:cubicBezTo>
                    <a:pt x="3225" y="4155"/>
                    <a:pt x="3167" y="4229"/>
                    <a:pt x="3178" y="4311"/>
                  </a:cubicBezTo>
                  <a:cubicBezTo>
                    <a:pt x="3185" y="4380"/>
                    <a:pt x="3239" y="4433"/>
                    <a:pt x="3307" y="4442"/>
                  </a:cubicBezTo>
                  <a:lnTo>
                    <a:pt x="4886" y="4442"/>
                  </a:lnTo>
                  <a:cubicBezTo>
                    <a:pt x="4967" y="4442"/>
                    <a:pt x="5034" y="4377"/>
                    <a:pt x="5034" y="4295"/>
                  </a:cubicBezTo>
                  <a:cubicBezTo>
                    <a:pt x="5034" y="4213"/>
                    <a:pt x="4967" y="4146"/>
                    <a:pt x="4886" y="4146"/>
                  </a:cubicBezTo>
                  <a:close/>
                  <a:moveTo>
                    <a:pt x="5426" y="4764"/>
                  </a:moveTo>
                  <a:cubicBezTo>
                    <a:pt x="5332" y="4764"/>
                    <a:pt x="5256" y="4841"/>
                    <a:pt x="5255" y="4935"/>
                  </a:cubicBezTo>
                  <a:cubicBezTo>
                    <a:pt x="5253" y="5031"/>
                    <a:pt x="5329" y="5108"/>
                    <a:pt x="5425" y="5109"/>
                  </a:cubicBezTo>
                  <a:lnTo>
                    <a:pt x="5427" y="5109"/>
                  </a:lnTo>
                  <a:cubicBezTo>
                    <a:pt x="5521" y="5109"/>
                    <a:pt x="5599" y="5034"/>
                    <a:pt x="5600" y="4940"/>
                  </a:cubicBezTo>
                  <a:cubicBezTo>
                    <a:pt x="5602" y="4843"/>
                    <a:pt x="5524" y="4766"/>
                    <a:pt x="5429" y="4764"/>
                  </a:cubicBezTo>
                  <a:cubicBezTo>
                    <a:pt x="5428" y="4764"/>
                    <a:pt x="5427" y="4764"/>
                    <a:pt x="5426" y="4764"/>
                  </a:cubicBezTo>
                  <a:close/>
                  <a:moveTo>
                    <a:pt x="6457" y="4764"/>
                  </a:moveTo>
                  <a:cubicBezTo>
                    <a:pt x="6363" y="4764"/>
                    <a:pt x="6285" y="4841"/>
                    <a:pt x="6285" y="4935"/>
                  </a:cubicBezTo>
                  <a:cubicBezTo>
                    <a:pt x="6284" y="5031"/>
                    <a:pt x="6360" y="5108"/>
                    <a:pt x="6455" y="5109"/>
                  </a:cubicBezTo>
                  <a:lnTo>
                    <a:pt x="6458" y="5109"/>
                  </a:lnTo>
                  <a:cubicBezTo>
                    <a:pt x="6552" y="5109"/>
                    <a:pt x="6629" y="5034"/>
                    <a:pt x="6631" y="4940"/>
                  </a:cubicBezTo>
                  <a:cubicBezTo>
                    <a:pt x="6631" y="4843"/>
                    <a:pt x="6555" y="4766"/>
                    <a:pt x="6459" y="4764"/>
                  </a:cubicBezTo>
                  <a:cubicBezTo>
                    <a:pt x="6458" y="4764"/>
                    <a:pt x="6458" y="4764"/>
                    <a:pt x="6457" y="4764"/>
                  </a:cubicBezTo>
                  <a:close/>
                  <a:moveTo>
                    <a:pt x="6970" y="4764"/>
                  </a:moveTo>
                  <a:cubicBezTo>
                    <a:pt x="6876" y="4764"/>
                    <a:pt x="6799" y="4841"/>
                    <a:pt x="6799" y="4935"/>
                  </a:cubicBezTo>
                  <a:cubicBezTo>
                    <a:pt x="6797" y="5031"/>
                    <a:pt x="6873" y="5108"/>
                    <a:pt x="6969" y="5109"/>
                  </a:cubicBezTo>
                  <a:lnTo>
                    <a:pt x="6973" y="5109"/>
                  </a:lnTo>
                  <a:cubicBezTo>
                    <a:pt x="7067" y="5109"/>
                    <a:pt x="7144" y="5034"/>
                    <a:pt x="7144" y="4940"/>
                  </a:cubicBezTo>
                  <a:cubicBezTo>
                    <a:pt x="7144" y="4843"/>
                    <a:pt x="7068" y="4766"/>
                    <a:pt x="6973" y="4764"/>
                  </a:cubicBezTo>
                  <a:cubicBezTo>
                    <a:pt x="6972" y="4764"/>
                    <a:pt x="6971" y="4764"/>
                    <a:pt x="6970" y="4764"/>
                  </a:cubicBezTo>
                  <a:close/>
                  <a:moveTo>
                    <a:pt x="7487" y="4764"/>
                  </a:moveTo>
                  <a:cubicBezTo>
                    <a:pt x="7393" y="4764"/>
                    <a:pt x="7315" y="4841"/>
                    <a:pt x="7314" y="4935"/>
                  </a:cubicBezTo>
                  <a:cubicBezTo>
                    <a:pt x="7314" y="5031"/>
                    <a:pt x="7390" y="5108"/>
                    <a:pt x="7485" y="5109"/>
                  </a:cubicBezTo>
                  <a:lnTo>
                    <a:pt x="7487" y="5109"/>
                  </a:lnTo>
                  <a:cubicBezTo>
                    <a:pt x="7582" y="5109"/>
                    <a:pt x="7659" y="5034"/>
                    <a:pt x="7659" y="4940"/>
                  </a:cubicBezTo>
                  <a:cubicBezTo>
                    <a:pt x="7661" y="4843"/>
                    <a:pt x="7585" y="4766"/>
                    <a:pt x="7490" y="4764"/>
                  </a:cubicBezTo>
                  <a:cubicBezTo>
                    <a:pt x="7489" y="4764"/>
                    <a:pt x="7488" y="4764"/>
                    <a:pt x="7487" y="4764"/>
                  </a:cubicBezTo>
                  <a:close/>
                  <a:moveTo>
                    <a:pt x="8002" y="4764"/>
                  </a:moveTo>
                  <a:cubicBezTo>
                    <a:pt x="7908" y="4764"/>
                    <a:pt x="7832" y="4841"/>
                    <a:pt x="7831" y="4935"/>
                  </a:cubicBezTo>
                  <a:cubicBezTo>
                    <a:pt x="7829" y="5031"/>
                    <a:pt x="7905" y="5108"/>
                    <a:pt x="8002" y="5109"/>
                  </a:cubicBezTo>
                  <a:lnTo>
                    <a:pt x="8003" y="5109"/>
                  </a:lnTo>
                  <a:cubicBezTo>
                    <a:pt x="8097" y="5109"/>
                    <a:pt x="8175" y="5034"/>
                    <a:pt x="8176" y="4940"/>
                  </a:cubicBezTo>
                  <a:cubicBezTo>
                    <a:pt x="8178" y="4843"/>
                    <a:pt x="8100" y="4766"/>
                    <a:pt x="8005" y="4764"/>
                  </a:cubicBezTo>
                  <a:cubicBezTo>
                    <a:pt x="8004" y="4764"/>
                    <a:pt x="8003" y="4764"/>
                    <a:pt x="8002" y="4764"/>
                  </a:cubicBezTo>
                  <a:close/>
                  <a:moveTo>
                    <a:pt x="5940" y="4764"/>
                  </a:moveTo>
                  <a:cubicBezTo>
                    <a:pt x="5846" y="4764"/>
                    <a:pt x="5770" y="4841"/>
                    <a:pt x="5768" y="4935"/>
                  </a:cubicBezTo>
                  <a:cubicBezTo>
                    <a:pt x="5767" y="5031"/>
                    <a:pt x="5844" y="5108"/>
                    <a:pt x="5940" y="5109"/>
                  </a:cubicBezTo>
                  <a:lnTo>
                    <a:pt x="5943" y="5109"/>
                  </a:lnTo>
                  <a:cubicBezTo>
                    <a:pt x="5945" y="5110"/>
                    <a:pt x="5946" y="5110"/>
                    <a:pt x="5948" y="5110"/>
                  </a:cubicBezTo>
                  <a:cubicBezTo>
                    <a:pt x="6041" y="5110"/>
                    <a:pt x="6115" y="5036"/>
                    <a:pt x="6118" y="4943"/>
                  </a:cubicBezTo>
                  <a:lnTo>
                    <a:pt x="6118" y="4940"/>
                  </a:lnTo>
                  <a:lnTo>
                    <a:pt x="6114" y="4940"/>
                  </a:lnTo>
                  <a:cubicBezTo>
                    <a:pt x="6115" y="4843"/>
                    <a:pt x="6038" y="4766"/>
                    <a:pt x="5943" y="4764"/>
                  </a:cubicBezTo>
                  <a:cubicBezTo>
                    <a:pt x="5942" y="4764"/>
                    <a:pt x="5941" y="4764"/>
                    <a:pt x="5940" y="4764"/>
                  </a:cubicBezTo>
                  <a:close/>
                  <a:moveTo>
                    <a:pt x="148" y="4833"/>
                  </a:moveTo>
                  <a:cubicBezTo>
                    <a:pt x="66" y="4834"/>
                    <a:pt x="0" y="4900"/>
                    <a:pt x="0" y="4981"/>
                  </a:cubicBezTo>
                  <a:cubicBezTo>
                    <a:pt x="0" y="5063"/>
                    <a:pt x="66" y="5129"/>
                    <a:pt x="148" y="5129"/>
                  </a:cubicBezTo>
                  <a:lnTo>
                    <a:pt x="749" y="5129"/>
                  </a:lnTo>
                  <a:cubicBezTo>
                    <a:pt x="830" y="5129"/>
                    <a:pt x="895" y="5063"/>
                    <a:pt x="895" y="4981"/>
                  </a:cubicBezTo>
                  <a:cubicBezTo>
                    <a:pt x="895" y="4900"/>
                    <a:pt x="830" y="4834"/>
                    <a:pt x="749" y="4833"/>
                  </a:cubicBezTo>
                  <a:close/>
                  <a:moveTo>
                    <a:pt x="3307" y="4833"/>
                  </a:moveTo>
                  <a:cubicBezTo>
                    <a:pt x="3225" y="4834"/>
                    <a:pt x="3160" y="4901"/>
                    <a:pt x="3160" y="4981"/>
                  </a:cubicBezTo>
                  <a:cubicBezTo>
                    <a:pt x="3160" y="5063"/>
                    <a:pt x="3227" y="5129"/>
                    <a:pt x="3307" y="5129"/>
                  </a:cubicBezTo>
                  <a:lnTo>
                    <a:pt x="4886" y="5129"/>
                  </a:lnTo>
                  <a:cubicBezTo>
                    <a:pt x="4967" y="5129"/>
                    <a:pt x="5034" y="5063"/>
                    <a:pt x="5034" y="4981"/>
                  </a:cubicBezTo>
                  <a:cubicBezTo>
                    <a:pt x="5034" y="4900"/>
                    <a:pt x="4967" y="4834"/>
                    <a:pt x="4886" y="4833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37"/>
            <p:cNvSpPr/>
            <p:nvPr/>
          </p:nvSpPr>
          <p:spPr>
            <a:xfrm>
              <a:off x="5427200" y="3434275"/>
              <a:ext cx="204450" cy="128275"/>
            </a:xfrm>
            <a:custGeom>
              <a:rect b="b" l="l" r="r" t="t"/>
              <a:pathLst>
                <a:path extrusionOk="0" h="5131" w="8178">
                  <a:moveTo>
                    <a:pt x="148" y="27"/>
                  </a:moveTo>
                  <a:cubicBezTo>
                    <a:pt x="79" y="34"/>
                    <a:pt x="26" y="89"/>
                    <a:pt x="17" y="156"/>
                  </a:cubicBezTo>
                  <a:cubicBezTo>
                    <a:pt x="6" y="238"/>
                    <a:pt x="66" y="313"/>
                    <a:pt x="148" y="323"/>
                  </a:cubicBezTo>
                  <a:lnTo>
                    <a:pt x="749" y="323"/>
                  </a:lnTo>
                  <a:cubicBezTo>
                    <a:pt x="816" y="314"/>
                    <a:pt x="871" y="261"/>
                    <a:pt x="879" y="192"/>
                  </a:cubicBezTo>
                  <a:cubicBezTo>
                    <a:pt x="889" y="110"/>
                    <a:pt x="830" y="36"/>
                    <a:pt x="749" y="27"/>
                  </a:cubicBezTo>
                  <a:close/>
                  <a:moveTo>
                    <a:pt x="1427" y="27"/>
                  </a:moveTo>
                  <a:cubicBezTo>
                    <a:pt x="1345" y="36"/>
                    <a:pt x="1287" y="110"/>
                    <a:pt x="1296" y="192"/>
                  </a:cubicBezTo>
                  <a:cubicBezTo>
                    <a:pt x="1305" y="261"/>
                    <a:pt x="1358" y="314"/>
                    <a:pt x="1427" y="323"/>
                  </a:cubicBezTo>
                  <a:lnTo>
                    <a:pt x="3005" y="323"/>
                  </a:lnTo>
                  <a:cubicBezTo>
                    <a:pt x="3084" y="319"/>
                    <a:pt x="3145" y="255"/>
                    <a:pt x="3145" y="176"/>
                  </a:cubicBezTo>
                  <a:cubicBezTo>
                    <a:pt x="3145" y="92"/>
                    <a:pt x="3078" y="27"/>
                    <a:pt x="2996" y="27"/>
                  </a:cubicBezTo>
                  <a:close/>
                  <a:moveTo>
                    <a:pt x="3665" y="0"/>
                  </a:moveTo>
                  <a:cubicBezTo>
                    <a:pt x="3571" y="0"/>
                    <a:pt x="3495" y="77"/>
                    <a:pt x="3493" y="171"/>
                  </a:cubicBezTo>
                  <a:cubicBezTo>
                    <a:pt x="3492" y="267"/>
                    <a:pt x="3568" y="344"/>
                    <a:pt x="3663" y="346"/>
                  </a:cubicBezTo>
                  <a:lnTo>
                    <a:pt x="3668" y="346"/>
                  </a:lnTo>
                  <a:cubicBezTo>
                    <a:pt x="3763" y="346"/>
                    <a:pt x="3839" y="270"/>
                    <a:pt x="3839" y="174"/>
                  </a:cubicBezTo>
                  <a:cubicBezTo>
                    <a:pt x="3840" y="79"/>
                    <a:pt x="3763" y="2"/>
                    <a:pt x="3668" y="0"/>
                  </a:cubicBezTo>
                  <a:cubicBezTo>
                    <a:pt x="3667" y="0"/>
                    <a:pt x="3666" y="0"/>
                    <a:pt x="3665" y="0"/>
                  </a:cubicBezTo>
                  <a:close/>
                  <a:moveTo>
                    <a:pt x="4182" y="0"/>
                  </a:moveTo>
                  <a:cubicBezTo>
                    <a:pt x="4087" y="0"/>
                    <a:pt x="4010" y="77"/>
                    <a:pt x="4009" y="171"/>
                  </a:cubicBezTo>
                  <a:cubicBezTo>
                    <a:pt x="4009" y="267"/>
                    <a:pt x="4084" y="344"/>
                    <a:pt x="4180" y="346"/>
                  </a:cubicBezTo>
                  <a:lnTo>
                    <a:pt x="4181" y="346"/>
                  </a:lnTo>
                  <a:cubicBezTo>
                    <a:pt x="4277" y="346"/>
                    <a:pt x="4354" y="270"/>
                    <a:pt x="4354" y="174"/>
                  </a:cubicBezTo>
                  <a:cubicBezTo>
                    <a:pt x="4355" y="79"/>
                    <a:pt x="4280" y="2"/>
                    <a:pt x="4184" y="0"/>
                  </a:cubicBezTo>
                  <a:cubicBezTo>
                    <a:pt x="4183" y="0"/>
                    <a:pt x="4182" y="0"/>
                    <a:pt x="4182" y="0"/>
                  </a:cubicBezTo>
                  <a:close/>
                  <a:moveTo>
                    <a:pt x="4695" y="0"/>
                  </a:moveTo>
                  <a:cubicBezTo>
                    <a:pt x="4601" y="0"/>
                    <a:pt x="4524" y="77"/>
                    <a:pt x="4524" y="171"/>
                  </a:cubicBezTo>
                  <a:cubicBezTo>
                    <a:pt x="4522" y="267"/>
                    <a:pt x="4598" y="344"/>
                    <a:pt x="4693" y="346"/>
                  </a:cubicBezTo>
                  <a:lnTo>
                    <a:pt x="4698" y="346"/>
                  </a:lnTo>
                  <a:cubicBezTo>
                    <a:pt x="4792" y="346"/>
                    <a:pt x="4869" y="270"/>
                    <a:pt x="4869" y="174"/>
                  </a:cubicBezTo>
                  <a:cubicBezTo>
                    <a:pt x="4869" y="79"/>
                    <a:pt x="4793" y="2"/>
                    <a:pt x="4698" y="0"/>
                  </a:cubicBezTo>
                  <a:cubicBezTo>
                    <a:pt x="4697" y="0"/>
                    <a:pt x="4696" y="0"/>
                    <a:pt x="4695" y="0"/>
                  </a:cubicBezTo>
                  <a:close/>
                  <a:moveTo>
                    <a:pt x="5212" y="0"/>
                  </a:moveTo>
                  <a:cubicBezTo>
                    <a:pt x="5116" y="0"/>
                    <a:pt x="5040" y="77"/>
                    <a:pt x="5039" y="171"/>
                  </a:cubicBezTo>
                  <a:cubicBezTo>
                    <a:pt x="5037" y="267"/>
                    <a:pt x="5115" y="344"/>
                    <a:pt x="5210" y="346"/>
                  </a:cubicBezTo>
                  <a:lnTo>
                    <a:pt x="5215" y="346"/>
                  </a:lnTo>
                  <a:cubicBezTo>
                    <a:pt x="5308" y="346"/>
                    <a:pt x="5384" y="270"/>
                    <a:pt x="5384" y="174"/>
                  </a:cubicBezTo>
                  <a:cubicBezTo>
                    <a:pt x="5386" y="79"/>
                    <a:pt x="5310" y="2"/>
                    <a:pt x="5215" y="0"/>
                  </a:cubicBezTo>
                  <a:cubicBezTo>
                    <a:pt x="5214" y="0"/>
                    <a:pt x="5213" y="0"/>
                    <a:pt x="5212" y="0"/>
                  </a:cubicBezTo>
                  <a:close/>
                  <a:moveTo>
                    <a:pt x="6241" y="0"/>
                  </a:moveTo>
                  <a:cubicBezTo>
                    <a:pt x="6147" y="0"/>
                    <a:pt x="6071" y="77"/>
                    <a:pt x="6069" y="171"/>
                  </a:cubicBezTo>
                  <a:cubicBezTo>
                    <a:pt x="6068" y="267"/>
                    <a:pt x="6145" y="344"/>
                    <a:pt x="6240" y="346"/>
                  </a:cubicBezTo>
                  <a:lnTo>
                    <a:pt x="6243" y="346"/>
                  </a:lnTo>
                  <a:cubicBezTo>
                    <a:pt x="6339" y="346"/>
                    <a:pt x="6415" y="270"/>
                    <a:pt x="6415" y="174"/>
                  </a:cubicBezTo>
                  <a:cubicBezTo>
                    <a:pt x="6416" y="79"/>
                    <a:pt x="6339" y="2"/>
                    <a:pt x="6243" y="0"/>
                  </a:cubicBezTo>
                  <a:cubicBezTo>
                    <a:pt x="6243" y="0"/>
                    <a:pt x="6242" y="0"/>
                    <a:pt x="6241" y="0"/>
                  </a:cubicBezTo>
                  <a:close/>
                  <a:moveTo>
                    <a:pt x="5727" y="0"/>
                  </a:moveTo>
                  <a:cubicBezTo>
                    <a:pt x="5633" y="0"/>
                    <a:pt x="5557" y="77"/>
                    <a:pt x="5556" y="171"/>
                  </a:cubicBezTo>
                  <a:cubicBezTo>
                    <a:pt x="5554" y="267"/>
                    <a:pt x="5630" y="344"/>
                    <a:pt x="5725" y="346"/>
                  </a:cubicBezTo>
                  <a:lnTo>
                    <a:pt x="5728" y="346"/>
                  </a:lnTo>
                  <a:cubicBezTo>
                    <a:pt x="5730" y="346"/>
                    <a:pt x="5732" y="346"/>
                    <a:pt x="5734" y="346"/>
                  </a:cubicBezTo>
                  <a:cubicBezTo>
                    <a:pt x="5827" y="346"/>
                    <a:pt x="5903" y="271"/>
                    <a:pt x="5905" y="177"/>
                  </a:cubicBezTo>
                  <a:lnTo>
                    <a:pt x="5905" y="174"/>
                  </a:lnTo>
                  <a:lnTo>
                    <a:pt x="5901" y="174"/>
                  </a:lnTo>
                  <a:cubicBezTo>
                    <a:pt x="5902" y="79"/>
                    <a:pt x="5825" y="2"/>
                    <a:pt x="5730" y="0"/>
                  </a:cubicBezTo>
                  <a:cubicBezTo>
                    <a:pt x="5729" y="0"/>
                    <a:pt x="5728" y="0"/>
                    <a:pt x="5727" y="0"/>
                  </a:cubicBezTo>
                  <a:close/>
                  <a:moveTo>
                    <a:pt x="148" y="713"/>
                  </a:moveTo>
                  <a:cubicBezTo>
                    <a:pt x="66" y="724"/>
                    <a:pt x="6" y="798"/>
                    <a:pt x="17" y="880"/>
                  </a:cubicBezTo>
                  <a:cubicBezTo>
                    <a:pt x="24" y="947"/>
                    <a:pt x="79" y="1002"/>
                    <a:pt x="148" y="1010"/>
                  </a:cubicBezTo>
                  <a:lnTo>
                    <a:pt x="748" y="1010"/>
                  </a:lnTo>
                  <a:cubicBezTo>
                    <a:pt x="830" y="1010"/>
                    <a:pt x="895" y="944"/>
                    <a:pt x="895" y="862"/>
                  </a:cubicBezTo>
                  <a:cubicBezTo>
                    <a:pt x="897" y="782"/>
                    <a:pt x="833" y="715"/>
                    <a:pt x="751" y="713"/>
                  </a:cubicBezTo>
                  <a:close/>
                  <a:moveTo>
                    <a:pt x="1427" y="713"/>
                  </a:moveTo>
                  <a:cubicBezTo>
                    <a:pt x="1345" y="722"/>
                    <a:pt x="1287" y="797"/>
                    <a:pt x="1296" y="879"/>
                  </a:cubicBezTo>
                  <a:cubicBezTo>
                    <a:pt x="1305" y="947"/>
                    <a:pt x="1358" y="1001"/>
                    <a:pt x="1427" y="1010"/>
                  </a:cubicBezTo>
                  <a:lnTo>
                    <a:pt x="3005" y="1010"/>
                  </a:lnTo>
                  <a:cubicBezTo>
                    <a:pt x="3084" y="1007"/>
                    <a:pt x="3145" y="941"/>
                    <a:pt x="3145" y="862"/>
                  </a:cubicBezTo>
                  <a:cubicBezTo>
                    <a:pt x="3145" y="780"/>
                    <a:pt x="3078" y="713"/>
                    <a:pt x="2996" y="713"/>
                  </a:cubicBezTo>
                  <a:close/>
                  <a:moveTo>
                    <a:pt x="148" y="1400"/>
                  </a:moveTo>
                  <a:cubicBezTo>
                    <a:pt x="66" y="1410"/>
                    <a:pt x="6" y="1485"/>
                    <a:pt x="17" y="1566"/>
                  </a:cubicBezTo>
                  <a:cubicBezTo>
                    <a:pt x="24" y="1635"/>
                    <a:pt x="79" y="1689"/>
                    <a:pt x="148" y="1696"/>
                  </a:cubicBezTo>
                  <a:lnTo>
                    <a:pt x="748" y="1696"/>
                  </a:lnTo>
                  <a:cubicBezTo>
                    <a:pt x="830" y="1696"/>
                    <a:pt x="895" y="1630"/>
                    <a:pt x="895" y="1549"/>
                  </a:cubicBezTo>
                  <a:cubicBezTo>
                    <a:pt x="897" y="1468"/>
                    <a:pt x="833" y="1401"/>
                    <a:pt x="751" y="1400"/>
                  </a:cubicBezTo>
                  <a:close/>
                  <a:moveTo>
                    <a:pt x="1427" y="1400"/>
                  </a:moveTo>
                  <a:cubicBezTo>
                    <a:pt x="1345" y="1409"/>
                    <a:pt x="1287" y="1483"/>
                    <a:pt x="1296" y="1565"/>
                  </a:cubicBezTo>
                  <a:cubicBezTo>
                    <a:pt x="1305" y="1633"/>
                    <a:pt x="1358" y="1687"/>
                    <a:pt x="1427" y="1696"/>
                  </a:cubicBezTo>
                  <a:lnTo>
                    <a:pt x="3005" y="1696"/>
                  </a:lnTo>
                  <a:cubicBezTo>
                    <a:pt x="3084" y="1693"/>
                    <a:pt x="3145" y="1627"/>
                    <a:pt x="3145" y="1549"/>
                  </a:cubicBezTo>
                  <a:cubicBezTo>
                    <a:pt x="3145" y="1467"/>
                    <a:pt x="3078" y="1400"/>
                    <a:pt x="2996" y="1400"/>
                  </a:cubicBezTo>
                  <a:close/>
                  <a:moveTo>
                    <a:pt x="3668" y="1373"/>
                  </a:moveTo>
                  <a:cubicBezTo>
                    <a:pt x="3572" y="1373"/>
                    <a:pt x="3495" y="1449"/>
                    <a:pt x="3493" y="1544"/>
                  </a:cubicBezTo>
                  <a:cubicBezTo>
                    <a:pt x="3492" y="1639"/>
                    <a:pt x="3568" y="1718"/>
                    <a:pt x="3663" y="1718"/>
                  </a:cubicBezTo>
                  <a:lnTo>
                    <a:pt x="3668" y="1718"/>
                  </a:lnTo>
                  <a:cubicBezTo>
                    <a:pt x="3763" y="1718"/>
                    <a:pt x="3839" y="1642"/>
                    <a:pt x="3839" y="1549"/>
                  </a:cubicBezTo>
                  <a:cubicBezTo>
                    <a:pt x="3840" y="1453"/>
                    <a:pt x="3763" y="1374"/>
                    <a:pt x="3668" y="1373"/>
                  </a:cubicBezTo>
                  <a:close/>
                  <a:moveTo>
                    <a:pt x="4184" y="1373"/>
                  </a:moveTo>
                  <a:cubicBezTo>
                    <a:pt x="4089" y="1373"/>
                    <a:pt x="4010" y="1449"/>
                    <a:pt x="4009" y="1544"/>
                  </a:cubicBezTo>
                  <a:cubicBezTo>
                    <a:pt x="4009" y="1639"/>
                    <a:pt x="4084" y="1718"/>
                    <a:pt x="4180" y="1718"/>
                  </a:cubicBezTo>
                  <a:lnTo>
                    <a:pt x="4181" y="1718"/>
                  </a:lnTo>
                  <a:cubicBezTo>
                    <a:pt x="4277" y="1718"/>
                    <a:pt x="4354" y="1642"/>
                    <a:pt x="4355" y="1549"/>
                  </a:cubicBezTo>
                  <a:lnTo>
                    <a:pt x="4354" y="1549"/>
                  </a:lnTo>
                  <a:cubicBezTo>
                    <a:pt x="4355" y="1453"/>
                    <a:pt x="4280" y="1374"/>
                    <a:pt x="4184" y="1373"/>
                  </a:cubicBezTo>
                  <a:close/>
                  <a:moveTo>
                    <a:pt x="4698" y="1373"/>
                  </a:moveTo>
                  <a:cubicBezTo>
                    <a:pt x="4603" y="1373"/>
                    <a:pt x="4524" y="1449"/>
                    <a:pt x="4524" y="1544"/>
                  </a:cubicBezTo>
                  <a:cubicBezTo>
                    <a:pt x="4522" y="1639"/>
                    <a:pt x="4598" y="1718"/>
                    <a:pt x="4693" y="1718"/>
                  </a:cubicBezTo>
                  <a:lnTo>
                    <a:pt x="4698" y="1718"/>
                  </a:lnTo>
                  <a:cubicBezTo>
                    <a:pt x="4792" y="1718"/>
                    <a:pt x="4869" y="1642"/>
                    <a:pt x="4869" y="1549"/>
                  </a:cubicBezTo>
                  <a:cubicBezTo>
                    <a:pt x="4869" y="1453"/>
                    <a:pt x="4793" y="1374"/>
                    <a:pt x="4698" y="1373"/>
                  </a:cubicBezTo>
                  <a:close/>
                  <a:moveTo>
                    <a:pt x="5215" y="1373"/>
                  </a:moveTo>
                  <a:cubicBezTo>
                    <a:pt x="5118" y="1373"/>
                    <a:pt x="5040" y="1449"/>
                    <a:pt x="5039" y="1544"/>
                  </a:cubicBezTo>
                  <a:cubicBezTo>
                    <a:pt x="5037" y="1639"/>
                    <a:pt x="5115" y="1718"/>
                    <a:pt x="5210" y="1718"/>
                  </a:cubicBezTo>
                  <a:lnTo>
                    <a:pt x="5215" y="1718"/>
                  </a:lnTo>
                  <a:cubicBezTo>
                    <a:pt x="5308" y="1718"/>
                    <a:pt x="5384" y="1642"/>
                    <a:pt x="5384" y="1549"/>
                  </a:cubicBezTo>
                  <a:cubicBezTo>
                    <a:pt x="5386" y="1453"/>
                    <a:pt x="5310" y="1374"/>
                    <a:pt x="5215" y="1373"/>
                  </a:cubicBezTo>
                  <a:close/>
                  <a:moveTo>
                    <a:pt x="6243" y="1373"/>
                  </a:moveTo>
                  <a:cubicBezTo>
                    <a:pt x="6148" y="1373"/>
                    <a:pt x="6071" y="1449"/>
                    <a:pt x="6069" y="1544"/>
                  </a:cubicBezTo>
                  <a:cubicBezTo>
                    <a:pt x="6068" y="1639"/>
                    <a:pt x="6145" y="1718"/>
                    <a:pt x="6240" y="1718"/>
                  </a:cubicBezTo>
                  <a:lnTo>
                    <a:pt x="6243" y="1718"/>
                  </a:lnTo>
                  <a:cubicBezTo>
                    <a:pt x="6339" y="1718"/>
                    <a:pt x="6415" y="1642"/>
                    <a:pt x="6415" y="1549"/>
                  </a:cubicBezTo>
                  <a:cubicBezTo>
                    <a:pt x="6416" y="1453"/>
                    <a:pt x="6339" y="1374"/>
                    <a:pt x="6243" y="1373"/>
                  </a:cubicBezTo>
                  <a:close/>
                  <a:moveTo>
                    <a:pt x="5730" y="1373"/>
                  </a:moveTo>
                  <a:cubicBezTo>
                    <a:pt x="5634" y="1373"/>
                    <a:pt x="5557" y="1449"/>
                    <a:pt x="5556" y="1544"/>
                  </a:cubicBezTo>
                  <a:cubicBezTo>
                    <a:pt x="5554" y="1639"/>
                    <a:pt x="5630" y="1718"/>
                    <a:pt x="5725" y="1718"/>
                  </a:cubicBezTo>
                  <a:lnTo>
                    <a:pt x="5728" y="1718"/>
                  </a:lnTo>
                  <a:cubicBezTo>
                    <a:pt x="5730" y="1718"/>
                    <a:pt x="5732" y="1718"/>
                    <a:pt x="5734" y="1718"/>
                  </a:cubicBezTo>
                  <a:cubicBezTo>
                    <a:pt x="5827" y="1718"/>
                    <a:pt x="5903" y="1644"/>
                    <a:pt x="5905" y="1550"/>
                  </a:cubicBezTo>
                  <a:lnTo>
                    <a:pt x="5905" y="1549"/>
                  </a:lnTo>
                  <a:lnTo>
                    <a:pt x="5901" y="1549"/>
                  </a:lnTo>
                  <a:cubicBezTo>
                    <a:pt x="5902" y="1453"/>
                    <a:pt x="5825" y="1374"/>
                    <a:pt x="5730" y="1373"/>
                  </a:cubicBezTo>
                  <a:close/>
                  <a:moveTo>
                    <a:pt x="148" y="2086"/>
                  </a:moveTo>
                  <a:cubicBezTo>
                    <a:pt x="66" y="2088"/>
                    <a:pt x="0" y="2155"/>
                    <a:pt x="0" y="2236"/>
                  </a:cubicBezTo>
                  <a:cubicBezTo>
                    <a:pt x="0" y="2317"/>
                    <a:pt x="66" y="2382"/>
                    <a:pt x="148" y="2382"/>
                  </a:cubicBezTo>
                  <a:lnTo>
                    <a:pt x="749" y="2382"/>
                  </a:lnTo>
                  <a:cubicBezTo>
                    <a:pt x="830" y="2382"/>
                    <a:pt x="895" y="2317"/>
                    <a:pt x="895" y="2236"/>
                  </a:cubicBezTo>
                  <a:cubicBezTo>
                    <a:pt x="895" y="2155"/>
                    <a:pt x="830" y="2088"/>
                    <a:pt x="749" y="2086"/>
                  </a:cubicBezTo>
                  <a:close/>
                  <a:moveTo>
                    <a:pt x="1427" y="2086"/>
                  </a:moveTo>
                  <a:cubicBezTo>
                    <a:pt x="1345" y="2088"/>
                    <a:pt x="1279" y="2153"/>
                    <a:pt x="1279" y="2235"/>
                  </a:cubicBezTo>
                  <a:cubicBezTo>
                    <a:pt x="1279" y="2317"/>
                    <a:pt x="1345" y="2382"/>
                    <a:pt x="1427" y="2382"/>
                  </a:cubicBezTo>
                  <a:lnTo>
                    <a:pt x="3005" y="2382"/>
                  </a:lnTo>
                  <a:cubicBezTo>
                    <a:pt x="3084" y="2379"/>
                    <a:pt x="3145" y="2314"/>
                    <a:pt x="3145" y="2235"/>
                  </a:cubicBezTo>
                  <a:cubicBezTo>
                    <a:pt x="3145" y="2153"/>
                    <a:pt x="3078" y="2086"/>
                    <a:pt x="2996" y="2086"/>
                  </a:cubicBezTo>
                  <a:close/>
                  <a:moveTo>
                    <a:pt x="148" y="2775"/>
                  </a:moveTo>
                  <a:cubicBezTo>
                    <a:pt x="66" y="2775"/>
                    <a:pt x="0" y="2841"/>
                    <a:pt x="0" y="2923"/>
                  </a:cubicBezTo>
                  <a:cubicBezTo>
                    <a:pt x="0" y="3005"/>
                    <a:pt x="66" y="3070"/>
                    <a:pt x="148" y="3072"/>
                  </a:cubicBezTo>
                  <a:lnTo>
                    <a:pt x="749" y="3072"/>
                  </a:lnTo>
                  <a:cubicBezTo>
                    <a:pt x="830" y="3070"/>
                    <a:pt x="895" y="3003"/>
                    <a:pt x="895" y="2923"/>
                  </a:cubicBezTo>
                  <a:cubicBezTo>
                    <a:pt x="895" y="2841"/>
                    <a:pt x="830" y="2775"/>
                    <a:pt x="749" y="2775"/>
                  </a:cubicBezTo>
                  <a:close/>
                  <a:moveTo>
                    <a:pt x="1427" y="2774"/>
                  </a:moveTo>
                  <a:cubicBezTo>
                    <a:pt x="1345" y="2774"/>
                    <a:pt x="1279" y="2841"/>
                    <a:pt x="1279" y="2921"/>
                  </a:cubicBezTo>
                  <a:cubicBezTo>
                    <a:pt x="1279" y="3003"/>
                    <a:pt x="1345" y="3070"/>
                    <a:pt x="1427" y="3072"/>
                  </a:cubicBezTo>
                  <a:lnTo>
                    <a:pt x="3005" y="3072"/>
                  </a:lnTo>
                  <a:cubicBezTo>
                    <a:pt x="3084" y="3067"/>
                    <a:pt x="3145" y="3002"/>
                    <a:pt x="3145" y="2921"/>
                  </a:cubicBezTo>
                  <a:cubicBezTo>
                    <a:pt x="3145" y="2841"/>
                    <a:pt x="3079" y="2774"/>
                    <a:pt x="2998" y="2774"/>
                  </a:cubicBezTo>
                  <a:close/>
                  <a:moveTo>
                    <a:pt x="5426" y="3349"/>
                  </a:moveTo>
                  <a:cubicBezTo>
                    <a:pt x="5332" y="3349"/>
                    <a:pt x="5256" y="3424"/>
                    <a:pt x="5255" y="3518"/>
                  </a:cubicBezTo>
                  <a:cubicBezTo>
                    <a:pt x="5253" y="3614"/>
                    <a:pt x="5329" y="3693"/>
                    <a:pt x="5425" y="3694"/>
                  </a:cubicBezTo>
                  <a:lnTo>
                    <a:pt x="5427" y="3694"/>
                  </a:lnTo>
                  <a:cubicBezTo>
                    <a:pt x="5521" y="3694"/>
                    <a:pt x="5599" y="3618"/>
                    <a:pt x="5600" y="3523"/>
                  </a:cubicBezTo>
                  <a:cubicBezTo>
                    <a:pt x="5602" y="3428"/>
                    <a:pt x="5524" y="3349"/>
                    <a:pt x="5429" y="3349"/>
                  </a:cubicBezTo>
                  <a:cubicBezTo>
                    <a:pt x="5428" y="3349"/>
                    <a:pt x="5427" y="3349"/>
                    <a:pt x="5426" y="3349"/>
                  </a:cubicBezTo>
                  <a:close/>
                  <a:moveTo>
                    <a:pt x="6457" y="3349"/>
                  </a:moveTo>
                  <a:cubicBezTo>
                    <a:pt x="6363" y="3349"/>
                    <a:pt x="6285" y="3424"/>
                    <a:pt x="6285" y="3518"/>
                  </a:cubicBezTo>
                  <a:cubicBezTo>
                    <a:pt x="6284" y="3614"/>
                    <a:pt x="6360" y="3693"/>
                    <a:pt x="6455" y="3694"/>
                  </a:cubicBezTo>
                  <a:lnTo>
                    <a:pt x="6458" y="3694"/>
                  </a:lnTo>
                  <a:cubicBezTo>
                    <a:pt x="6552" y="3694"/>
                    <a:pt x="6629" y="3618"/>
                    <a:pt x="6631" y="3523"/>
                  </a:cubicBezTo>
                  <a:cubicBezTo>
                    <a:pt x="6631" y="3428"/>
                    <a:pt x="6555" y="3349"/>
                    <a:pt x="6459" y="3349"/>
                  </a:cubicBezTo>
                  <a:cubicBezTo>
                    <a:pt x="6458" y="3349"/>
                    <a:pt x="6457" y="3349"/>
                    <a:pt x="6457" y="3349"/>
                  </a:cubicBezTo>
                  <a:close/>
                  <a:moveTo>
                    <a:pt x="6970" y="3349"/>
                  </a:moveTo>
                  <a:cubicBezTo>
                    <a:pt x="6876" y="3349"/>
                    <a:pt x="6799" y="3424"/>
                    <a:pt x="6799" y="3518"/>
                  </a:cubicBezTo>
                  <a:cubicBezTo>
                    <a:pt x="6797" y="3614"/>
                    <a:pt x="6873" y="3693"/>
                    <a:pt x="6969" y="3694"/>
                  </a:cubicBezTo>
                  <a:lnTo>
                    <a:pt x="6973" y="3694"/>
                  </a:lnTo>
                  <a:cubicBezTo>
                    <a:pt x="7067" y="3694"/>
                    <a:pt x="7144" y="3617"/>
                    <a:pt x="7144" y="3523"/>
                  </a:cubicBezTo>
                  <a:cubicBezTo>
                    <a:pt x="7144" y="3428"/>
                    <a:pt x="7068" y="3349"/>
                    <a:pt x="6973" y="3349"/>
                  </a:cubicBezTo>
                  <a:cubicBezTo>
                    <a:pt x="6972" y="3349"/>
                    <a:pt x="6971" y="3349"/>
                    <a:pt x="6970" y="3349"/>
                  </a:cubicBezTo>
                  <a:close/>
                  <a:moveTo>
                    <a:pt x="7487" y="3349"/>
                  </a:moveTo>
                  <a:cubicBezTo>
                    <a:pt x="7393" y="3349"/>
                    <a:pt x="7315" y="3424"/>
                    <a:pt x="7314" y="3518"/>
                  </a:cubicBezTo>
                  <a:cubicBezTo>
                    <a:pt x="7314" y="3614"/>
                    <a:pt x="7390" y="3693"/>
                    <a:pt x="7485" y="3694"/>
                  </a:cubicBezTo>
                  <a:lnTo>
                    <a:pt x="7487" y="3694"/>
                  </a:lnTo>
                  <a:cubicBezTo>
                    <a:pt x="7582" y="3694"/>
                    <a:pt x="7659" y="3618"/>
                    <a:pt x="7659" y="3523"/>
                  </a:cubicBezTo>
                  <a:cubicBezTo>
                    <a:pt x="7661" y="3428"/>
                    <a:pt x="7585" y="3349"/>
                    <a:pt x="7490" y="3349"/>
                  </a:cubicBezTo>
                  <a:cubicBezTo>
                    <a:pt x="7489" y="3349"/>
                    <a:pt x="7488" y="3349"/>
                    <a:pt x="7487" y="3349"/>
                  </a:cubicBezTo>
                  <a:close/>
                  <a:moveTo>
                    <a:pt x="8002" y="3349"/>
                  </a:moveTo>
                  <a:cubicBezTo>
                    <a:pt x="7908" y="3349"/>
                    <a:pt x="7832" y="3424"/>
                    <a:pt x="7831" y="3518"/>
                  </a:cubicBezTo>
                  <a:cubicBezTo>
                    <a:pt x="7829" y="3614"/>
                    <a:pt x="7905" y="3693"/>
                    <a:pt x="8002" y="3694"/>
                  </a:cubicBezTo>
                  <a:lnTo>
                    <a:pt x="8003" y="3694"/>
                  </a:lnTo>
                  <a:cubicBezTo>
                    <a:pt x="8097" y="3694"/>
                    <a:pt x="8175" y="3618"/>
                    <a:pt x="8176" y="3523"/>
                  </a:cubicBezTo>
                  <a:cubicBezTo>
                    <a:pt x="8178" y="3428"/>
                    <a:pt x="8100" y="3349"/>
                    <a:pt x="8005" y="3349"/>
                  </a:cubicBezTo>
                  <a:cubicBezTo>
                    <a:pt x="8004" y="3349"/>
                    <a:pt x="8003" y="3349"/>
                    <a:pt x="8002" y="3349"/>
                  </a:cubicBezTo>
                  <a:close/>
                  <a:moveTo>
                    <a:pt x="5940" y="3349"/>
                  </a:moveTo>
                  <a:cubicBezTo>
                    <a:pt x="5846" y="3349"/>
                    <a:pt x="5770" y="3424"/>
                    <a:pt x="5768" y="3518"/>
                  </a:cubicBezTo>
                  <a:cubicBezTo>
                    <a:pt x="5767" y="3614"/>
                    <a:pt x="5844" y="3693"/>
                    <a:pt x="5940" y="3694"/>
                  </a:cubicBezTo>
                  <a:lnTo>
                    <a:pt x="5943" y="3694"/>
                  </a:lnTo>
                  <a:cubicBezTo>
                    <a:pt x="5944" y="3694"/>
                    <a:pt x="5945" y="3694"/>
                    <a:pt x="5945" y="3694"/>
                  </a:cubicBezTo>
                  <a:cubicBezTo>
                    <a:pt x="6039" y="3694"/>
                    <a:pt x="6115" y="3620"/>
                    <a:pt x="6118" y="3527"/>
                  </a:cubicBezTo>
                  <a:lnTo>
                    <a:pt x="6118" y="3523"/>
                  </a:lnTo>
                  <a:lnTo>
                    <a:pt x="6114" y="3523"/>
                  </a:lnTo>
                  <a:cubicBezTo>
                    <a:pt x="6115" y="3428"/>
                    <a:pt x="6038" y="3349"/>
                    <a:pt x="5943" y="3349"/>
                  </a:cubicBezTo>
                  <a:cubicBezTo>
                    <a:pt x="5942" y="3349"/>
                    <a:pt x="5941" y="3349"/>
                    <a:pt x="5940" y="3349"/>
                  </a:cubicBezTo>
                  <a:close/>
                  <a:moveTo>
                    <a:pt x="148" y="3462"/>
                  </a:moveTo>
                  <a:cubicBezTo>
                    <a:pt x="66" y="3472"/>
                    <a:pt x="6" y="3545"/>
                    <a:pt x="17" y="3627"/>
                  </a:cubicBezTo>
                  <a:cubicBezTo>
                    <a:pt x="26" y="3696"/>
                    <a:pt x="79" y="3751"/>
                    <a:pt x="148" y="3758"/>
                  </a:cubicBezTo>
                  <a:lnTo>
                    <a:pt x="749" y="3758"/>
                  </a:lnTo>
                  <a:cubicBezTo>
                    <a:pt x="830" y="3758"/>
                    <a:pt x="895" y="3693"/>
                    <a:pt x="895" y="3611"/>
                  </a:cubicBezTo>
                  <a:lnTo>
                    <a:pt x="895" y="3609"/>
                  </a:lnTo>
                  <a:cubicBezTo>
                    <a:pt x="895" y="3527"/>
                    <a:pt x="830" y="3462"/>
                    <a:pt x="749" y="3462"/>
                  </a:cubicBezTo>
                  <a:close/>
                  <a:moveTo>
                    <a:pt x="3307" y="3462"/>
                  </a:moveTo>
                  <a:cubicBezTo>
                    <a:pt x="3225" y="3471"/>
                    <a:pt x="3167" y="3545"/>
                    <a:pt x="3178" y="3627"/>
                  </a:cubicBezTo>
                  <a:cubicBezTo>
                    <a:pt x="3185" y="3696"/>
                    <a:pt x="3239" y="3749"/>
                    <a:pt x="3307" y="3758"/>
                  </a:cubicBezTo>
                  <a:lnTo>
                    <a:pt x="4886" y="3758"/>
                  </a:lnTo>
                  <a:cubicBezTo>
                    <a:pt x="4967" y="3758"/>
                    <a:pt x="5034" y="3691"/>
                    <a:pt x="5034" y="3608"/>
                  </a:cubicBezTo>
                  <a:cubicBezTo>
                    <a:pt x="5034" y="3527"/>
                    <a:pt x="4967" y="3462"/>
                    <a:pt x="4886" y="3462"/>
                  </a:cubicBezTo>
                  <a:close/>
                  <a:moveTo>
                    <a:pt x="148" y="4148"/>
                  </a:moveTo>
                  <a:cubicBezTo>
                    <a:pt x="66" y="4159"/>
                    <a:pt x="6" y="4233"/>
                    <a:pt x="17" y="4315"/>
                  </a:cubicBezTo>
                  <a:cubicBezTo>
                    <a:pt x="26" y="4382"/>
                    <a:pt x="79" y="4437"/>
                    <a:pt x="148" y="4445"/>
                  </a:cubicBezTo>
                  <a:lnTo>
                    <a:pt x="749" y="4445"/>
                  </a:lnTo>
                  <a:cubicBezTo>
                    <a:pt x="830" y="4445"/>
                    <a:pt x="895" y="4379"/>
                    <a:pt x="895" y="4297"/>
                  </a:cubicBezTo>
                  <a:lnTo>
                    <a:pt x="895" y="4296"/>
                  </a:lnTo>
                  <a:cubicBezTo>
                    <a:pt x="895" y="4214"/>
                    <a:pt x="830" y="4148"/>
                    <a:pt x="749" y="4148"/>
                  </a:cubicBezTo>
                  <a:close/>
                  <a:moveTo>
                    <a:pt x="3307" y="4148"/>
                  </a:moveTo>
                  <a:cubicBezTo>
                    <a:pt x="3225" y="4157"/>
                    <a:pt x="3167" y="4232"/>
                    <a:pt x="3178" y="4314"/>
                  </a:cubicBezTo>
                  <a:cubicBezTo>
                    <a:pt x="3185" y="4382"/>
                    <a:pt x="3239" y="4436"/>
                    <a:pt x="3307" y="4445"/>
                  </a:cubicBezTo>
                  <a:lnTo>
                    <a:pt x="4886" y="4445"/>
                  </a:lnTo>
                  <a:cubicBezTo>
                    <a:pt x="4967" y="4445"/>
                    <a:pt x="5034" y="4378"/>
                    <a:pt x="5034" y="4296"/>
                  </a:cubicBezTo>
                  <a:cubicBezTo>
                    <a:pt x="5034" y="4214"/>
                    <a:pt x="4967" y="4148"/>
                    <a:pt x="4886" y="4148"/>
                  </a:cubicBezTo>
                  <a:close/>
                  <a:moveTo>
                    <a:pt x="6972" y="4766"/>
                  </a:moveTo>
                  <a:cubicBezTo>
                    <a:pt x="6876" y="4766"/>
                    <a:pt x="6799" y="4844"/>
                    <a:pt x="6799" y="4939"/>
                  </a:cubicBezTo>
                  <a:cubicBezTo>
                    <a:pt x="6799" y="5034"/>
                    <a:pt x="6876" y="5112"/>
                    <a:pt x="6972" y="5112"/>
                  </a:cubicBezTo>
                  <a:lnTo>
                    <a:pt x="6973" y="5112"/>
                  </a:lnTo>
                  <a:cubicBezTo>
                    <a:pt x="7067" y="5112"/>
                    <a:pt x="7144" y="5036"/>
                    <a:pt x="7144" y="4940"/>
                  </a:cubicBezTo>
                  <a:lnTo>
                    <a:pt x="7144" y="4939"/>
                  </a:lnTo>
                  <a:cubicBezTo>
                    <a:pt x="7144" y="4844"/>
                    <a:pt x="7067" y="4766"/>
                    <a:pt x="6972" y="4766"/>
                  </a:cubicBezTo>
                  <a:close/>
                  <a:moveTo>
                    <a:pt x="8003" y="4766"/>
                  </a:moveTo>
                  <a:cubicBezTo>
                    <a:pt x="7908" y="4766"/>
                    <a:pt x="7831" y="4844"/>
                    <a:pt x="7831" y="4939"/>
                  </a:cubicBezTo>
                  <a:cubicBezTo>
                    <a:pt x="7831" y="5034"/>
                    <a:pt x="7908" y="5112"/>
                    <a:pt x="8003" y="5112"/>
                  </a:cubicBezTo>
                  <a:cubicBezTo>
                    <a:pt x="8099" y="5112"/>
                    <a:pt x="8176" y="5034"/>
                    <a:pt x="8176" y="4939"/>
                  </a:cubicBezTo>
                  <a:cubicBezTo>
                    <a:pt x="8176" y="4844"/>
                    <a:pt x="8099" y="4766"/>
                    <a:pt x="8003" y="4766"/>
                  </a:cubicBezTo>
                  <a:close/>
                  <a:moveTo>
                    <a:pt x="5427" y="4766"/>
                  </a:moveTo>
                  <a:cubicBezTo>
                    <a:pt x="5332" y="4766"/>
                    <a:pt x="5255" y="4844"/>
                    <a:pt x="5255" y="4939"/>
                  </a:cubicBezTo>
                  <a:cubicBezTo>
                    <a:pt x="5255" y="5034"/>
                    <a:pt x="5332" y="5112"/>
                    <a:pt x="5427" y="5112"/>
                  </a:cubicBezTo>
                  <a:cubicBezTo>
                    <a:pt x="5428" y="5112"/>
                    <a:pt x="5429" y="5112"/>
                    <a:pt x="5430" y="5112"/>
                  </a:cubicBezTo>
                  <a:cubicBezTo>
                    <a:pt x="5523" y="5112"/>
                    <a:pt x="5599" y="5036"/>
                    <a:pt x="5600" y="4943"/>
                  </a:cubicBezTo>
                  <a:lnTo>
                    <a:pt x="5600" y="4939"/>
                  </a:lnTo>
                  <a:cubicBezTo>
                    <a:pt x="5600" y="4844"/>
                    <a:pt x="5523" y="4766"/>
                    <a:pt x="5427" y="4766"/>
                  </a:cubicBezTo>
                  <a:close/>
                  <a:moveTo>
                    <a:pt x="6458" y="4766"/>
                  </a:moveTo>
                  <a:cubicBezTo>
                    <a:pt x="6361" y="4766"/>
                    <a:pt x="6285" y="4844"/>
                    <a:pt x="6285" y="4939"/>
                  </a:cubicBezTo>
                  <a:cubicBezTo>
                    <a:pt x="6285" y="5034"/>
                    <a:pt x="6363" y="5112"/>
                    <a:pt x="6458" y="5112"/>
                  </a:cubicBezTo>
                  <a:cubicBezTo>
                    <a:pt x="6459" y="5112"/>
                    <a:pt x="6460" y="5112"/>
                    <a:pt x="6461" y="5112"/>
                  </a:cubicBezTo>
                  <a:cubicBezTo>
                    <a:pt x="6553" y="5112"/>
                    <a:pt x="6629" y="5036"/>
                    <a:pt x="6631" y="4943"/>
                  </a:cubicBezTo>
                  <a:lnTo>
                    <a:pt x="6631" y="4939"/>
                  </a:lnTo>
                  <a:cubicBezTo>
                    <a:pt x="6631" y="4844"/>
                    <a:pt x="6553" y="4766"/>
                    <a:pt x="6458" y="4766"/>
                  </a:cubicBezTo>
                  <a:close/>
                  <a:moveTo>
                    <a:pt x="7487" y="4766"/>
                  </a:moveTo>
                  <a:cubicBezTo>
                    <a:pt x="7391" y="4766"/>
                    <a:pt x="7314" y="4844"/>
                    <a:pt x="7314" y="4939"/>
                  </a:cubicBezTo>
                  <a:cubicBezTo>
                    <a:pt x="7314" y="5034"/>
                    <a:pt x="7391" y="5112"/>
                    <a:pt x="7487" y="5112"/>
                  </a:cubicBezTo>
                  <a:cubicBezTo>
                    <a:pt x="7488" y="5112"/>
                    <a:pt x="7489" y="5112"/>
                    <a:pt x="7489" y="5112"/>
                  </a:cubicBezTo>
                  <a:cubicBezTo>
                    <a:pt x="7583" y="5112"/>
                    <a:pt x="7659" y="5036"/>
                    <a:pt x="7659" y="4943"/>
                  </a:cubicBezTo>
                  <a:lnTo>
                    <a:pt x="7659" y="4939"/>
                  </a:lnTo>
                  <a:cubicBezTo>
                    <a:pt x="7659" y="4844"/>
                    <a:pt x="7582" y="4766"/>
                    <a:pt x="7487" y="4766"/>
                  </a:cubicBezTo>
                  <a:close/>
                  <a:moveTo>
                    <a:pt x="5941" y="4766"/>
                  </a:moveTo>
                  <a:cubicBezTo>
                    <a:pt x="5846" y="4766"/>
                    <a:pt x="5768" y="4844"/>
                    <a:pt x="5768" y="4939"/>
                  </a:cubicBezTo>
                  <a:cubicBezTo>
                    <a:pt x="5768" y="5034"/>
                    <a:pt x="5846" y="5112"/>
                    <a:pt x="5941" y="5112"/>
                  </a:cubicBezTo>
                  <a:lnTo>
                    <a:pt x="5943" y="5112"/>
                  </a:lnTo>
                  <a:cubicBezTo>
                    <a:pt x="5945" y="5112"/>
                    <a:pt x="5946" y="5112"/>
                    <a:pt x="5948" y="5112"/>
                  </a:cubicBezTo>
                  <a:cubicBezTo>
                    <a:pt x="6041" y="5112"/>
                    <a:pt x="6115" y="5038"/>
                    <a:pt x="6118" y="4945"/>
                  </a:cubicBezTo>
                  <a:lnTo>
                    <a:pt x="6118" y="4939"/>
                  </a:lnTo>
                  <a:lnTo>
                    <a:pt x="6114" y="4939"/>
                  </a:lnTo>
                  <a:cubicBezTo>
                    <a:pt x="6114" y="4844"/>
                    <a:pt x="6036" y="4766"/>
                    <a:pt x="5941" y="4766"/>
                  </a:cubicBezTo>
                  <a:close/>
                  <a:moveTo>
                    <a:pt x="148" y="4835"/>
                  </a:moveTo>
                  <a:cubicBezTo>
                    <a:pt x="66" y="4845"/>
                    <a:pt x="6" y="4920"/>
                    <a:pt x="17" y="5001"/>
                  </a:cubicBezTo>
                  <a:cubicBezTo>
                    <a:pt x="26" y="5070"/>
                    <a:pt x="79" y="5124"/>
                    <a:pt x="148" y="5131"/>
                  </a:cubicBezTo>
                  <a:lnTo>
                    <a:pt x="749" y="5131"/>
                  </a:lnTo>
                  <a:cubicBezTo>
                    <a:pt x="830" y="5131"/>
                    <a:pt x="895" y="5065"/>
                    <a:pt x="895" y="4984"/>
                  </a:cubicBezTo>
                  <a:lnTo>
                    <a:pt x="895" y="4982"/>
                  </a:lnTo>
                  <a:cubicBezTo>
                    <a:pt x="895" y="4900"/>
                    <a:pt x="830" y="4835"/>
                    <a:pt x="749" y="4835"/>
                  </a:cubicBezTo>
                  <a:close/>
                  <a:moveTo>
                    <a:pt x="3307" y="4835"/>
                  </a:moveTo>
                  <a:cubicBezTo>
                    <a:pt x="3225" y="4844"/>
                    <a:pt x="3167" y="4918"/>
                    <a:pt x="3178" y="5000"/>
                  </a:cubicBezTo>
                  <a:cubicBezTo>
                    <a:pt x="3185" y="5068"/>
                    <a:pt x="3239" y="5122"/>
                    <a:pt x="3307" y="5131"/>
                  </a:cubicBezTo>
                  <a:lnTo>
                    <a:pt x="4886" y="5131"/>
                  </a:lnTo>
                  <a:cubicBezTo>
                    <a:pt x="4967" y="5131"/>
                    <a:pt x="5034" y="5064"/>
                    <a:pt x="5034" y="4982"/>
                  </a:cubicBezTo>
                  <a:cubicBezTo>
                    <a:pt x="5034" y="4900"/>
                    <a:pt x="4967" y="4835"/>
                    <a:pt x="4886" y="4835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37"/>
            <p:cNvSpPr/>
            <p:nvPr/>
          </p:nvSpPr>
          <p:spPr>
            <a:xfrm>
              <a:off x="5427200" y="3575075"/>
              <a:ext cx="204450" cy="128275"/>
            </a:xfrm>
            <a:custGeom>
              <a:rect b="b" l="l" r="r" t="t"/>
              <a:pathLst>
                <a:path extrusionOk="0" h="5131" w="8178">
                  <a:moveTo>
                    <a:pt x="1427" y="26"/>
                  </a:moveTo>
                  <a:cubicBezTo>
                    <a:pt x="1345" y="36"/>
                    <a:pt x="1287" y="111"/>
                    <a:pt x="1296" y="193"/>
                  </a:cubicBezTo>
                  <a:cubicBezTo>
                    <a:pt x="1305" y="260"/>
                    <a:pt x="1358" y="315"/>
                    <a:pt x="1427" y="322"/>
                  </a:cubicBezTo>
                  <a:lnTo>
                    <a:pt x="3005" y="322"/>
                  </a:lnTo>
                  <a:cubicBezTo>
                    <a:pt x="3084" y="318"/>
                    <a:pt x="3146" y="251"/>
                    <a:pt x="3145" y="170"/>
                  </a:cubicBezTo>
                  <a:lnTo>
                    <a:pt x="3145" y="170"/>
                  </a:lnTo>
                  <a:lnTo>
                    <a:pt x="3145" y="173"/>
                  </a:lnTo>
                  <a:cubicBezTo>
                    <a:pt x="3145" y="92"/>
                    <a:pt x="3079" y="26"/>
                    <a:pt x="2998" y="26"/>
                  </a:cubicBezTo>
                  <a:close/>
                  <a:moveTo>
                    <a:pt x="148" y="26"/>
                  </a:moveTo>
                  <a:cubicBezTo>
                    <a:pt x="79" y="35"/>
                    <a:pt x="26" y="89"/>
                    <a:pt x="17" y="157"/>
                  </a:cubicBezTo>
                  <a:cubicBezTo>
                    <a:pt x="6" y="239"/>
                    <a:pt x="66" y="313"/>
                    <a:pt x="148" y="324"/>
                  </a:cubicBezTo>
                  <a:lnTo>
                    <a:pt x="749" y="324"/>
                  </a:lnTo>
                  <a:cubicBezTo>
                    <a:pt x="816" y="315"/>
                    <a:pt x="871" y="261"/>
                    <a:pt x="879" y="193"/>
                  </a:cubicBezTo>
                  <a:cubicBezTo>
                    <a:pt x="889" y="111"/>
                    <a:pt x="830" y="36"/>
                    <a:pt x="749" y="26"/>
                  </a:cubicBezTo>
                  <a:close/>
                  <a:moveTo>
                    <a:pt x="3666" y="1"/>
                  </a:moveTo>
                  <a:cubicBezTo>
                    <a:pt x="3571" y="1"/>
                    <a:pt x="3493" y="78"/>
                    <a:pt x="3493" y="173"/>
                  </a:cubicBezTo>
                  <a:cubicBezTo>
                    <a:pt x="3493" y="269"/>
                    <a:pt x="3571" y="346"/>
                    <a:pt x="3666" y="346"/>
                  </a:cubicBezTo>
                  <a:lnTo>
                    <a:pt x="3668" y="346"/>
                  </a:lnTo>
                  <a:cubicBezTo>
                    <a:pt x="3761" y="346"/>
                    <a:pt x="3839" y="269"/>
                    <a:pt x="3839" y="175"/>
                  </a:cubicBezTo>
                  <a:lnTo>
                    <a:pt x="3839" y="173"/>
                  </a:lnTo>
                  <a:cubicBezTo>
                    <a:pt x="3839" y="77"/>
                    <a:pt x="3761" y="1"/>
                    <a:pt x="3666" y="1"/>
                  </a:cubicBezTo>
                  <a:close/>
                  <a:moveTo>
                    <a:pt x="4181" y="1"/>
                  </a:moveTo>
                  <a:cubicBezTo>
                    <a:pt x="4086" y="1"/>
                    <a:pt x="4009" y="78"/>
                    <a:pt x="4009" y="173"/>
                  </a:cubicBezTo>
                  <a:cubicBezTo>
                    <a:pt x="4009" y="269"/>
                    <a:pt x="4086" y="346"/>
                    <a:pt x="4181" y="346"/>
                  </a:cubicBezTo>
                  <a:cubicBezTo>
                    <a:pt x="4277" y="346"/>
                    <a:pt x="4354" y="272"/>
                    <a:pt x="4354" y="176"/>
                  </a:cubicBezTo>
                  <a:lnTo>
                    <a:pt x="4354" y="173"/>
                  </a:lnTo>
                  <a:cubicBezTo>
                    <a:pt x="4354" y="77"/>
                    <a:pt x="4277" y="1"/>
                    <a:pt x="4181" y="1"/>
                  </a:cubicBezTo>
                  <a:close/>
                  <a:moveTo>
                    <a:pt x="4696" y="1"/>
                  </a:moveTo>
                  <a:cubicBezTo>
                    <a:pt x="4601" y="1"/>
                    <a:pt x="4524" y="78"/>
                    <a:pt x="4524" y="173"/>
                  </a:cubicBezTo>
                  <a:cubicBezTo>
                    <a:pt x="4524" y="269"/>
                    <a:pt x="4601" y="346"/>
                    <a:pt x="4696" y="346"/>
                  </a:cubicBezTo>
                  <a:lnTo>
                    <a:pt x="4698" y="346"/>
                  </a:lnTo>
                  <a:cubicBezTo>
                    <a:pt x="4792" y="346"/>
                    <a:pt x="4869" y="269"/>
                    <a:pt x="4869" y="175"/>
                  </a:cubicBezTo>
                  <a:lnTo>
                    <a:pt x="4869" y="173"/>
                  </a:lnTo>
                  <a:cubicBezTo>
                    <a:pt x="4869" y="77"/>
                    <a:pt x="4792" y="1"/>
                    <a:pt x="4696" y="1"/>
                  </a:cubicBezTo>
                  <a:close/>
                  <a:moveTo>
                    <a:pt x="5212" y="1"/>
                  </a:moveTo>
                  <a:cubicBezTo>
                    <a:pt x="5116" y="1"/>
                    <a:pt x="5039" y="78"/>
                    <a:pt x="5039" y="173"/>
                  </a:cubicBezTo>
                  <a:cubicBezTo>
                    <a:pt x="5039" y="269"/>
                    <a:pt x="5116" y="346"/>
                    <a:pt x="5212" y="346"/>
                  </a:cubicBezTo>
                  <a:lnTo>
                    <a:pt x="5215" y="346"/>
                  </a:lnTo>
                  <a:cubicBezTo>
                    <a:pt x="5308" y="346"/>
                    <a:pt x="5384" y="269"/>
                    <a:pt x="5384" y="175"/>
                  </a:cubicBezTo>
                  <a:lnTo>
                    <a:pt x="5384" y="173"/>
                  </a:lnTo>
                  <a:cubicBezTo>
                    <a:pt x="5384" y="77"/>
                    <a:pt x="5307" y="1"/>
                    <a:pt x="5212" y="1"/>
                  </a:cubicBezTo>
                  <a:close/>
                  <a:moveTo>
                    <a:pt x="6242" y="1"/>
                  </a:moveTo>
                  <a:cubicBezTo>
                    <a:pt x="6147" y="1"/>
                    <a:pt x="6069" y="78"/>
                    <a:pt x="6069" y="173"/>
                  </a:cubicBezTo>
                  <a:cubicBezTo>
                    <a:pt x="6069" y="269"/>
                    <a:pt x="6147" y="346"/>
                    <a:pt x="6242" y="346"/>
                  </a:cubicBezTo>
                  <a:lnTo>
                    <a:pt x="6243" y="346"/>
                  </a:lnTo>
                  <a:cubicBezTo>
                    <a:pt x="6339" y="346"/>
                    <a:pt x="6415" y="269"/>
                    <a:pt x="6415" y="175"/>
                  </a:cubicBezTo>
                  <a:lnTo>
                    <a:pt x="6415" y="173"/>
                  </a:lnTo>
                  <a:cubicBezTo>
                    <a:pt x="6415" y="77"/>
                    <a:pt x="6337" y="1"/>
                    <a:pt x="6242" y="1"/>
                  </a:cubicBezTo>
                  <a:close/>
                  <a:moveTo>
                    <a:pt x="5728" y="1"/>
                  </a:moveTo>
                  <a:cubicBezTo>
                    <a:pt x="5633" y="1"/>
                    <a:pt x="5556" y="78"/>
                    <a:pt x="5556" y="173"/>
                  </a:cubicBezTo>
                  <a:cubicBezTo>
                    <a:pt x="5556" y="269"/>
                    <a:pt x="5633" y="346"/>
                    <a:pt x="5728" y="346"/>
                  </a:cubicBezTo>
                  <a:cubicBezTo>
                    <a:pt x="5730" y="346"/>
                    <a:pt x="5732" y="346"/>
                    <a:pt x="5734" y="346"/>
                  </a:cubicBezTo>
                  <a:cubicBezTo>
                    <a:pt x="5825" y="346"/>
                    <a:pt x="5901" y="274"/>
                    <a:pt x="5905" y="181"/>
                  </a:cubicBezTo>
                  <a:lnTo>
                    <a:pt x="5905" y="170"/>
                  </a:lnTo>
                  <a:lnTo>
                    <a:pt x="5901" y="173"/>
                  </a:lnTo>
                  <a:cubicBezTo>
                    <a:pt x="5901" y="77"/>
                    <a:pt x="5824" y="1"/>
                    <a:pt x="5728" y="1"/>
                  </a:cubicBezTo>
                  <a:close/>
                  <a:moveTo>
                    <a:pt x="1427" y="712"/>
                  </a:moveTo>
                  <a:cubicBezTo>
                    <a:pt x="1345" y="723"/>
                    <a:pt x="1287" y="797"/>
                    <a:pt x="1296" y="879"/>
                  </a:cubicBezTo>
                  <a:cubicBezTo>
                    <a:pt x="1305" y="948"/>
                    <a:pt x="1358" y="1001"/>
                    <a:pt x="1427" y="1009"/>
                  </a:cubicBezTo>
                  <a:lnTo>
                    <a:pt x="3005" y="1009"/>
                  </a:lnTo>
                  <a:cubicBezTo>
                    <a:pt x="3084" y="1004"/>
                    <a:pt x="3146" y="937"/>
                    <a:pt x="3145" y="858"/>
                  </a:cubicBezTo>
                  <a:lnTo>
                    <a:pt x="3145" y="858"/>
                  </a:lnTo>
                  <a:lnTo>
                    <a:pt x="3145" y="860"/>
                  </a:lnTo>
                  <a:cubicBezTo>
                    <a:pt x="3145" y="778"/>
                    <a:pt x="3079" y="712"/>
                    <a:pt x="2998" y="712"/>
                  </a:cubicBezTo>
                  <a:close/>
                  <a:moveTo>
                    <a:pt x="148" y="714"/>
                  </a:moveTo>
                  <a:cubicBezTo>
                    <a:pt x="66" y="723"/>
                    <a:pt x="6" y="797"/>
                    <a:pt x="17" y="879"/>
                  </a:cubicBezTo>
                  <a:cubicBezTo>
                    <a:pt x="26" y="948"/>
                    <a:pt x="79" y="1001"/>
                    <a:pt x="148" y="1010"/>
                  </a:cubicBezTo>
                  <a:lnTo>
                    <a:pt x="749" y="1010"/>
                  </a:lnTo>
                  <a:cubicBezTo>
                    <a:pt x="830" y="1010"/>
                    <a:pt x="895" y="943"/>
                    <a:pt x="895" y="863"/>
                  </a:cubicBezTo>
                  <a:lnTo>
                    <a:pt x="895" y="860"/>
                  </a:lnTo>
                  <a:cubicBezTo>
                    <a:pt x="895" y="779"/>
                    <a:pt x="830" y="714"/>
                    <a:pt x="749" y="714"/>
                  </a:cubicBezTo>
                  <a:close/>
                  <a:moveTo>
                    <a:pt x="1427" y="1399"/>
                  </a:moveTo>
                  <a:cubicBezTo>
                    <a:pt x="1345" y="1409"/>
                    <a:pt x="1287" y="1484"/>
                    <a:pt x="1296" y="1566"/>
                  </a:cubicBezTo>
                  <a:cubicBezTo>
                    <a:pt x="1305" y="1634"/>
                    <a:pt x="1358" y="1688"/>
                    <a:pt x="1427" y="1695"/>
                  </a:cubicBezTo>
                  <a:lnTo>
                    <a:pt x="3005" y="1695"/>
                  </a:lnTo>
                  <a:cubicBezTo>
                    <a:pt x="3084" y="1691"/>
                    <a:pt x="3146" y="1625"/>
                    <a:pt x="3145" y="1545"/>
                  </a:cubicBezTo>
                  <a:lnTo>
                    <a:pt x="3145" y="1545"/>
                  </a:lnTo>
                  <a:lnTo>
                    <a:pt x="3145" y="1546"/>
                  </a:lnTo>
                  <a:cubicBezTo>
                    <a:pt x="3145" y="1466"/>
                    <a:pt x="3079" y="1399"/>
                    <a:pt x="2998" y="1399"/>
                  </a:cubicBezTo>
                  <a:close/>
                  <a:moveTo>
                    <a:pt x="148" y="1400"/>
                  </a:moveTo>
                  <a:cubicBezTo>
                    <a:pt x="66" y="1409"/>
                    <a:pt x="6" y="1484"/>
                    <a:pt x="17" y="1566"/>
                  </a:cubicBezTo>
                  <a:cubicBezTo>
                    <a:pt x="26" y="1634"/>
                    <a:pt x="79" y="1688"/>
                    <a:pt x="148" y="1697"/>
                  </a:cubicBezTo>
                  <a:lnTo>
                    <a:pt x="749" y="1697"/>
                  </a:lnTo>
                  <a:cubicBezTo>
                    <a:pt x="830" y="1697"/>
                    <a:pt x="895" y="1631"/>
                    <a:pt x="895" y="1549"/>
                  </a:cubicBezTo>
                  <a:lnTo>
                    <a:pt x="895" y="1548"/>
                  </a:lnTo>
                  <a:cubicBezTo>
                    <a:pt x="895" y="1466"/>
                    <a:pt x="830" y="1400"/>
                    <a:pt x="749" y="1400"/>
                  </a:cubicBezTo>
                  <a:close/>
                  <a:moveTo>
                    <a:pt x="3666" y="1374"/>
                  </a:moveTo>
                  <a:cubicBezTo>
                    <a:pt x="3571" y="1374"/>
                    <a:pt x="3493" y="1451"/>
                    <a:pt x="3493" y="1546"/>
                  </a:cubicBezTo>
                  <a:cubicBezTo>
                    <a:pt x="3493" y="1642"/>
                    <a:pt x="3571" y="1719"/>
                    <a:pt x="3666" y="1719"/>
                  </a:cubicBezTo>
                  <a:lnTo>
                    <a:pt x="3668" y="1719"/>
                  </a:lnTo>
                  <a:cubicBezTo>
                    <a:pt x="3761" y="1719"/>
                    <a:pt x="3839" y="1643"/>
                    <a:pt x="3839" y="1548"/>
                  </a:cubicBezTo>
                  <a:lnTo>
                    <a:pt x="3839" y="1546"/>
                  </a:lnTo>
                  <a:cubicBezTo>
                    <a:pt x="3839" y="1451"/>
                    <a:pt x="3761" y="1374"/>
                    <a:pt x="3666" y="1374"/>
                  </a:cubicBezTo>
                  <a:close/>
                  <a:moveTo>
                    <a:pt x="4696" y="1374"/>
                  </a:moveTo>
                  <a:cubicBezTo>
                    <a:pt x="4601" y="1374"/>
                    <a:pt x="4524" y="1451"/>
                    <a:pt x="4524" y="1546"/>
                  </a:cubicBezTo>
                  <a:cubicBezTo>
                    <a:pt x="4524" y="1642"/>
                    <a:pt x="4601" y="1719"/>
                    <a:pt x="4696" y="1719"/>
                  </a:cubicBezTo>
                  <a:lnTo>
                    <a:pt x="4698" y="1719"/>
                  </a:lnTo>
                  <a:cubicBezTo>
                    <a:pt x="4792" y="1719"/>
                    <a:pt x="4869" y="1643"/>
                    <a:pt x="4869" y="1548"/>
                  </a:cubicBezTo>
                  <a:lnTo>
                    <a:pt x="4869" y="1546"/>
                  </a:lnTo>
                  <a:cubicBezTo>
                    <a:pt x="4869" y="1451"/>
                    <a:pt x="4792" y="1374"/>
                    <a:pt x="4696" y="1374"/>
                  </a:cubicBezTo>
                  <a:close/>
                  <a:moveTo>
                    <a:pt x="5212" y="1374"/>
                  </a:moveTo>
                  <a:cubicBezTo>
                    <a:pt x="5116" y="1374"/>
                    <a:pt x="5039" y="1451"/>
                    <a:pt x="5039" y="1546"/>
                  </a:cubicBezTo>
                  <a:cubicBezTo>
                    <a:pt x="5039" y="1642"/>
                    <a:pt x="5116" y="1719"/>
                    <a:pt x="5212" y="1719"/>
                  </a:cubicBezTo>
                  <a:lnTo>
                    <a:pt x="5215" y="1719"/>
                  </a:lnTo>
                  <a:cubicBezTo>
                    <a:pt x="5308" y="1719"/>
                    <a:pt x="5384" y="1643"/>
                    <a:pt x="5384" y="1548"/>
                  </a:cubicBezTo>
                  <a:lnTo>
                    <a:pt x="5384" y="1546"/>
                  </a:lnTo>
                  <a:cubicBezTo>
                    <a:pt x="5384" y="1451"/>
                    <a:pt x="5307" y="1374"/>
                    <a:pt x="5212" y="1374"/>
                  </a:cubicBezTo>
                  <a:close/>
                  <a:moveTo>
                    <a:pt x="6242" y="1374"/>
                  </a:moveTo>
                  <a:cubicBezTo>
                    <a:pt x="6147" y="1374"/>
                    <a:pt x="6069" y="1451"/>
                    <a:pt x="6069" y="1546"/>
                  </a:cubicBezTo>
                  <a:cubicBezTo>
                    <a:pt x="6069" y="1642"/>
                    <a:pt x="6147" y="1719"/>
                    <a:pt x="6242" y="1719"/>
                  </a:cubicBezTo>
                  <a:lnTo>
                    <a:pt x="6243" y="1719"/>
                  </a:lnTo>
                  <a:cubicBezTo>
                    <a:pt x="6339" y="1719"/>
                    <a:pt x="6415" y="1643"/>
                    <a:pt x="6415" y="1548"/>
                  </a:cubicBezTo>
                  <a:lnTo>
                    <a:pt x="6415" y="1546"/>
                  </a:lnTo>
                  <a:cubicBezTo>
                    <a:pt x="6415" y="1451"/>
                    <a:pt x="6337" y="1374"/>
                    <a:pt x="6242" y="1374"/>
                  </a:cubicBezTo>
                  <a:close/>
                  <a:moveTo>
                    <a:pt x="4181" y="1374"/>
                  </a:moveTo>
                  <a:cubicBezTo>
                    <a:pt x="4086" y="1374"/>
                    <a:pt x="4009" y="1451"/>
                    <a:pt x="4009" y="1546"/>
                  </a:cubicBezTo>
                  <a:cubicBezTo>
                    <a:pt x="4009" y="1642"/>
                    <a:pt x="4086" y="1719"/>
                    <a:pt x="4181" y="1719"/>
                  </a:cubicBezTo>
                  <a:cubicBezTo>
                    <a:pt x="4182" y="1719"/>
                    <a:pt x="4183" y="1719"/>
                    <a:pt x="4184" y="1719"/>
                  </a:cubicBezTo>
                  <a:cubicBezTo>
                    <a:pt x="4278" y="1719"/>
                    <a:pt x="4354" y="1644"/>
                    <a:pt x="4354" y="1551"/>
                  </a:cubicBezTo>
                  <a:lnTo>
                    <a:pt x="4354" y="1546"/>
                  </a:lnTo>
                  <a:cubicBezTo>
                    <a:pt x="4354" y="1451"/>
                    <a:pt x="4277" y="1374"/>
                    <a:pt x="4181" y="1374"/>
                  </a:cubicBezTo>
                  <a:close/>
                  <a:moveTo>
                    <a:pt x="5728" y="1374"/>
                  </a:moveTo>
                  <a:cubicBezTo>
                    <a:pt x="5633" y="1374"/>
                    <a:pt x="5556" y="1451"/>
                    <a:pt x="5556" y="1546"/>
                  </a:cubicBezTo>
                  <a:cubicBezTo>
                    <a:pt x="5556" y="1642"/>
                    <a:pt x="5633" y="1719"/>
                    <a:pt x="5728" y="1719"/>
                  </a:cubicBezTo>
                  <a:cubicBezTo>
                    <a:pt x="5730" y="1719"/>
                    <a:pt x="5732" y="1719"/>
                    <a:pt x="5734" y="1719"/>
                  </a:cubicBezTo>
                  <a:cubicBezTo>
                    <a:pt x="5825" y="1719"/>
                    <a:pt x="5901" y="1647"/>
                    <a:pt x="5905" y="1555"/>
                  </a:cubicBezTo>
                  <a:lnTo>
                    <a:pt x="5905" y="1545"/>
                  </a:lnTo>
                  <a:lnTo>
                    <a:pt x="5901" y="1546"/>
                  </a:lnTo>
                  <a:cubicBezTo>
                    <a:pt x="5901" y="1451"/>
                    <a:pt x="5824" y="1374"/>
                    <a:pt x="5728" y="1374"/>
                  </a:cubicBezTo>
                  <a:close/>
                  <a:moveTo>
                    <a:pt x="148" y="2087"/>
                  </a:moveTo>
                  <a:cubicBezTo>
                    <a:pt x="66" y="2097"/>
                    <a:pt x="6" y="2170"/>
                    <a:pt x="17" y="2252"/>
                  </a:cubicBezTo>
                  <a:cubicBezTo>
                    <a:pt x="24" y="2320"/>
                    <a:pt x="79" y="2376"/>
                    <a:pt x="148" y="2383"/>
                  </a:cubicBezTo>
                  <a:lnTo>
                    <a:pt x="748" y="2383"/>
                  </a:lnTo>
                  <a:cubicBezTo>
                    <a:pt x="827" y="2383"/>
                    <a:pt x="892" y="2320"/>
                    <a:pt x="895" y="2243"/>
                  </a:cubicBezTo>
                  <a:lnTo>
                    <a:pt x="895" y="2236"/>
                  </a:lnTo>
                  <a:cubicBezTo>
                    <a:pt x="897" y="2155"/>
                    <a:pt x="833" y="2088"/>
                    <a:pt x="751" y="2087"/>
                  </a:cubicBezTo>
                  <a:close/>
                  <a:moveTo>
                    <a:pt x="1427" y="2087"/>
                  </a:moveTo>
                  <a:cubicBezTo>
                    <a:pt x="1345" y="2096"/>
                    <a:pt x="1287" y="2170"/>
                    <a:pt x="1296" y="2252"/>
                  </a:cubicBezTo>
                  <a:cubicBezTo>
                    <a:pt x="1305" y="2320"/>
                    <a:pt x="1358" y="2374"/>
                    <a:pt x="1427" y="2383"/>
                  </a:cubicBezTo>
                  <a:lnTo>
                    <a:pt x="3005" y="2383"/>
                  </a:lnTo>
                  <a:cubicBezTo>
                    <a:pt x="3081" y="2380"/>
                    <a:pt x="3142" y="2318"/>
                    <a:pt x="3145" y="2242"/>
                  </a:cubicBezTo>
                  <a:lnTo>
                    <a:pt x="3145" y="2236"/>
                  </a:lnTo>
                  <a:cubicBezTo>
                    <a:pt x="3145" y="2152"/>
                    <a:pt x="3078" y="2087"/>
                    <a:pt x="2996" y="2087"/>
                  </a:cubicBezTo>
                  <a:close/>
                  <a:moveTo>
                    <a:pt x="148" y="2773"/>
                  </a:moveTo>
                  <a:cubicBezTo>
                    <a:pt x="66" y="2784"/>
                    <a:pt x="6" y="2858"/>
                    <a:pt x="17" y="2940"/>
                  </a:cubicBezTo>
                  <a:cubicBezTo>
                    <a:pt x="24" y="3007"/>
                    <a:pt x="79" y="3062"/>
                    <a:pt x="148" y="3069"/>
                  </a:cubicBezTo>
                  <a:lnTo>
                    <a:pt x="748" y="3069"/>
                  </a:lnTo>
                  <a:cubicBezTo>
                    <a:pt x="830" y="3069"/>
                    <a:pt x="895" y="3004"/>
                    <a:pt x="895" y="2922"/>
                  </a:cubicBezTo>
                  <a:cubicBezTo>
                    <a:pt x="897" y="2842"/>
                    <a:pt x="833" y="2775"/>
                    <a:pt x="751" y="2773"/>
                  </a:cubicBezTo>
                  <a:close/>
                  <a:moveTo>
                    <a:pt x="1427" y="2773"/>
                  </a:moveTo>
                  <a:cubicBezTo>
                    <a:pt x="1345" y="2782"/>
                    <a:pt x="1287" y="2857"/>
                    <a:pt x="1296" y="2938"/>
                  </a:cubicBezTo>
                  <a:cubicBezTo>
                    <a:pt x="1305" y="3007"/>
                    <a:pt x="1358" y="3060"/>
                    <a:pt x="1427" y="3069"/>
                  </a:cubicBezTo>
                  <a:lnTo>
                    <a:pt x="3005" y="3069"/>
                  </a:lnTo>
                  <a:cubicBezTo>
                    <a:pt x="3084" y="3065"/>
                    <a:pt x="3146" y="2999"/>
                    <a:pt x="3145" y="2921"/>
                  </a:cubicBezTo>
                  <a:lnTo>
                    <a:pt x="3145" y="2921"/>
                  </a:lnTo>
                  <a:lnTo>
                    <a:pt x="3145" y="2922"/>
                  </a:lnTo>
                  <a:cubicBezTo>
                    <a:pt x="3145" y="2840"/>
                    <a:pt x="3078" y="2773"/>
                    <a:pt x="2996" y="2773"/>
                  </a:cubicBezTo>
                  <a:close/>
                  <a:moveTo>
                    <a:pt x="6972" y="3348"/>
                  </a:moveTo>
                  <a:cubicBezTo>
                    <a:pt x="6876" y="3348"/>
                    <a:pt x="6799" y="3425"/>
                    <a:pt x="6799" y="3521"/>
                  </a:cubicBezTo>
                  <a:cubicBezTo>
                    <a:pt x="6799" y="3616"/>
                    <a:pt x="6876" y="3693"/>
                    <a:pt x="6972" y="3693"/>
                  </a:cubicBezTo>
                  <a:lnTo>
                    <a:pt x="6973" y="3693"/>
                  </a:lnTo>
                  <a:cubicBezTo>
                    <a:pt x="7067" y="3693"/>
                    <a:pt x="7144" y="3617"/>
                    <a:pt x="7144" y="3524"/>
                  </a:cubicBezTo>
                  <a:lnTo>
                    <a:pt x="7144" y="3521"/>
                  </a:lnTo>
                  <a:cubicBezTo>
                    <a:pt x="7144" y="3425"/>
                    <a:pt x="7067" y="3348"/>
                    <a:pt x="6972" y="3348"/>
                  </a:cubicBezTo>
                  <a:close/>
                  <a:moveTo>
                    <a:pt x="8003" y="3348"/>
                  </a:moveTo>
                  <a:cubicBezTo>
                    <a:pt x="7908" y="3348"/>
                    <a:pt x="7831" y="3425"/>
                    <a:pt x="7831" y="3521"/>
                  </a:cubicBezTo>
                  <a:cubicBezTo>
                    <a:pt x="7831" y="3616"/>
                    <a:pt x="7908" y="3693"/>
                    <a:pt x="8003" y="3693"/>
                  </a:cubicBezTo>
                  <a:cubicBezTo>
                    <a:pt x="8099" y="3693"/>
                    <a:pt x="8176" y="3616"/>
                    <a:pt x="8176" y="3521"/>
                  </a:cubicBezTo>
                  <a:cubicBezTo>
                    <a:pt x="8176" y="3425"/>
                    <a:pt x="8099" y="3348"/>
                    <a:pt x="8003" y="3348"/>
                  </a:cubicBezTo>
                  <a:close/>
                  <a:moveTo>
                    <a:pt x="5427" y="3348"/>
                  </a:moveTo>
                  <a:cubicBezTo>
                    <a:pt x="5332" y="3348"/>
                    <a:pt x="5255" y="3425"/>
                    <a:pt x="5255" y="3521"/>
                  </a:cubicBezTo>
                  <a:cubicBezTo>
                    <a:pt x="5255" y="3616"/>
                    <a:pt x="5332" y="3693"/>
                    <a:pt x="5427" y="3693"/>
                  </a:cubicBezTo>
                  <a:cubicBezTo>
                    <a:pt x="5428" y="3693"/>
                    <a:pt x="5429" y="3693"/>
                    <a:pt x="5430" y="3693"/>
                  </a:cubicBezTo>
                  <a:cubicBezTo>
                    <a:pt x="5523" y="3693"/>
                    <a:pt x="5599" y="3618"/>
                    <a:pt x="5600" y="3525"/>
                  </a:cubicBezTo>
                  <a:lnTo>
                    <a:pt x="5600" y="3521"/>
                  </a:lnTo>
                  <a:cubicBezTo>
                    <a:pt x="5600" y="3425"/>
                    <a:pt x="5523" y="3348"/>
                    <a:pt x="5427" y="3348"/>
                  </a:cubicBezTo>
                  <a:close/>
                  <a:moveTo>
                    <a:pt x="6458" y="3348"/>
                  </a:moveTo>
                  <a:cubicBezTo>
                    <a:pt x="6363" y="3348"/>
                    <a:pt x="6285" y="3425"/>
                    <a:pt x="6285" y="3521"/>
                  </a:cubicBezTo>
                  <a:cubicBezTo>
                    <a:pt x="6285" y="3616"/>
                    <a:pt x="6363" y="3693"/>
                    <a:pt x="6458" y="3693"/>
                  </a:cubicBezTo>
                  <a:cubicBezTo>
                    <a:pt x="6459" y="3693"/>
                    <a:pt x="6460" y="3693"/>
                    <a:pt x="6461" y="3693"/>
                  </a:cubicBezTo>
                  <a:cubicBezTo>
                    <a:pt x="6553" y="3693"/>
                    <a:pt x="6629" y="3618"/>
                    <a:pt x="6631" y="3525"/>
                  </a:cubicBezTo>
                  <a:lnTo>
                    <a:pt x="6631" y="3521"/>
                  </a:lnTo>
                  <a:cubicBezTo>
                    <a:pt x="6631" y="3425"/>
                    <a:pt x="6553" y="3348"/>
                    <a:pt x="6458" y="3348"/>
                  </a:cubicBezTo>
                  <a:close/>
                  <a:moveTo>
                    <a:pt x="7487" y="3348"/>
                  </a:moveTo>
                  <a:cubicBezTo>
                    <a:pt x="7391" y="3348"/>
                    <a:pt x="7314" y="3425"/>
                    <a:pt x="7314" y="3521"/>
                  </a:cubicBezTo>
                  <a:cubicBezTo>
                    <a:pt x="7314" y="3616"/>
                    <a:pt x="7391" y="3693"/>
                    <a:pt x="7487" y="3693"/>
                  </a:cubicBezTo>
                  <a:cubicBezTo>
                    <a:pt x="7488" y="3693"/>
                    <a:pt x="7489" y="3693"/>
                    <a:pt x="7489" y="3693"/>
                  </a:cubicBezTo>
                  <a:cubicBezTo>
                    <a:pt x="7583" y="3693"/>
                    <a:pt x="7659" y="3618"/>
                    <a:pt x="7659" y="3525"/>
                  </a:cubicBezTo>
                  <a:lnTo>
                    <a:pt x="7659" y="3521"/>
                  </a:lnTo>
                  <a:cubicBezTo>
                    <a:pt x="7659" y="3425"/>
                    <a:pt x="7582" y="3348"/>
                    <a:pt x="7487" y="3348"/>
                  </a:cubicBezTo>
                  <a:close/>
                  <a:moveTo>
                    <a:pt x="5941" y="3348"/>
                  </a:moveTo>
                  <a:cubicBezTo>
                    <a:pt x="5846" y="3348"/>
                    <a:pt x="5768" y="3425"/>
                    <a:pt x="5768" y="3521"/>
                  </a:cubicBezTo>
                  <a:cubicBezTo>
                    <a:pt x="5768" y="3616"/>
                    <a:pt x="5846" y="3693"/>
                    <a:pt x="5941" y="3693"/>
                  </a:cubicBezTo>
                  <a:lnTo>
                    <a:pt x="5943" y="3693"/>
                  </a:lnTo>
                  <a:cubicBezTo>
                    <a:pt x="5945" y="3693"/>
                    <a:pt x="5946" y="3693"/>
                    <a:pt x="5948" y="3693"/>
                  </a:cubicBezTo>
                  <a:cubicBezTo>
                    <a:pt x="6041" y="3693"/>
                    <a:pt x="6115" y="3620"/>
                    <a:pt x="6118" y="3528"/>
                  </a:cubicBezTo>
                  <a:lnTo>
                    <a:pt x="6118" y="3521"/>
                  </a:lnTo>
                  <a:lnTo>
                    <a:pt x="6114" y="3521"/>
                  </a:lnTo>
                  <a:cubicBezTo>
                    <a:pt x="6114" y="3425"/>
                    <a:pt x="6036" y="3348"/>
                    <a:pt x="5941" y="3348"/>
                  </a:cubicBezTo>
                  <a:close/>
                  <a:moveTo>
                    <a:pt x="148" y="3460"/>
                  </a:moveTo>
                  <a:cubicBezTo>
                    <a:pt x="66" y="3470"/>
                    <a:pt x="6" y="3544"/>
                    <a:pt x="17" y="3626"/>
                  </a:cubicBezTo>
                  <a:cubicBezTo>
                    <a:pt x="24" y="3695"/>
                    <a:pt x="79" y="3748"/>
                    <a:pt x="148" y="3756"/>
                  </a:cubicBezTo>
                  <a:lnTo>
                    <a:pt x="748" y="3756"/>
                  </a:lnTo>
                  <a:cubicBezTo>
                    <a:pt x="830" y="3756"/>
                    <a:pt x="895" y="3690"/>
                    <a:pt x="895" y="3608"/>
                  </a:cubicBezTo>
                  <a:cubicBezTo>
                    <a:pt x="897" y="3528"/>
                    <a:pt x="833" y="3461"/>
                    <a:pt x="751" y="3460"/>
                  </a:cubicBezTo>
                  <a:close/>
                  <a:moveTo>
                    <a:pt x="3307" y="3460"/>
                  </a:moveTo>
                  <a:cubicBezTo>
                    <a:pt x="3225" y="3468"/>
                    <a:pt x="3167" y="3543"/>
                    <a:pt x="3178" y="3625"/>
                  </a:cubicBezTo>
                  <a:cubicBezTo>
                    <a:pt x="3185" y="3693"/>
                    <a:pt x="3239" y="3747"/>
                    <a:pt x="3307" y="3756"/>
                  </a:cubicBezTo>
                  <a:lnTo>
                    <a:pt x="4886" y="3756"/>
                  </a:lnTo>
                  <a:cubicBezTo>
                    <a:pt x="4967" y="3756"/>
                    <a:pt x="5034" y="3689"/>
                    <a:pt x="5034" y="3608"/>
                  </a:cubicBezTo>
                  <a:lnTo>
                    <a:pt x="5034" y="3608"/>
                  </a:lnTo>
                  <a:cubicBezTo>
                    <a:pt x="5034" y="3608"/>
                    <a:pt x="5034" y="3608"/>
                    <a:pt x="5034" y="3608"/>
                  </a:cubicBezTo>
                  <a:lnTo>
                    <a:pt x="5034" y="3607"/>
                  </a:lnTo>
                  <a:cubicBezTo>
                    <a:pt x="5034" y="3607"/>
                    <a:pt x="5034" y="3607"/>
                    <a:pt x="5034" y="3608"/>
                  </a:cubicBezTo>
                  <a:cubicBezTo>
                    <a:pt x="5034" y="3526"/>
                    <a:pt x="4967" y="3460"/>
                    <a:pt x="4886" y="3460"/>
                  </a:cubicBezTo>
                  <a:close/>
                  <a:moveTo>
                    <a:pt x="148" y="4146"/>
                  </a:moveTo>
                  <a:cubicBezTo>
                    <a:pt x="66" y="4156"/>
                    <a:pt x="6" y="4231"/>
                    <a:pt x="17" y="4313"/>
                  </a:cubicBezTo>
                  <a:cubicBezTo>
                    <a:pt x="24" y="4381"/>
                    <a:pt x="79" y="4435"/>
                    <a:pt x="148" y="4442"/>
                  </a:cubicBezTo>
                  <a:lnTo>
                    <a:pt x="748" y="4442"/>
                  </a:lnTo>
                  <a:cubicBezTo>
                    <a:pt x="830" y="4442"/>
                    <a:pt x="895" y="4377"/>
                    <a:pt x="895" y="4296"/>
                  </a:cubicBezTo>
                  <a:cubicBezTo>
                    <a:pt x="897" y="4214"/>
                    <a:pt x="833" y="4147"/>
                    <a:pt x="751" y="4146"/>
                  </a:cubicBezTo>
                  <a:close/>
                  <a:moveTo>
                    <a:pt x="3307" y="4146"/>
                  </a:moveTo>
                  <a:cubicBezTo>
                    <a:pt x="3225" y="4156"/>
                    <a:pt x="3167" y="4229"/>
                    <a:pt x="3178" y="4311"/>
                  </a:cubicBezTo>
                  <a:cubicBezTo>
                    <a:pt x="3185" y="4380"/>
                    <a:pt x="3239" y="4435"/>
                    <a:pt x="3307" y="4442"/>
                  </a:cubicBezTo>
                  <a:lnTo>
                    <a:pt x="4886" y="4442"/>
                  </a:lnTo>
                  <a:cubicBezTo>
                    <a:pt x="4967" y="4442"/>
                    <a:pt x="5034" y="4376"/>
                    <a:pt x="5034" y="4294"/>
                  </a:cubicBezTo>
                  <a:lnTo>
                    <a:pt x="5034" y="4294"/>
                  </a:lnTo>
                  <a:cubicBezTo>
                    <a:pt x="5034" y="4294"/>
                    <a:pt x="5034" y="4295"/>
                    <a:pt x="5034" y="4295"/>
                  </a:cubicBezTo>
                  <a:lnTo>
                    <a:pt x="5034" y="4293"/>
                  </a:lnTo>
                  <a:cubicBezTo>
                    <a:pt x="5034" y="4294"/>
                    <a:pt x="5034" y="4294"/>
                    <a:pt x="5034" y="4294"/>
                  </a:cubicBezTo>
                  <a:lnTo>
                    <a:pt x="5034" y="4294"/>
                  </a:lnTo>
                  <a:cubicBezTo>
                    <a:pt x="5034" y="4213"/>
                    <a:pt x="4967" y="4146"/>
                    <a:pt x="4886" y="4146"/>
                  </a:cubicBezTo>
                  <a:close/>
                  <a:moveTo>
                    <a:pt x="6631" y="4937"/>
                  </a:moveTo>
                  <a:cubicBezTo>
                    <a:pt x="6631" y="4937"/>
                    <a:pt x="6631" y="4937"/>
                    <a:pt x="6631" y="4937"/>
                  </a:cubicBezTo>
                  <a:lnTo>
                    <a:pt x="6631" y="4937"/>
                  </a:lnTo>
                  <a:close/>
                  <a:moveTo>
                    <a:pt x="5429" y="4764"/>
                  </a:moveTo>
                  <a:cubicBezTo>
                    <a:pt x="5334" y="4764"/>
                    <a:pt x="5256" y="4840"/>
                    <a:pt x="5255" y="4935"/>
                  </a:cubicBezTo>
                  <a:cubicBezTo>
                    <a:pt x="5253" y="5030"/>
                    <a:pt x="5329" y="5109"/>
                    <a:pt x="5425" y="5109"/>
                  </a:cubicBezTo>
                  <a:lnTo>
                    <a:pt x="5427" y="5109"/>
                  </a:lnTo>
                  <a:cubicBezTo>
                    <a:pt x="5523" y="5109"/>
                    <a:pt x="5600" y="5032"/>
                    <a:pt x="5600" y="4937"/>
                  </a:cubicBezTo>
                  <a:lnTo>
                    <a:pt x="5600" y="4940"/>
                  </a:lnTo>
                  <a:cubicBezTo>
                    <a:pt x="5602" y="4844"/>
                    <a:pt x="5524" y="4765"/>
                    <a:pt x="5429" y="4764"/>
                  </a:cubicBezTo>
                  <a:close/>
                  <a:moveTo>
                    <a:pt x="6459" y="4764"/>
                  </a:moveTo>
                  <a:cubicBezTo>
                    <a:pt x="6364" y="4764"/>
                    <a:pt x="6285" y="4840"/>
                    <a:pt x="6285" y="4935"/>
                  </a:cubicBezTo>
                  <a:cubicBezTo>
                    <a:pt x="6284" y="5030"/>
                    <a:pt x="6360" y="5109"/>
                    <a:pt x="6455" y="5109"/>
                  </a:cubicBezTo>
                  <a:lnTo>
                    <a:pt x="6458" y="5109"/>
                  </a:lnTo>
                  <a:cubicBezTo>
                    <a:pt x="6553" y="5109"/>
                    <a:pt x="6630" y="5033"/>
                    <a:pt x="6631" y="4938"/>
                  </a:cubicBezTo>
                  <a:lnTo>
                    <a:pt x="6631" y="4938"/>
                  </a:lnTo>
                  <a:cubicBezTo>
                    <a:pt x="6631" y="4939"/>
                    <a:pt x="6631" y="4939"/>
                    <a:pt x="6631" y="4940"/>
                  </a:cubicBezTo>
                  <a:lnTo>
                    <a:pt x="6631" y="4937"/>
                  </a:lnTo>
                  <a:cubicBezTo>
                    <a:pt x="6631" y="4937"/>
                    <a:pt x="6631" y="4938"/>
                    <a:pt x="6631" y="4938"/>
                  </a:cubicBezTo>
                  <a:lnTo>
                    <a:pt x="6631" y="4938"/>
                  </a:lnTo>
                  <a:cubicBezTo>
                    <a:pt x="6630" y="4843"/>
                    <a:pt x="6554" y="4765"/>
                    <a:pt x="6459" y="4764"/>
                  </a:cubicBezTo>
                  <a:close/>
                  <a:moveTo>
                    <a:pt x="6973" y="4764"/>
                  </a:moveTo>
                  <a:cubicBezTo>
                    <a:pt x="6878" y="4764"/>
                    <a:pt x="6800" y="4840"/>
                    <a:pt x="6799" y="4935"/>
                  </a:cubicBezTo>
                  <a:cubicBezTo>
                    <a:pt x="6797" y="5030"/>
                    <a:pt x="6873" y="5109"/>
                    <a:pt x="6969" y="5109"/>
                  </a:cubicBezTo>
                  <a:lnTo>
                    <a:pt x="6973" y="5109"/>
                  </a:lnTo>
                  <a:cubicBezTo>
                    <a:pt x="7068" y="5109"/>
                    <a:pt x="7144" y="5033"/>
                    <a:pt x="7144" y="4940"/>
                  </a:cubicBezTo>
                  <a:cubicBezTo>
                    <a:pt x="7146" y="4844"/>
                    <a:pt x="7068" y="4765"/>
                    <a:pt x="6973" y="4764"/>
                  </a:cubicBezTo>
                  <a:close/>
                  <a:moveTo>
                    <a:pt x="7490" y="4764"/>
                  </a:moveTo>
                  <a:cubicBezTo>
                    <a:pt x="7394" y="4764"/>
                    <a:pt x="7315" y="4840"/>
                    <a:pt x="7314" y="4935"/>
                  </a:cubicBezTo>
                  <a:cubicBezTo>
                    <a:pt x="7314" y="5030"/>
                    <a:pt x="7390" y="5109"/>
                    <a:pt x="7485" y="5109"/>
                  </a:cubicBezTo>
                  <a:lnTo>
                    <a:pt x="7487" y="5109"/>
                  </a:lnTo>
                  <a:cubicBezTo>
                    <a:pt x="7583" y="5109"/>
                    <a:pt x="7661" y="5032"/>
                    <a:pt x="7661" y="4937"/>
                  </a:cubicBezTo>
                  <a:lnTo>
                    <a:pt x="7661" y="4937"/>
                  </a:lnTo>
                  <a:lnTo>
                    <a:pt x="7659" y="4940"/>
                  </a:lnTo>
                  <a:cubicBezTo>
                    <a:pt x="7661" y="4844"/>
                    <a:pt x="7585" y="4765"/>
                    <a:pt x="7490" y="4764"/>
                  </a:cubicBezTo>
                  <a:close/>
                  <a:moveTo>
                    <a:pt x="8005" y="4764"/>
                  </a:moveTo>
                  <a:cubicBezTo>
                    <a:pt x="7910" y="4764"/>
                    <a:pt x="7832" y="4840"/>
                    <a:pt x="7831" y="4935"/>
                  </a:cubicBezTo>
                  <a:cubicBezTo>
                    <a:pt x="7829" y="5030"/>
                    <a:pt x="7907" y="5109"/>
                    <a:pt x="8002" y="5109"/>
                  </a:cubicBezTo>
                  <a:lnTo>
                    <a:pt x="8003" y="5109"/>
                  </a:lnTo>
                  <a:cubicBezTo>
                    <a:pt x="8099" y="5109"/>
                    <a:pt x="8176" y="5032"/>
                    <a:pt x="8176" y="4937"/>
                  </a:cubicBezTo>
                  <a:lnTo>
                    <a:pt x="8176" y="4940"/>
                  </a:lnTo>
                  <a:cubicBezTo>
                    <a:pt x="8178" y="4844"/>
                    <a:pt x="8102" y="4765"/>
                    <a:pt x="8005" y="4764"/>
                  </a:cubicBezTo>
                  <a:close/>
                  <a:moveTo>
                    <a:pt x="5943" y="4764"/>
                  </a:moveTo>
                  <a:cubicBezTo>
                    <a:pt x="5847" y="4764"/>
                    <a:pt x="5770" y="4840"/>
                    <a:pt x="5768" y="4935"/>
                  </a:cubicBezTo>
                  <a:cubicBezTo>
                    <a:pt x="5767" y="5030"/>
                    <a:pt x="5844" y="5109"/>
                    <a:pt x="5940" y="5109"/>
                  </a:cubicBezTo>
                  <a:lnTo>
                    <a:pt x="5943" y="5109"/>
                  </a:lnTo>
                  <a:cubicBezTo>
                    <a:pt x="5945" y="5109"/>
                    <a:pt x="5946" y="5109"/>
                    <a:pt x="5948" y="5109"/>
                  </a:cubicBezTo>
                  <a:cubicBezTo>
                    <a:pt x="6041" y="5109"/>
                    <a:pt x="6115" y="5036"/>
                    <a:pt x="6118" y="4944"/>
                  </a:cubicBezTo>
                  <a:lnTo>
                    <a:pt x="6118" y="4937"/>
                  </a:lnTo>
                  <a:lnTo>
                    <a:pt x="6114" y="4940"/>
                  </a:lnTo>
                  <a:cubicBezTo>
                    <a:pt x="6115" y="4844"/>
                    <a:pt x="6038" y="4765"/>
                    <a:pt x="5943" y="4764"/>
                  </a:cubicBezTo>
                  <a:close/>
                  <a:moveTo>
                    <a:pt x="3307" y="4832"/>
                  </a:moveTo>
                  <a:cubicBezTo>
                    <a:pt x="3225" y="4834"/>
                    <a:pt x="3160" y="4901"/>
                    <a:pt x="3160" y="4981"/>
                  </a:cubicBezTo>
                  <a:cubicBezTo>
                    <a:pt x="3160" y="5063"/>
                    <a:pt x="3227" y="5129"/>
                    <a:pt x="3307" y="5129"/>
                  </a:cubicBezTo>
                  <a:lnTo>
                    <a:pt x="4886" y="5129"/>
                  </a:lnTo>
                  <a:cubicBezTo>
                    <a:pt x="4967" y="5129"/>
                    <a:pt x="5034" y="5062"/>
                    <a:pt x="5034" y="4980"/>
                  </a:cubicBezTo>
                  <a:lnTo>
                    <a:pt x="5034" y="4980"/>
                  </a:lnTo>
                  <a:cubicBezTo>
                    <a:pt x="5034" y="4981"/>
                    <a:pt x="5034" y="4981"/>
                    <a:pt x="5034" y="4981"/>
                  </a:cubicBezTo>
                  <a:lnTo>
                    <a:pt x="5034" y="4980"/>
                  </a:lnTo>
                  <a:cubicBezTo>
                    <a:pt x="5034" y="4980"/>
                    <a:pt x="5034" y="4980"/>
                    <a:pt x="5034" y="4980"/>
                  </a:cubicBezTo>
                  <a:lnTo>
                    <a:pt x="5034" y="4980"/>
                  </a:lnTo>
                  <a:cubicBezTo>
                    <a:pt x="5034" y="4899"/>
                    <a:pt x="4967" y="4834"/>
                    <a:pt x="4886" y="4832"/>
                  </a:cubicBezTo>
                  <a:close/>
                  <a:moveTo>
                    <a:pt x="148" y="4832"/>
                  </a:moveTo>
                  <a:cubicBezTo>
                    <a:pt x="66" y="4834"/>
                    <a:pt x="0" y="4901"/>
                    <a:pt x="0" y="4983"/>
                  </a:cubicBezTo>
                  <a:cubicBezTo>
                    <a:pt x="0" y="5063"/>
                    <a:pt x="66" y="5130"/>
                    <a:pt x="148" y="5130"/>
                  </a:cubicBezTo>
                  <a:lnTo>
                    <a:pt x="749" y="5130"/>
                  </a:lnTo>
                  <a:cubicBezTo>
                    <a:pt x="830" y="5130"/>
                    <a:pt x="895" y="5063"/>
                    <a:pt x="895" y="4983"/>
                  </a:cubicBezTo>
                  <a:cubicBezTo>
                    <a:pt x="895" y="4901"/>
                    <a:pt x="830" y="4834"/>
                    <a:pt x="749" y="4832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37"/>
            <p:cNvSpPr/>
            <p:nvPr/>
          </p:nvSpPr>
          <p:spPr>
            <a:xfrm>
              <a:off x="5657875" y="3296875"/>
              <a:ext cx="204375" cy="128250"/>
            </a:xfrm>
            <a:custGeom>
              <a:rect b="b" l="l" r="r" t="t"/>
              <a:pathLst>
                <a:path extrusionOk="0" h="5130" w="8175">
                  <a:moveTo>
                    <a:pt x="148" y="27"/>
                  </a:moveTo>
                  <a:cubicBezTo>
                    <a:pt x="79" y="35"/>
                    <a:pt x="26" y="90"/>
                    <a:pt x="17" y="158"/>
                  </a:cubicBezTo>
                  <a:cubicBezTo>
                    <a:pt x="8" y="239"/>
                    <a:pt x="66" y="313"/>
                    <a:pt x="148" y="324"/>
                  </a:cubicBezTo>
                  <a:lnTo>
                    <a:pt x="749" y="324"/>
                  </a:lnTo>
                  <a:cubicBezTo>
                    <a:pt x="818" y="315"/>
                    <a:pt x="871" y="261"/>
                    <a:pt x="880" y="192"/>
                  </a:cubicBezTo>
                  <a:cubicBezTo>
                    <a:pt x="889" y="111"/>
                    <a:pt x="831" y="36"/>
                    <a:pt x="749" y="27"/>
                  </a:cubicBezTo>
                  <a:close/>
                  <a:moveTo>
                    <a:pt x="1418" y="27"/>
                  </a:moveTo>
                  <a:cubicBezTo>
                    <a:pt x="1336" y="36"/>
                    <a:pt x="1278" y="111"/>
                    <a:pt x="1288" y="192"/>
                  </a:cubicBezTo>
                  <a:cubicBezTo>
                    <a:pt x="1296" y="261"/>
                    <a:pt x="1351" y="315"/>
                    <a:pt x="1418" y="324"/>
                  </a:cubicBezTo>
                  <a:lnTo>
                    <a:pt x="2996" y="324"/>
                  </a:lnTo>
                  <a:cubicBezTo>
                    <a:pt x="3079" y="324"/>
                    <a:pt x="3146" y="257"/>
                    <a:pt x="3146" y="173"/>
                  </a:cubicBezTo>
                  <a:cubicBezTo>
                    <a:pt x="3146" y="93"/>
                    <a:pt x="3079" y="27"/>
                    <a:pt x="2999" y="27"/>
                  </a:cubicBezTo>
                  <a:close/>
                  <a:moveTo>
                    <a:pt x="3666" y="0"/>
                  </a:moveTo>
                  <a:cubicBezTo>
                    <a:pt x="3571" y="0"/>
                    <a:pt x="3493" y="78"/>
                    <a:pt x="3493" y="173"/>
                  </a:cubicBezTo>
                  <a:cubicBezTo>
                    <a:pt x="3493" y="268"/>
                    <a:pt x="3571" y="346"/>
                    <a:pt x="3666" y="346"/>
                  </a:cubicBezTo>
                  <a:lnTo>
                    <a:pt x="3667" y="346"/>
                  </a:lnTo>
                  <a:cubicBezTo>
                    <a:pt x="3763" y="346"/>
                    <a:pt x="3839" y="270"/>
                    <a:pt x="3839" y="176"/>
                  </a:cubicBezTo>
                  <a:lnTo>
                    <a:pt x="3839" y="173"/>
                  </a:lnTo>
                  <a:cubicBezTo>
                    <a:pt x="3839" y="78"/>
                    <a:pt x="3761" y="0"/>
                    <a:pt x="3666" y="0"/>
                  </a:cubicBezTo>
                  <a:close/>
                  <a:moveTo>
                    <a:pt x="4696" y="0"/>
                  </a:moveTo>
                  <a:cubicBezTo>
                    <a:pt x="4601" y="0"/>
                    <a:pt x="4524" y="78"/>
                    <a:pt x="4524" y="173"/>
                  </a:cubicBezTo>
                  <a:cubicBezTo>
                    <a:pt x="4524" y="268"/>
                    <a:pt x="4601" y="346"/>
                    <a:pt x="4696" y="346"/>
                  </a:cubicBezTo>
                  <a:lnTo>
                    <a:pt x="4698" y="346"/>
                  </a:lnTo>
                  <a:cubicBezTo>
                    <a:pt x="4792" y="346"/>
                    <a:pt x="4869" y="270"/>
                    <a:pt x="4869" y="176"/>
                  </a:cubicBezTo>
                  <a:lnTo>
                    <a:pt x="4869" y="173"/>
                  </a:lnTo>
                  <a:cubicBezTo>
                    <a:pt x="4869" y="78"/>
                    <a:pt x="4792" y="0"/>
                    <a:pt x="4696" y="0"/>
                  </a:cubicBezTo>
                  <a:close/>
                  <a:moveTo>
                    <a:pt x="6242" y="0"/>
                  </a:moveTo>
                  <a:cubicBezTo>
                    <a:pt x="6147" y="0"/>
                    <a:pt x="6069" y="78"/>
                    <a:pt x="6069" y="173"/>
                  </a:cubicBezTo>
                  <a:cubicBezTo>
                    <a:pt x="6069" y="268"/>
                    <a:pt x="6147" y="346"/>
                    <a:pt x="6242" y="346"/>
                  </a:cubicBezTo>
                  <a:lnTo>
                    <a:pt x="6245" y="346"/>
                  </a:lnTo>
                  <a:cubicBezTo>
                    <a:pt x="6339" y="346"/>
                    <a:pt x="6415" y="270"/>
                    <a:pt x="6415" y="176"/>
                  </a:cubicBezTo>
                  <a:lnTo>
                    <a:pt x="6415" y="173"/>
                  </a:lnTo>
                  <a:cubicBezTo>
                    <a:pt x="6415" y="78"/>
                    <a:pt x="6337" y="0"/>
                    <a:pt x="6242" y="0"/>
                  </a:cubicBezTo>
                  <a:close/>
                  <a:moveTo>
                    <a:pt x="4183" y="0"/>
                  </a:moveTo>
                  <a:cubicBezTo>
                    <a:pt x="4087" y="0"/>
                    <a:pt x="4010" y="78"/>
                    <a:pt x="4010" y="173"/>
                  </a:cubicBezTo>
                  <a:cubicBezTo>
                    <a:pt x="4010" y="268"/>
                    <a:pt x="4087" y="346"/>
                    <a:pt x="4183" y="346"/>
                  </a:cubicBezTo>
                  <a:cubicBezTo>
                    <a:pt x="4184" y="346"/>
                    <a:pt x="4184" y="346"/>
                    <a:pt x="4185" y="346"/>
                  </a:cubicBezTo>
                  <a:cubicBezTo>
                    <a:pt x="4278" y="346"/>
                    <a:pt x="4354" y="271"/>
                    <a:pt x="4355" y="178"/>
                  </a:cubicBezTo>
                  <a:lnTo>
                    <a:pt x="4355" y="173"/>
                  </a:lnTo>
                  <a:cubicBezTo>
                    <a:pt x="4355" y="78"/>
                    <a:pt x="4278" y="0"/>
                    <a:pt x="4183" y="0"/>
                  </a:cubicBezTo>
                  <a:close/>
                  <a:moveTo>
                    <a:pt x="5212" y="0"/>
                  </a:moveTo>
                  <a:cubicBezTo>
                    <a:pt x="5116" y="0"/>
                    <a:pt x="5039" y="78"/>
                    <a:pt x="5039" y="173"/>
                  </a:cubicBezTo>
                  <a:cubicBezTo>
                    <a:pt x="5039" y="268"/>
                    <a:pt x="5116" y="346"/>
                    <a:pt x="5212" y="346"/>
                  </a:cubicBezTo>
                  <a:cubicBezTo>
                    <a:pt x="5212" y="346"/>
                    <a:pt x="5213" y="346"/>
                    <a:pt x="5214" y="346"/>
                  </a:cubicBezTo>
                  <a:cubicBezTo>
                    <a:pt x="5308" y="346"/>
                    <a:pt x="5384" y="271"/>
                    <a:pt x="5384" y="178"/>
                  </a:cubicBezTo>
                  <a:lnTo>
                    <a:pt x="5384" y="173"/>
                  </a:lnTo>
                  <a:cubicBezTo>
                    <a:pt x="5384" y="78"/>
                    <a:pt x="5307" y="0"/>
                    <a:pt x="5212" y="0"/>
                  </a:cubicBezTo>
                  <a:close/>
                  <a:moveTo>
                    <a:pt x="5725" y="3"/>
                  </a:moveTo>
                  <a:cubicBezTo>
                    <a:pt x="5631" y="3"/>
                    <a:pt x="5554" y="79"/>
                    <a:pt x="5554" y="173"/>
                  </a:cubicBezTo>
                  <a:cubicBezTo>
                    <a:pt x="5552" y="268"/>
                    <a:pt x="5628" y="347"/>
                    <a:pt x="5724" y="349"/>
                  </a:cubicBezTo>
                  <a:cubicBezTo>
                    <a:pt x="5819" y="349"/>
                    <a:pt x="5898" y="273"/>
                    <a:pt x="5899" y="178"/>
                  </a:cubicBezTo>
                  <a:lnTo>
                    <a:pt x="5899" y="173"/>
                  </a:lnTo>
                  <a:cubicBezTo>
                    <a:pt x="5899" y="79"/>
                    <a:pt x="5822" y="3"/>
                    <a:pt x="5728" y="3"/>
                  </a:cubicBezTo>
                  <a:cubicBezTo>
                    <a:pt x="5727" y="3"/>
                    <a:pt x="5726" y="3"/>
                    <a:pt x="5725" y="3"/>
                  </a:cubicBezTo>
                  <a:close/>
                  <a:moveTo>
                    <a:pt x="148" y="714"/>
                  </a:moveTo>
                  <a:cubicBezTo>
                    <a:pt x="66" y="724"/>
                    <a:pt x="8" y="798"/>
                    <a:pt x="17" y="880"/>
                  </a:cubicBezTo>
                  <a:cubicBezTo>
                    <a:pt x="26" y="947"/>
                    <a:pt x="79" y="1002"/>
                    <a:pt x="148" y="1010"/>
                  </a:cubicBezTo>
                  <a:lnTo>
                    <a:pt x="749" y="1010"/>
                  </a:lnTo>
                  <a:cubicBezTo>
                    <a:pt x="831" y="1010"/>
                    <a:pt x="897" y="944"/>
                    <a:pt x="897" y="863"/>
                  </a:cubicBezTo>
                  <a:lnTo>
                    <a:pt x="897" y="861"/>
                  </a:lnTo>
                  <a:cubicBezTo>
                    <a:pt x="897" y="779"/>
                    <a:pt x="830" y="714"/>
                    <a:pt x="749" y="714"/>
                  </a:cubicBezTo>
                  <a:close/>
                  <a:moveTo>
                    <a:pt x="1418" y="714"/>
                  </a:moveTo>
                  <a:cubicBezTo>
                    <a:pt x="1336" y="723"/>
                    <a:pt x="1278" y="797"/>
                    <a:pt x="1288" y="879"/>
                  </a:cubicBezTo>
                  <a:cubicBezTo>
                    <a:pt x="1296" y="947"/>
                    <a:pt x="1351" y="1001"/>
                    <a:pt x="1418" y="1010"/>
                  </a:cubicBezTo>
                  <a:lnTo>
                    <a:pt x="2996" y="1010"/>
                  </a:lnTo>
                  <a:cubicBezTo>
                    <a:pt x="3079" y="1010"/>
                    <a:pt x="3146" y="943"/>
                    <a:pt x="3146" y="861"/>
                  </a:cubicBezTo>
                  <a:cubicBezTo>
                    <a:pt x="3146" y="779"/>
                    <a:pt x="3079" y="714"/>
                    <a:pt x="2999" y="714"/>
                  </a:cubicBezTo>
                  <a:close/>
                  <a:moveTo>
                    <a:pt x="148" y="1400"/>
                  </a:moveTo>
                  <a:cubicBezTo>
                    <a:pt x="66" y="1410"/>
                    <a:pt x="8" y="1485"/>
                    <a:pt x="17" y="1567"/>
                  </a:cubicBezTo>
                  <a:cubicBezTo>
                    <a:pt x="26" y="1635"/>
                    <a:pt x="79" y="1689"/>
                    <a:pt x="148" y="1696"/>
                  </a:cubicBezTo>
                  <a:lnTo>
                    <a:pt x="749" y="1696"/>
                  </a:lnTo>
                  <a:cubicBezTo>
                    <a:pt x="830" y="1696"/>
                    <a:pt x="897" y="1631"/>
                    <a:pt x="897" y="1550"/>
                  </a:cubicBezTo>
                  <a:cubicBezTo>
                    <a:pt x="898" y="1469"/>
                    <a:pt x="833" y="1402"/>
                    <a:pt x="751" y="1400"/>
                  </a:cubicBezTo>
                  <a:close/>
                  <a:moveTo>
                    <a:pt x="1419" y="1400"/>
                  </a:moveTo>
                  <a:cubicBezTo>
                    <a:pt x="1337" y="1410"/>
                    <a:pt x="1278" y="1483"/>
                    <a:pt x="1288" y="1565"/>
                  </a:cubicBezTo>
                  <a:cubicBezTo>
                    <a:pt x="1296" y="1634"/>
                    <a:pt x="1351" y="1689"/>
                    <a:pt x="1419" y="1696"/>
                  </a:cubicBezTo>
                  <a:lnTo>
                    <a:pt x="2996" y="1696"/>
                  </a:lnTo>
                  <a:cubicBezTo>
                    <a:pt x="2997" y="1696"/>
                    <a:pt x="2998" y="1696"/>
                    <a:pt x="2999" y="1696"/>
                  </a:cubicBezTo>
                  <a:cubicBezTo>
                    <a:pt x="3079" y="1696"/>
                    <a:pt x="3145" y="1631"/>
                    <a:pt x="3146" y="1552"/>
                  </a:cubicBezTo>
                  <a:lnTo>
                    <a:pt x="3146" y="1549"/>
                  </a:lnTo>
                  <a:cubicBezTo>
                    <a:pt x="3146" y="1467"/>
                    <a:pt x="3079" y="1400"/>
                    <a:pt x="2996" y="1400"/>
                  </a:cubicBezTo>
                  <a:close/>
                  <a:moveTo>
                    <a:pt x="3665" y="1375"/>
                  </a:moveTo>
                  <a:cubicBezTo>
                    <a:pt x="3571" y="1375"/>
                    <a:pt x="3495" y="1450"/>
                    <a:pt x="3493" y="1544"/>
                  </a:cubicBezTo>
                  <a:cubicBezTo>
                    <a:pt x="3492" y="1640"/>
                    <a:pt x="3569" y="1719"/>
                    <a:pt x="3665" y="1720"/>
                  </a:cubicBezTo>
                  <a:lnTo>
                    <a:pt x="3669" y="1720"/>
                  </a:lnTo>
                  <a:cubicBezTo>
                    <a:pt x="3763" y="1720"/>
                    <a:pt x="3839" y="1643"/>
                    <a:pt x="3839" y="1549"/>
                  </a:cubicBezTo>
                  <a:cubicBezTo>
                    <a:pt x="3840" y="1454"/>
                    <a:pt x="3764" y="1375"/>
                    <a:pt x="3667" y="1375"/>
                  </a:cubicBezTo>
                  <a:cubicBezTo>
                    <a:pt x="3667" y="1375"/>
                    <a:pt x="3666" y="1375"/>
                    <a:pt x="3665" y="1375"/>
                  </a:cubicBezTo>
                  <a:close/>
                  <a:moveTo>
                    <a:pt x="4181" y="1375"/>
                  </a:moveTo>
                  <a:cubicBezTo>
                    <a:pt x="4087" y="1375"/>
                    <a:pt x="4010" y="1450"/>
                    <a:pt x="4010" y="1544"/>
                  </a:cubicBezTo>
                  <a:cubicBezTo>
                    <a:pt x="4008" y="1640"/>
                    <a:pt x="4084" y="1719"/>
                    <a:pt x="4180" y="1720"/>
                  </a:cubicBezTo>
                  <a:lnTo>
                    <a:pt x="4183" y="1720"/>
                  </a:lnTo>
                  <a:cubicBezTo>
                    <a:pt x="4276" y="1720"/>
                    <a:pt x="4354" y="1644"/>
                    <a:pt x="4355" y="1549"/>
                  </a:cubicBezTo>
                  <a:cubicBezTo>
                    <a:pt x="4355" y="1454"/>
                    <a:pt x="4279" y="1375"/>
                    <a:pt x="4184" y="1375"/>
                  </a:cubicBezTo>
                  <a:cubicBezTo>
                    <a:pt x="4183" y="1375"/>
                    <a:pt x="4182" y="1375"/>
                    <a:pt x="4181" y="1375"/>
                  </a:cubicBezTo>
                  <a:close/>
                  <a:moveTo>
                    <a:pt x="4695" y="1375"/>
                  </a:moveTo>
                  <a:cubicBezTo>
                    <a:pt x="4601" y="1375"/>
                    <a:pt x="4525" y="1450"/>
                    <a:pt x="4524" y="1544"/>
                  </a:cubicBezTo>
                  <a:cubicBezTo>
                    <a:pt x="4522" y="1640"/>
                    <a:pt x="4598" y="1719"/>
                    <a:pt x="4695" y="1720"/>
                  </a:cubicBezTo>
                  <a:lnTo>
                    <a:pt x="4698" y="1720"/>
                  </a:lnTo>
                  <a:cubicBezTo>
                    <a:pt x="4793" y="1720"/>
                    <a:pt x="4869" y="1643"/>
                    <a:pt x="4869" y="1549"/>
                  </a:cubicBezTo>
                  <a:cubicBezTo>
                    <a:pt x="4871" y="1454"/>
                    <a:pt x="4793" y="1375"/>
                    <a:pt x="4698" y="1375"/>
                  </a:cubicBezTo>
                  <a:cubicBezTo>
                    <a:pt x="4697" y="1375"/>
                    <a:pt x="4696" y="1375"/>
                    <a:pt x="4695" y="1375"/>
                  </a:cubicBezTo>
                  <a:close/>
                  <a:moveTo>
                    <a:pt x="5212" y="1375"/>
                  </a:moveTo>
                  <a:cubicBezTo>
                    <a:pt x="5118" y="1375"/>
                    <a:pt x="5040" y="1450"/>
                    <a:pt x="5039" y="1544"/>
                  </a:cubicBezTo>
                  <a:cubicBezTo>
                    <a:pt x="5039" y="1640"/>
                    <a:pt x="5115" y="1719"/>
                    <a:pt x="5210" y="1720"/>
                  </a:cubicBezTo>
                  <a:lnTo>
                    <a:pt x="5213" y="1720"/>
                  </a:lnTo>
                  <a:cubicBezTo>
                    <a:pt x="5307" y="1720"/>
                    <a:pt x="5384" y="1644"/>
                    <a:pt x="5386" y="1549"/>
                  </a:cubicBezTo>
                  <a:lnTo>
                    <a:pt x="5384" y="1549"/>
                  </a:lnTo>
                  <a:cubicBezTo>
                    <a:pt x="5386" y="1454"/>
                    <a:pt x="5310" y="1375"/>
                    <a:pt x="5214" y="1375"/>
                  </a:cubicBezTo>
                  <a:cubicBezTo>
                    <a:pt x="5214" y="1375"/>
                    <a:pt x="5213" y="1375"/>
                    <a:pt x="5212" y="1375"/>
                  </a:cubicBezTo>
                  <a:close/>
                  <a:moveTo>
                    <a:pt x="6242" y="1375"/>
                  </a:moveTo>
                  <a:cubicBezTo>
                    <a:pt x="6148" y="1375"/>
                    <a:pt x="6071" y="1450"/>
                    <a:pt x="6069" y="1544"/>
                  </a:cubicBezTo>
                  <a:cubicBezTo>
                    <a:pt x="6069" y="1640"/>
                    <a:pt x="6145" y="1719"/>
                    <a:pt x="6240" y="1720"/>
                  </a:cubicBezTo>
                  <a:lnTo>
                    <a:pt x="6245" y="1720"/>
                  </a:lnTo>
                  <a:cubicBezTo>
                    <a:pt x="6339" y="1720"/>
                    <a:pt x="6415" y="1643"/>
                    <a:pt x="6415" y="1549"/>
                  </a:cubicBezTo>
                  <a:cubicBezTo>
                    <a:pt x="6416" y="1454"/>
                    <a:pt x="6340" y="1375"/>
                    <a:pt x="6245" y="1375"/>
                  </a:cubicBezTo>
                  <a:cubicBezTo>
                    <a:pt x="6244" y="1375"/>
                    <a:pt x="6243" y="1375"/>
                    <a:pt x="6242" y="1375"/>
                  </a:cubicBezTo>
                  <a:close/>
                  <a:moveTo>
                    <a:pt x="5709" y="1375"/>
                  </a:moveTo>
                  <a:cubicBezTo>
                    <a:pt x="5622" y="1375"/>
                    <a:pt x="5547" y="1441"/>
                    <a:pt x="5538" y="1528"/>
                  </a:cubicBezTo>
                  <a:cubicBezTo>
                    <a:pt x="5527" y="1623"/>
                    <a:pt x="5596" y="1708"/>
                    <a:pt x="5689" y="1720"/>
                  </a:cubicBezTo>
                  <a:cubicBezTo>
                    <a:pt x="5696" y="1721"/>
                    <a:pt x="5702" y="1721"/>
                    <a:pt x="5709" y="1721"/>
                  </a:cubicBezTo>
                  <a:cubicBezTo>
                    <a:pt x="5715" y="1721"/>
                    <a:pt x="5721" y="1721"/>
                    <a:pt x="5728" y="1720"/>
                  </a:cubicBezTo>
                  <a:cubicBezTo>
                    <a:pt x="5822" y="1720"/>
                    <a:pt x="5899" y="1643"/>
                    <a:pt x="5899" y="1549"/>
                  </a:cubicBezTo>
                  <a:cubicBezTo>
                    <a:pt x="5899" y="1455"/>
                    <a:pt x="5825" y="1378"/>
                    <a:pt x="5731" y="1376"/>
                  </a:cubicBezTo>
                  <a:lnTo>
                    <a:pt x="5728" y="1376"/>
                  </a:lnTo>
                  <a:cubicBezTo>
                    <a:pt x="5722" y="1375"/>
                    <a:pt x="5715" y="1375"/>
                    <a:pt x="5709" y="1375"/>
                  </a:cubicBezTo>
                  <a:close/>
                  <a:moveTo>
                    <a:pt x="1419" y="2086"/>
                  </a:moveTo>
                  <a:cubicBezTo>
                    <a:pt x="1337" y="2097"/>
                    <a:pt x="1278" y="2171"/>
                    <a:pt x="1288" y="2253"/>
                  </a:cubicBezTo>
                  <a:cubicBezTo>
                    <a:pt x="1296" y="2322"/>
                    <a:pt x="1351" y="2375"/>
                    <a:pt x="1419" y="2383"/>
                  </a:cubicBezTo>
                  <a:lnTo>
                    <a:pt x="2996" y="2383"/>
                  </a:lnTo>
                  <a:cubicBezTo>
                    <a:pt x="2997" y="2383"/>
                    <a:pt x="2998" y="2383"/>
                    <a:pt x="2999" y="2383"/>
                  </a:cubicBezTo>
                  <a:cubicBezTo>
                    <a:pt x="3079" y="2383"/>
                    <a:pt x="3145" y="2319"/>
                    <a:pt x="3146" y="2238"/>
                  </a:cubicBezTo>
                  <a:lnTo>
                    <a:pt x="3146" y="2235"/>
                  </a:lnTo>
                  <a:cubicBezTo>
                    <a:pt x="3146" y="2153"/>
                    <a:pt x="3079" y="2086"/>
                    <a:pt x="2996" y="2086"/>
                  </a:cubicBezTo>
                  <a:close/>
                  <a:moveTo>
                    <a:pt x="148" y="2086"/>
                  </a:moveTo>
                  <a:cubicBezTo>
                    <a:pt x="66" y="2097"/>
                    <a:pt x="8" y="2171"/>
                    <a:pt x="17" y="2253"/>
                  </a:cubicBezTo>
                  <a:cubicBezTo>
                    <a:pt x="26" y="2322"/>
                    <a:pt x="79" y="2375"/>
                    <a:pt x="148" y="2384"/>
                  </a:cubicBezTo>
                  <a:lnTo>
                    <a:pt x="749" y="2384"/>
                  </a:lnTo>
                  <a:cubicBezTo>
                    <a:pt x="830" y="2384"/>
                    <a:pt x="897" y="2317"/>
                    <a:pt x="897" y="2237"/>
                  </a:cubicBezTo>
                  <a:cubicBezTo>
                    <a:pt x="898" y="2155"/>
                    <a:pt x="833" y="2088"/>
                    <a:pt x="751" y="2086"/>
                  </a:cubicBezTo>
                  <a:close/>
                  <a:moveTo>
                    <a:pt x="148" y="2774"/>
                  </a:moveTo>
                  <a:cubicBezTo>
                    <a:pt x="66" y="2783"/>
                    <a:pt x="8" y="2858"/>
                    <a:pt x="17" y="2940"/>
                  </a:cubicBezTo>
                  <a:cubicBezTo>
                    <a:pt x="26" y="3008"/>
                    <a:pt x="79" y="3062"/>
                    <a:pt x="148" y="3071"/>
                  </a:cubicBezTo>
                  <a:lnTo>
                    <a:pt x="749" y="3071"/>
                  </a:lnTo>
                  <a:cubicBezTo>
                    <a:pt x="830" y="3071"/>
                    <a:pt x="897" y="3004"/>
                    <a:pt x="897" y="2923"/>
                  </a:cubicBezTo>
                  <a:cubicBezTo>
                    <a:pt x="898" y="2841"/>
                    <a:pt x="833" y="2774"/>
                    <a:pt x="751" y="2774"/>
                  </a:cubicBezTo>
                  <a:close/>
                  <a:moveTo>
                    <a:pt x="1419" y="2773"/>
                  </a:moveTo>
                  <a:cubicBezTo>
                    <a:pt x="1337" y="2783"/>
                    <a:pt x="1278" y="2858"/>
                    <a:pt x="1288" y="2940"/>
                  </a:cubicBezTo>
                  <a:cubicBezTo>
                    <a:pt x="1296" y="3008"/>
                    <a:pt x="1351" y="3062"/>
                    <a:pt x="1419" y="3071"/>
                  </a:cubicBezTo>
                  <a:lnTo>
                    <a:pt x="2996" y="3071"/>
                  </a:lnTo>
                  <a:cubicBezTo>
                    <a:pt x="3078" y="3071"/>
                    <a:pt x="3145" y="3007"/>
                    <a:pt x="3146" y="2925"/>
                  </a:cubicBezTo>
                  <a:lnTo>
                    <a:pt x="3146" y="2923"/>
                  </a:lnTo>
                  <a:cubicBezTo>
                    <a:pt x="3146" y="2840"/>
                    <a:pt x="3079" y="2773"/>
                    <a:pt x="2996" y="2773"/>
                  </a:cubicBezTo>
                  <a:close/>
                  <a:moveTo>
                    <a:pt x="5426" y="3349"/>
                  </a:moveTo>
                  <a:cubicBezTo>
                    <a:pt x="5332" y="3349"/>
                    <a:pt x="5256" y="3424"/>
                    <a:pt x="5255" y="3520"/>
                  </a:cubicBezTo>
                  <a:cubicBezTo>
                    <a:pt x="5253" y="3616"/>
                    <a:pt x="5331" y="3693"/>
                    <a:pt x="5426" y="3694"/>
                  </a:cubicBezTo>
                  <a:lnTo>
                    <a:pt x="5427" y="3694"/>
                  </a:lnTo>
                  <a:cubicBezTo>
                    <a:pt x="5523" y="3694"/>
                    <a:pt x="5599" y="3619"/>
                    <a:pt x="5600" y="3523"/>
                  </a:cubicBezTo>
                  <a:cubicBezTo>
                    <a:pt x="5602" y="3428"/>
                    <a:pt x="5526" y="3351"/>
                    <a:pt x="5429" y="3349"/>
                  </a:cubicBezTo>
                  <a:cubicBezTo>
                    <a:pt x="5428" y="3349"/>
                    <a:pt x="5427" y="3349"/>
                    <a:pt x="5426" y="3349"/>
                  </a:cubicBezTo>
                  <a:close/>
                  <a:moveTo>
                    <a:pt x="5941" y="3349"/>
                  </a:moveTo>
                  <a:cubicBezTo>
                    <a:pt x="5847" y="3349"/>
                    <a:pt x="5770" y="3424"/>
                    <a:pt x="5768" y="3520"/>
                  </a:cubicBezTo>
                  <a:cubicBezTo>
                    <a:pt x="5768" y="3616"/>
                    <a:pt x="5844" y="3693"/>
                    <a:pt x="5940" y="3694"/>
                  </a:cubicBezTo>
                  <a:lnTo>
                    <a:pt x="5944" y="3694"/>
                  </a:lnTo>
                  <a:cubicBezTo>
                    <a:pt x="6038" y="3694"/>
                    <a:pt x="6114" y="3619"/>
                    <a:pt x="6114" y="3523"/>
                  </a:cubicBezTo>
                  <a:cubicBezTo>
                    <a:pt x="6115" y="3428"/>
                    <a:pt x="6039" y="3351"/>
                    <a:pt x="5944" y="3349"/>
                  </a:cubicBezTo>
                  <a:cubicBezTo>
                    <a:pt x="5943" y="3349"/>
                    <a:pt x="5942" y="3349"/>
                    <a:pt x="5941" y="3349"/>
                  </a:cubicBezTo>
                  <a:close/>
                  <a:moveTo>
                    <a:pt x="6456" y="3349"/>
                  </a:moveTo>
                  <a:cubicBezTo>
                    <a:pt x="6362" y="3349"/>
                    <a:pt x="6286" y="3424"/>
                    <a:pt x="6285" y="3520"/>
                  </a:cubicBezTo>
                  <a:cubicBezTo>
                    <a:pt x="6284" y="3616"/>
                    <a:pt x="6359" y="3693"/>
                    <a:pt x="6455" y="3694"/>
                  </a:cubicBezTo>
                  <a:lnTo>
                    <a:pt x="6458" y="3694"/>
                  </a:lnTo>
                  <a:cubicBezTo>
                    <a:pt x="6552" y="3694"/>
                    <a:pt x="6629" y="3619"/>
                    <a:pt x="6630" y="3523"/>
                  </a:cubicBezTo>
                  <a:cubicBezTo>
                    <a:pt x="6632" y="3428"/>
                    <a:pt x="6555" y="3351"/>
                    <a:pt x="6459" y="3349"/>
                  </a:cubicBezTo>
                  <a:cubicBezTo>
                    <a:pt x="6458" y="3349"/>
                    <a:pt x="6457" y="3349"/>
                    <a:pt x="6456" y="3349"/>
                  </a:cubicBezTo>
                  <a:close/>
                  <a:moveTo>
                    <a:pt x="6970" y="3349"/>
                  </a:moveTo>
                  <a:cubicBezTo>
                    <a:pt x="6876" y="3349"/>
                    <a:pt x="6800" y="3424"/>
                    <a:pt x="6799" y="3520"/>
                  </a:cubicBezTo>
                  <a:cubicBezTo>
                    <a:pt x="6797" y="3616"/>
                    <a:pt x="6875" y="3693"/>
                    <a:pt x="6970" y="3694"/>
                  </a:cubicBezTo>
                  <a:lnTo>
                    <a:pt x="6973" y="3694"/>
                  </a:lnTo>
                  <a:cubicBezTo>
                    <a:pt x="7068" y="3694"/>
                    <a:pt x="7144" y="3619"/>
                    <a:pt x="7144" y="3523"/>
                  </a:cubicBezTo>
                  <a:cubicBezTo>
                    <a:pt x="7146" y="3428"/>
                    <a:pt x="7068" y="3351"/>
                    <a:pt x="6973" y="3349"/>
                  </a:cubicBezTo>
                  <a:cubicBezTo>
                    <a:pt x="6972" y="3349"/>
                    <a:pt x="6971" y="3349"/>
                    <a:pt x="6970" y="3349"/>
                  </a:cubicBezTo>
                  <a:close/>
                  <a:moveTo>
                    <a:pt x="7487" y="3349"/>
                  </a:moveTo>
                  <a:cubicBezTo>
                    <a:pt x="7393" y="3349"/>
                    <a:pt x="7315" y="3424"/>
                    <a:pt x="7315" y="3520"/>
                  </a:cubicBezTo>
                  <a:cubicBezTo>
                    <a:pt x="7314" y="3616"/>
                    <a:pt x="7390" y="3693"/>
                    <a:pt x="7485" y="3694"/>
                  </a:cubicBezTo>
                  <a:lnTo>
                    <a:pt x="7488" y="3694"/>
                  </a:lnTo>
                  <a:cubicBezTo>
                    <a:pt x="7582" y="3694"/>
                    <a:pt x="7659" y="3619"/>
                    <a:pt x="7661" y="3523"/>
                  </a:cubicBezTo>
                  <a:cubicBezTo>
                    <a:pt x="7661" y="3428"/>
                    <a:pt x="7585" y="3351"/>
                    <a:pt x="7490" y="3349"/>
                  </a:cubicBezTo>
                  <a:cubicBezTo>
                    <a:pt x="7489" y="3349"/>
                    <a:pt x="7488" y="3349"/>
                    <a:pt x="7487" y="3349"/>
                  </a:cubicBezTo>
                  <a:close/>
                  <a:moveTo>
                    <a:pt x="8000" y="3349"/>
                  </a:moveTo>
                  <a:cubicBezTo>
                    <a:pt x="7906" y="3349"/>
                    <a:pt x="7829" y="3424"/>
                    <a:pt x="7829" y="3520"/>
                  </a:cubicBezTo>
                  <a:cubicBezTo>
                    <a:pt x="7828" y="3616"/>
                    <a:pt x="7903" y="3693"/>
                    <a:pt x="7999" y="3694"/>
                  </a:cubicBezTo>
                  <a:lnTo>
                    <a:pt x="8003" y="3694"/>
                  </a:lnTo>
                  <a:cubicBezTo>
                    <a:pt x="8097" y="3694"/>
                    <a:pt x="8174" y="3619"/>
                    <a:pt x="8174" y="3523"/>
                  </a:cubicBezTo>
                  <a:cubicBezTo>
                    <a:pt x="8174" y="3428"/>
                    <a:pt x="8099" y="3351"/>
                    <a:pt x="8003" y="3349"/>
                  </a:cubicBezTo>
                  <a:cubicBezTo>
                    <a:pt x="8002" y="3349"/>
                    <a:pt x="8001" y="3349"/>
                    <a:pt x="8000" y="3349"/>
                  </a:cubicBezTo>
                  <a:close/>
                  <a:moveTo>
                    <a:pt x="148" y="3461"/>
                  </a:moveTo>
                  <a:cubicBezTo>
                    <a:pt x="66" y="3470"/>
                    <a:pt x="8" y="3544"/>
                    <a:pt x="17" y="3626"/>
                  </a:cubicBezTo>
                  <a:cubicBezTo>
                    <a:pt x="26" y="3694"/>
                    <a:pt x="79" y="3748"/>
                    <a:pt x="148" y="3757"/>
                  </a:cubicBezTo>
                  <a:lnTo>
                    <a:pt x="749" y="3757"/>
                  </a:lnTo>
                  <a:cubicBezTo>
                    <a:pt x="830" y="3757"/>
                    <a:pt x="897" y="3691"/>
                    <a:pt x="897" y="3610"/>
                  </a:cubicBezTo>
                  <a:cubicBezTo>
                    <a:pt x="898" y="3528"/>
                    <a:pt x="833" y="3461"/>
                    <a:pt x="751" y="3461"/>
                  </a:cubicBezTo>
                  <a:close/>
                  <a:moveTo>
                    <a:pt x="3307" y="3461"/>
                  </a:moveTo>
                  <a:cubicBezTo>
                    <a:pt x="3225" y="3470"/>
                    <a:pt x="3167" y="3544"/>
                    <a:pt x="3178" y="3626"/>
                  </a:cubicBezTo>
                  <a:cubicBezTo>
                    <a:pt x="3185" y="3694"/>
                    <a:pt x="3240" y="3748"/>
                    <a:pt x="3307" y="3757"/>
                  </a:cubicBezTo>
                  <a:lnTo>
                    <a:pt x="4885" y="3757"/>
                  </a:lnTo>
                  <a:cubicBezTo>
                    <a:pt x="4967" y="3757"/>
                    <a:pt x="5033" y="3690"/>
                    <a:pt x="5033" y="3610"/>
                  </a:cubicBezTo>
                  <a:cubicBezTo>
                    <a:pt x="5034" y="3528"/>
                    <a:pt x="4969" y="3461"/>
                    <a:pt x="4888" y="3461"/>
                  </a:cubicBezTo>
                  <a:close/>
                  <a:moveTo>
                    <a:pt x="148" y="4147"/>
                  </a:moveTo>
                  <a:cubicBezTo>
                    <a:pt x="66" y="4156"/>
                    <a:pt x="8" y="4230"/>
                    <a:pt x="17" y="4312"/>
                  </a:cubicBezTo>
                  <a:cubicBezTo>
                    <a:pt x="26" y="4381"/>
                    <a:pt x="79" y="4434"/>
                    <a:pt x="148" y="4443"/>
                  </a:cubicBezTo>
                  <a:lnTo>
                    <a:pt x="749" y="4443"/>
                  </a:lnTo>
                  <a:cubicBezTo>
                    <a:pt x="830" y="4443"/>
                    <a:pt x="897" y="4378"/>
                    <a:pt x="897" y="4296"/>
                  </a:cubicBezTo>
                  <a:cubicBezTo>
                    <a:pt x="898" y="4214"/>
                    <a:pt x="833" y="4149"/>
                    <a:pt x="751" y="4147"/>
                  </a:cubicBezTo>
                  <a:close/>
                  <a:moveTo>
                    <a:pt x="3307" y="4147"/>
                  </a:moveTo>
                  <a:cubicBezTo>
                    <a:pt x="3225" y="4156"/>
                    <a:pt x="3167" y="4230"/>
                    <a:pt x="3178" y="4312"/>
                  </a:cubicBezTo>
                  <a:cubicBezTo>
                    <a:pt x="3185" y="4381"/>
                    <a:pt x="3240" y="4434"/>
                    <a:pt x="3307" y="4443"/>
                  </a:cubicBezTo>
                  <a:lnTo>
                    <a:pt x="4885" y="4443"/>
                  </a:lnTo>
                  <a:cubicBezTo>
                    <a:pt x="4967" y="4443"/>
                    <a:pt x="5033" y="4378"/>
                    <a:pt x="5033" y="4296"/>
                  </a:cubicBezTo>
                  <a:cubicBezTo>
                    <a:pt x="5034" y="4214"/>
                    <a:pt x="4969" y="4147"/>
                    <a:pt x="4888" y="4147"/>
                  </a:cubicBezTo>
                  <a:close/>
                  <a:moveTo>
                    <a:pt x="5426" y="4765"/>
                  </a:moveTo>
                  <a:cubicBezTo>
                    <a:pt x="5332" y="4765"/>
                    <a:pt x="5256" y="4840"/>
                    <a:pt x="5255" y="4936"/>
                  </a:cubicBezTo>
                  <a:cubicBezTo>
                    <a:pt x="5253" y="5032"/>
                    <a:pt x="5331" y="5109"/>
                    <a:pt x="5426" y="5110"/>
                  </a:cubicBezTo>
                  <a:lnTo>
                    <a:pt x="5427" y="5110"/>
                  </a:lnTo>
                  <a:cubicBezTo>
                    <a:pt x="5523" y="5110"/>
                    <a:pt x="5599" y="5035"/>
                    <a:pt x="5600" y="4939"/>
                  </a:cubicBezTo>
                  <a:cubicBezTo>
                    <a:pt x="5602" y="4844"/>
                    <a:pt x="5524" y="4767"/>
                    <a:pt x="5429" y="4765"/>
                  </a:cubicBezTo>
                  <a:cubicBezTo>
                    <a:pt x="5428" y="4765"/>
                    <a:pt x="5427" y="4765"/>
                    <a:pt x="5426" y="4765"/>
                  </a:cubicBezTo>
                  <a:close/>
                  <a:moveTo>
                    <a:pt x="5941" y="4765"/>
                  </a:moveTo>
                  <a:cubicBezTo>
                    <a:pt x="5846" y="4765"/>
                    <a:pt x="5770" y="4840"/>
                    <a:pt x="5768" y="4936"/>
                  </a:cubicBezTo>
                  <a:cubicBezTo>
                    <a:pt x="5767" y="5032"/>
                    <a:pt x="5844" y="5109"/>
                    <a:pt x="5940" y="5110"/>
                  </a:cubicBezTo>
                  <a:lnTo>
                    <a:pt x="5944" y="5110"/>
                  </a:lnTo>
                  <a:cubicBezTo>
                    <a:pt x="6038" y="5110"/>
                    <a:pt x="6114" y="5035"/>
                    <a:pt x="6114" y="4939"/>
                  </a:cubicBezTo>
                  <a:cubicBezTo>
                    <a:pt x="6115" y="4844"/>
                    <a:pt x="6039" y="4767"/>
                    <a:pt x="5944" y="4765"/>
                  </a:cubicBezTo>
                  <a:cubicBezTo>
                    <a:pt x="5943" y="4765"/>
                    <a:pt x="5942" y="4765"/>
                    <a:pt x="5941" y="4765"/>
                  </a:cubicBezTo>
                  <a:close/>
                  <a:moveTo>
                    <a:pt x="6456" y="4765"/>
                  </a:moveTo>
                  <a:cubicBezTo>
                    <a:pt x="6362" y="4765"/>
                    <a:pt x="6286" y="4840"/>
                    <a:pt x="6285" y="4936"/>
                  </a:cubicBezTo>
                  <a:cubicBezTo>
                    <a:pt x="6284" y="5032"/>
                    <a:pt x="6359" y="5109"/>
                    <a:pt x="6455" y="5110"/>
                  </a:cubicBezTo>
                  <a:lnTo>
                    <a:pt x="6458" y="5110"/>
                  </a:lnTo>
                  <a:cubicBezTo>
                    <a:pt x="6552" y="5110"/>
                    <a:pt x="6629" y="5035"/>
                    <a:pt x="6630" y="4939"/>
                  </a:cubicBezTo>
                  <a:cubicBezTo>
                    <a:pt x="6632" y="4844"/>
                    <a:pt x="6555" y="4767"/>
                    <a:pt x="6459" y="4765"/>
                  </a:cubicBezTo>
                  <a:cubicBezTo>
                    <a:pt x="6458" y="4765"/>
                    <a:pt x="6457" y="4765"/>
                    <a:pt x="6456" y="4765"/>
                  </a:cubicBezTo>
                  <a:close/>
                  <a:moveTo>
                    <a:pt x="6970" y="4765"/>
                  </a:moveTo>
                  <a:cubicBezTo>
                    <a:pt x="6876" y="4765"/>
                    <a:pt x="6800" y="4840"/>
                    <a:pt x="6799" y="4936"/>
                  </a:cubicBezTo>
                  <a:cubicBezTo>
                    <a:pt x="6797" y="5032"/>
                    <a:pt x="6873" y="5109"/>
                    <a:pt x="6970" y="5110"/>
                  </a:cubicBezTo>
                  <a:lnTo>
                    <a:pt x="6973" y="5110"/>
                  </a:lnTo>
                  <a:cubicBezTo>
                    <a:pt x="7068" y="5110"/>
                    <a:pt x="7144" y="5035"/>
                    <a:pt x="7144" y="4939"/>
                  </a:cubicBezTo>
                  <a:cubicBezTo>
                    <a:pt x="7146" y="4844"/>
                    <a:pt x="7068" y="4767"/>
                    <a:pt x="6973" y="4765"/>
                  </a:cubicBezTo>
                  <a:cubicBezTo>
                    <a:pt x="6972" y="4765"/>
                    <a:pt x="6971" y="4765"/>
                    <a:pt x="6970" y="4765"/>
                  </a:cubicBezTo>
                  <a:close/>
                  <a:moveTo>
                    <a:pt x="7487" y="4765"/>
                  </a:moveTo>
                  <a:cubicBezTo>
                    <a:pt x="7393" y="4765"/>
                    <a:pt x="7315" y="4840"/>
                    <a:pt x="7315" y="4936"/>
                  </a:cubicBezTo>
                  <a:cubicBezTo>
                    <a:pt x="7314" y="5032"/>
                    <a:pt x="7390" y="5109"/>
                    <a:pt x="7485" y="5110"/>
                  </a:cubicBezTo>
                  <a:lnTo>
                    <a:pt x="7488" y="5110"/>
                  </a:lnTo>
                  <a:cubicBezTo>
                    <a:pt x="7582" y="5110"/>
                    <a:pt x="7659" y="5035"/>
                    <a:pt x="7661" y="4939"/>
                  </a:cubicBezTo>
                  <a:cubicBezTo>
                    <a:pt x="7661" y="4844"/>
                    <a:pt x="7585" y="4767"/>
                    <a:pt x="7490" y="4765"/>
                  </a:cubicBezTo>
                  <a:cubicBezTo>
                    <a:pt x="7489" y="4765"/>
                    <a:pt x="7488" y="4765"/>
                    <a:pt x="7487" y="4765"/>
                  </a:cubicBezTo>
                  <a:close/>
                  <a:moveTo>
                    <a:pt x="8000" y="4765"/>
                  </a:moveTo>
                  <a:cubicBezTo>
                    <a:pt x="7906" y="4765"/>
                    <a:pt x="7829" y="4840"/>
                    <a:pt x="7829" y="4936"/>
                  </a:cubicBezTo>
                  <a:cubicBezTo>
                    <a:pt x="7828" y="5032"/>
                    <a:pt x="7903" y="5109"/>
                    <a:pt x="7999" y="5110"/>
                  </a:cubicBezTo>
                  <a:lnTo>
                    <a:pt x="8003" y="5110"/>
                  </a:lnTo>
                  <a:cubicBezTo>
                    <a:pt x="8097" y="5110"/>
                    <a:pt x="8174" y="5035"/>
                    <a:pt x="8174" y="4939"/>
                  </a:cubicBezTo>
                  <a:cubicBezTo>
                    <a:pt x="8174" y="4844"/>
                    <a:pt x="8099" y="4767"/>
                    <a:pt x="8003" y="4765"/>
                  </a:cubicBezTo>
                  <a:cubicBezTo>
                    <a:pt x="8002" y="4765"/>
                    <a:pt x="8001" y="4765"/>
                    <a:pt x="8000" y="4765"/>
                  </a:cubicBezTo>
                  <a:close/>
                  <a:moveTo>
                    <a:pt x="148" y="4834"/>
                  </a:moveTo>
                  <a:cubicBezTo>
                    <a:pt x="66" y="4835"/>
                    <a:pt x="0" y="4901"/>
                    <a:pt x="0" y="4982"/>
                  </a:cubicBezTo>
                  <a:cubicBezTo>
                    <a:pt x="0" y="5064"/>
                    <a:pt x="66" y="5130"/>
                    <a:pt x="148" y="5130"/>
                  </a:cubicBezTo>
                  <a:lnTo>
                    <a:pt x="749" y="5130"/>
                  </a:lnTo>
                  <a:cubicBezTo>
                    <a:pt x="831" y="5130"/>
                    <a:pt x="897" y="5064"/>
                    <a:pt x="897" y="4982"/>
                  </a:cubicBezTo>
                  <a:cubicBezTo>
                    <a:pt x="897" y="4901"/>
                    <a:pt x="831" y="4835"/>
                    <a:pt x="749" y="4834"/>
                  </a:cubicBezTo>
                  <a:close/>
                  <a:moveTo>
                    <a:pt x="3307" y="4834"/>
                  </a:moveTo>
                  <a:cubicBezTo>
                    <a:pt x="3227" y="4835"/>
                    <a:pt x="3161" y="4901"/>
                    <a:pt x="3161" y="4982"/>
                  </a:cubicBezTo>
                  <a:cubicBezTo>
                    <a:pt x="3161" y="5064"/>
                    <a:pt x="3227" y="5130"/>
                    <a:pt x="3307" y="5130"/>
                  </a:cubicBezTo>
                  <a:lnTo>
                    <a:pt x="4885" y="5130"/>
                  </a:lnTo>
                  <a:cubicBezTo>
                    <a:pt x="4967" y="5130"/>
                    <a:pt x="5033" y="5064"/>
                    <a:pt x="5033" y="4982"/>
                  </a:cubicBezTo>
                  <a:cubicBezTo>
                    <a:pt x="5033" y="4901"/>
                    <a:pt x="4967" y="4835"/>
                    <a:pt x="4885" y="4834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37"/>
            <p:cNvSpPr/>
            <p:nvPr/>
          </p:nvSpPr>
          <p:spPr>
            <a:xfrm>
              <a:off x="5657875" y="3437575"/>
              <a:ext cx="204375" cy="128300"/>
            </a:xfrm>
            <a:custGeom>
              <a:rect b="b" l="l" r="r" t="t"/>
              <a:pathLst>
                <a:path extrusionOk="0" h="5132" w="8175">
                  <a:moveTo>
                    <a:pt x="1419" y="26"/>
                  </a:moveTo>
                  <a:cubicBezTo>
                    <a:pt x="1337" y="27"/>
                    <a:pt x="1272" y="94"/>
                    <a:pt x="1272" y="176"/>
                  </a:cubicBezTo>
                  <a:cubicBezTo>
                    <a:pt x="1272" y="257"/>
                    <a:pt x="1337" y="322"/>
                    <a:pt x="1419" y="322"/>
                  </a:cubicBezTo>
                  <a:lnTo>
                    <a:pt x="2996" y="322"/>
                  </a:lnTo>
                  <a:cubicBezTo>
                    <a:pt x="2997" y="322"/>
                    <a:pt x="2998" y="322"/>
                    <a:pt x="2999" y="322"/>
                  </a:cubicBezTo>
                  <a:cubicBezTo>
                    <a:pt x="3079" y="322"/>
                    <a:pt x="3145" y="259"/>
                    <a:pt x="3146" y="178"/>
                  </a:cubicBezTo>
                  <a:lnTo>
                    <a:pt x="3146" y="176"/>
                  </a:lnTo>
                  <a:cubicBezTo>
                    <a:pt x="3146" y="93"/>
                    <a:pt x="3079" y="26"/>
                    <a:pt x="2996" y="26"/>
                  </a:cubicBezTo>
                  <a:close/>
                  <a:moveTo>
                    <a:pt x="148" y="27"/>
                  </a:moveTo>
                  <a:cubicBezTo>
                    <a:pt x="66" y="27"/>
                    <a:pt x="0" y="94"/>
                    <a:pt x="0" y="176"/>
                  </a:cubicBezTo>
                  <a:cubicBezTo>
                    <a:pt x="0" y="257"/>
                    <a:pt x="66" y="324"/>
                    <a:pt x="148" y="324"/>
                  </a:cubicBezTo>
                  <a:lnTo>
                    <a:pt x="749" y="324"/>
                  </a:lnTo>
                  <a:cubicBezTo>
                    <a:pt x="830" y="324"/>
                    <a:pt x="897" y="257"/>
                    <a:pt x="897" y="176"/>
                  </a:cubicBezTo>
                  <a:cubicBezTo>
                    <a:pt x="897" y="94"/>
                    <a:pt x="831" y="27"/>
                    <a:pt x="749" y="27"/>
                  </a:cubicBezTo>
                  <a:close/>
                  <a:moveTo>
                    <a:pt x="3665" y="1"/>
                  </a:moveTo>
                  <a:cubicBezTo>
                    <a:pt x="3571" y="1"/>
                    <a:pt x="3495" y="76"/>
                    <a:pt x="3493" y="170"/>
                  </a:cubicBezTo>
                  <a:cubicBezTo>
                    <a:pt x="3492" y="267"/>
                    <a:pt x="3569" y="345"/>
                    <a:pt x="3665" y="346"/>
                  </a:cubicBezTo>
                  <a:lnTo>
                    <a:pt x="3669" y="346"/>
                  </a:lnTo>
                  <a:cubicBezTo>
                    <a:pt x="3763" y="346"/>
                    <a:pt x="3839" y="270"/>
                    <a:pt x="3839" y="175"/>
                  </a:cubicBezTo>
                  <a:cubicBezTo>
                    <a:pt x="3840" y="80"/>
                    <a:pt x="3764" y="2"/>
                    <a:pt x="3667" y="1"/>
                  </a:cubicBezTo>
                  <a:cubicBezTo>
                    <a:pt x="3667" y="1"/>
                    <a:pt x="3666" y="1"/>
                    <a:pt x="3665" y="1"/>
                  </a:cubicBezTo>
                  <a:close/>
                  <a:moveTo>
                    <a:pt x="4181" y="1"/>
                  </a:moveTo>
                  <a:cubicBezTo>
                    <a:pt x="4087" y="1"/>
                    <a:pt x="4010" y="76"/>
                    <a:pt x="4010" y="170"/>
                  </a:cubicBezTo>
                  <a:cubicBezTo>
                    <a:pt x="4008" y="267"/>
                    <a:pt x="4084" y="345"/>
                    <a:pt x="4180" y="346"/>
                  </a:cubicBezTo>
                  <a:lnTo>
                    <a:pt x="4183" y="346"/>
                  </a:lnTo>
                  <a:cubicBezTo>
                    <a:pt x="4276" y="346"/>
                    <a:pt x="4354" y="270"/>
                    <a:pt x="4355" y="175"/>
                  </a:cubicBezTo>
                  <a:cubicBezTo>
                    <a:pt x="4355" y="80"/>
                    <a:pt x="4279" y="2"/>
                    <a:pt x="4184" y="1"/>
                  </a:cubicBezTo>
                  <a:cubicBezTo>
                    <a:pt x="4183" y="1"/>
                    <a:pt x="4182" y="1"/>
                    <a:pt x="4181" y="1"/>
                  </a:cubicBezTo>
                  <a:close/>
                  <a:moveTo>
                    <a:pt x="4695" y="1"/>
                  </a:moveTo>
                  <a:cubicBezTo>
                    <a:pt x="4601" y="1"/>
                    <a:pt x="4525" y="76"/>
                    <a:pt x="4524" y="170"/>
                  </a:cubicBezTo>
                  <a:cubicBezTo>
                    <a:pt x="4522" y="267"/>
                    <a:pt x="4598" y="345"/>
                    <a:pt x="4695" y="346"/>
                  </a:cubicBezTo>
                  <a:lnTo>
                    <a:pt x="4698" y="346"/>
                  </a:lnTo>
                  <a:cubicBezTo>
                    <a:pt x="4793" y="346"/>
                    <a:pt x="4869" y="270"/>
                    <a:pt x="4869" y="175"/>
                  </a:cubicBezTo>
                  <a:cubicBezTo>
                    <a:pt x="4871" y="80"/>
                    <a:pt x="4793" y="2"/>
                    <a:pt x="4698" y="1"/>
                  </a:cubicBezTo>
                  <a:cubicBezTo>
                    <a:pt x="4697" y="1"/>
                    <a:pt x="4696" y="1"/>
                    <a:pt x="4695" y="1"/>
                  </a:cubicBezTo>
                  <a:close/>
                  <a:moveTo>
                    <a:pt x="5212" y="1"/>
                  </a:moveTo>
                  <a:cubicBezTo>
                    <a:pt x="5118" y="1"/>
                    <a:pt x="5040" y="76"/>
                    <a:pt x="5039" y="170"/>
                  </a:cubicBezTo>
                  <a:cubicBezTo>
                    <a:pt x="5039" y="267"/>
                    <a:pt x="5115" y="345"/>
                    <a:pt x="5210" y="346"/>
                  </a:cubicBezTo>
                  <a:lnTo>
                    <a:pt x="5213" y="346"/>
                  </a:lnTo>
                  <a:cubicBezTo>
                    <a:pt x="5307" y="346"/>
                    <a:pt x="5384" y="270"/>
                    <a:pt x="5386" y="175"/>
                  </a:cubicBezTo>
                  <a:lnTo>
                    <a:pt x="5384" y="175"/>
                  </a:lnTo>
                  <a:cubicBezTo>
                    <a:pt x="5386" y="80"/>
                    <a:pt x="5310" y="2"/>
                    <a:pt x="5214" y="1"/>
                  </a:cubicBezTo>
                  <a:cubicBezTo>
                    <a:pt x="5214" y="1"/>
                    <a:pt x="5213" y="1"/>
                    <a:pt x="5212" y="1"/>
                  </a:cubicBezTo>
                  <a:close/>
                  <a:moveTo>
                    <a:pt x="6242" y="1"/>
                  </a:moveTo>
                  <a:cubicBezTo>
                    <a:pt x="6148" y="1"/>
                    <a:pt x="6071" y="76"/>
                    <a:pt x="6069" y="170"/>
                  </a:cubicBezTo>
                  <a:cubicBezTo>
                    <a:pt x="6069" y="267"/>
                    <a:pt x="6145" y="345"/>
                    <a:pt x="6240" y="346"/>
                  </a:cubicBezTo>
                  <a:lnTo>
                    <a:pt x="6245" y="346"/>
                  </a:lnTo>
                  <a:cubicBezTo>
                    <a:pt x="6339" y="346"/>
                    <a:pt x="6415" y="270"/>
                    <a:pt x="6415" y="175"/>
                  </a:cubicBezTo>
                  <a:cubicBezTo>
                    <a:pt x="6416" y="80"/>
                    <a:pt x="6340" y="2"/>
                    <a:pt x="6245" y="1"/>
                  </a:cubicBezTo>
                  <a:cubicBezTo>
                    <a:pt x="6244" y="1"/>
                    <a:pt x="6243" y="1"/>
                    <a:pt x="6242" y="1"/>
                  </a:cubicBezTo>
                  <a:close/>
                  <a:moveTo>
                    <a:pt x="5709" y="1"/>
                  </a:moveTo>
                  <a:cubicBezTo>
                    <a:pt x="5622" y="1"/>
                    <a:pt x="5547" y="67"/>
                    <a:pt x="5538" y="155"/>
                  </a:cubicBezTo>
                  <a:cubicBezTo>
                    <a:pt x="5527" y="249"/>
                    <a:pt x="5596" y="336"/>
                    <a:pt x="5689" y="346"/>
                  </a:cubicBezTo>
                  <a:cubicBezTo>
                    <a:pt x="5696" y="347"/>
                    <a:pt x="5702" y="347"/>
                    <a:pt x="5709" y="347"/>
                  </a:cubicBezTo>
                  <a:cubicBezTo>
                    <a:pt x="5715" y="347"/>
                    <a:pt x="5721" y="347"/>
                    <a:pt x="5728" y="346"/>
                  </a:cubicBezTo>
                  <a:cubicBezTo>
                    <a:pt x="5822" y="346"/>
                    <a:pt x="5899" y="269"/>
                    <a:pt x="5899" y="175"/>
                  </a:cubicBezTo>
                  <a:cubicBezTo>
                    <a:pt x="5899" y="81"/>
                    <a:pt x="5825" y="4"/>
                    <a:pt x="5731" y="2"/>
                  </a:cubicBezTo>
                  <a:lnTo>
                    <a:pt x="5728" y="2"/>
                  </a:lnTo>
                  <a:cubicBezTo>
                    <a:pt x="5722" y="1"/>
                    <a:pt x="5715" y="1"/>
                    <a:pt x="5709" y="1"/>
                  </a:cubicBezTo>
                  <a:close/>
                  <a:moveTo>
                    <a:pt x="148" y="715"/>
                  </a:moveTo>
                  <a:cubicBezTo>
                    <a:pt x="66" y="715"/>
                    <a:pt x="0" y="781"/>
                    <a:pt x="0" y="863"/>
                  </a:cubicBezTo>
                  <a:cubicBezTo>
                    <a:pt x="0" y="945"/>
                    <a:pt x="66" y="1012"/>
                    <a:pt x="148" y="1012"/>
                  </a:cubicBezTo>
                  <a:lnTo>
                    <a:pt x="749" y="1012"/>
                  </a:lnTo>
                  <a:cubicBezTo>
                    <a:pt x="831" y="1012"/>
                    <a:pt x="897" y="945"/>
                    <a:pt x="897" y="863"/>
                  </a:cubicBezTo>
                  <a:cubicBezTo>
                    <a:pt x="897" y="781"/>
                    <a:pt x="830" y="715"/>
                    <a:pt x="749" y="715"/>
                  </a:cubicBezTo>
                  <a:close/>
                  <a:moveTo>
                    <a:pt x="1418" y="715"/>
                  </a:moveTo>
                  <a:cubicBezTo>
                    <a:pt x="1337" y="715"/>
                    <a:pt x="1272" y="781"/>
                    <a:pt x="1272" y="863"/>
                  </a:cubicBezTo>
                  <a:cubicBezTo>
                    <a:pt x="1272" y="945"/>
                    <a:pt x="1337" y="1010"/>
                    <a:pt x="1418" y="1012"/>
                  </a:cubicBezTo>
                  <a:lnTo>
                    <a:pt x="2996" y="1012"/>
                  </a:lnTo>
                  <a:cubicBezTo>
                    <a:pt x="3079" y="1012"/>
                    <a:pt x="3146" y="945"/>
                    <a:pt x="3146" y="863"/>
                  </a:cubicBezTo>
                  <a:cubicBezTo>
                    <a:pt x="3146" y="781"/>
                    <a:pt x="3079" y="715"/>
                    <a:pt x="2999" y="715"/>
                  </a:cubicBezTo>
                  <a:close/>
                  <a:moveTo>
                    <a:pt x="148" y="1402"/>
                  </a:moveTo>
                  <a:cubicBezTo>
                    <a:pt x="66" y="1412"/>
                    <a:pt x="8" y="1487"/>
                    <a:pt x="17" y="1568"/>
                  </a:cubicBezTo>
                  <a:cubicBezTo>
                    <a:pt x="26" y="1637"/>
                    <a:pt x="79" y="1691"/>
                    <a:pt x="148" y="1698"/>
                  </a:cubicBezTo>
                  <a:lnTo>
                    <a:pt x="749" y="1698"/>
                  </a:lnTo>
                  <a:cubicBezTo>
                    <a:pt x="828" y="1698"/>
                    <a:pt x="892" y="1637"/>
                    <a:pt x="897" y="1558"/>
                  </a:cubicBezTo>
                  <a:lnTo>
                    <a:pt x="897" y="1549"/>
                  </a:lnTo>
                  <a:cubicBezTo>
                    <a:pt x="897" y="1469"/>
                    <a:pt x="830" y="1402"/>
                    <a:pt x="749" y="1402"/>
                  </a:cubicBezTo>
                  <a:close/>
                  <a:moveTo>
                    <a:pt x="1418" y="1402"/>
                  </a:moveTo>
                  <a:cubicBezTo>
                    <a:pt x="1336" y="1412"/>
                    <a:pt x="1278" y="1485"/>
                    <a:pt x="1288" y="1567"/>
                  </a:cubicBezTo>
                  <a:cubicBezTo>
                    <a:pt x="1296" y="1635"/>
                    <a:pt x="1351" y="1691"/>
                    <a:pt x="1418" y="1698"/>
                  </a:cubicBezTo>
                  <a:lnTo>
                    <a:pt x="2996" y="1698"/>
                  </a:lnTo>
                  <a:cubicBezTo>
                    <a:pt x="3076" y="1698"/>
                    <a:pt x="3142" y="1637"/>
                    <a:pt x="3146" y="1558"/>
                  </a:cubicBezTo>
                  <a:lnTo>
                    <a:pt x="3146" y="1549"/>
                  </a:lnTo>
                  <a:cubicBezTo>
                    <a:pt x="3146" y="1467"/>
                    <a:pt x="3079" y="1402"/>
                    <a:pt x="2999" y="1402"/>
                  </a:cubicBezTo>
                  <a:close/>
                  <a:moveTo>
                    <a:pt x="3666" y="1384"/>
                  </a:moveTo>
                  <a:cubicBezTo>
                    <a:pt x="3571" y="1384"/>
                    <a:pt x="3493" y="1461"/>
                    <a:pt x="3493" y="1557"/>
                  </a:cubicBezTo>
                  <a:cubicBezTo>
                    <a:pt x="3493" y="1652"/>
                    <a:pt x="3571" y="1729"/>
                    <a:pt x="3666" y="1729"/>
                  </a:cubicBezTo>
                  <a:lnTo>
                    <a:pt x="3667" y="1729"/>
                  </a:lnTo>
                  <a:cubicBezTo>
                    <a:pt x="3763" y="1729"/>
                    <a:pt x="3839" y="1653"/>
                    <a:pt x="3839" y="1560"/>
                  </a:cubicBezTo>
                  <a:lnTo>
                    <a:pt x="3839" y="1557"/>
                  </a:lnTo>
                  <a:cubicBezTo>
                    <a:pt x="3839" y="1461"/>
                    <a:pt x="3761" y="1384"/>
                    <a:pt x="3666" y="1384"/>
                  </a:cubicBezTo>
                  <a:close/>
                  <a:moveTo>
                    <a:pt x="4696" y="1384"/>
                  </a:moveTo>
                  <a:cubicBezTo>
                    <a:pt x="4601" y="1384"/>
                    <a:pt x="4524" y="1461"/>
                    <a:pt x="4524" y="1557"/>
                  </a:cubicBezTo>
                  <a:cubicBezTo>
                    <a:pt x="4524" y="1652"/>
                    <a:pt x="4601" y="1729"/>
                    <a:pt x="4696" y="1729"/>
                  </a:cubicBezTo>
                  <a:lnTo>
                    <a:pt x="4698" y="1729"/>
                  </a:lnTo>
                  <a:cubicBezTo>
                    <a:pt x="4792" y="1729"/>
                    <a:pt x="4869" y="1653"/>
                    <a:pt x="4869" y="1560"/>
                  </a:cubicBezTo>
                  <a:lnTo>
                    <a:pt x="4869" y="1557"/>
                  </a:lnTo>
                  <a:cubicBezTo>
                    <a:pt x="4869" y="1461"/>
                    <a:pt x="4792" y="1384"/>
                    <a:pt x="4696" y="1384"/>
                  </a:cubicBezTo>
                  <a:close/>
                  <a:moveTo>
                    <a:pt x="6242" y="1384"/>
                  </a:moveTo>
                  <a:cubicBezTo>
                    <a:pt x="6147" y="1384"/>
                    <a:pt x="6069" y="1461"/>
                    <a:pt x="6069" y="1557"/>
                  </a:cubicBezTo>
                  <a:cubicBezTo>
                    <a:pt x="6069" y="1652"/>
                    <a:pt x="6147" y="1729"/>
                    <a:pt x="6242" y="1729"/>
                  </a:cubicBezTo>
                  <a:lnTo>
                    <a:pt x="6245" y="1729"/>
                  </a:lnTo>
                  <a:cubicBezTo>
                    <a:pt x="6339" y="1729"/>
                    <a:pt x="6415" y="1653"/>
                    <a:pt x="6415" y="1560"/>
                  </a:cubicBezTo>
                  <a:lnTo>
                    <a:pt x="6415" y="1557"/>
                  </a:lnTo>
                  <a:cubicBezTo>
                    <a:pt x="6415" y="1461"/>
                    <a:pt x="6337" y="1384"/>
                    <a:pt x="6242" y="1384"/>
                  </a:cubicBezTo>
                  <a:close/>
                  <a:moveTo>
                    <a:pt x="4183" y="1384"/>
                  </a:moveTo>
                  <a:cubicBezTo>
                    <a:pt x="4087" y="1384"/>
                    <a:pt x="4010" y="1461"/>
                    <a:pt x="4010" y="1557"/>
                  </a:cubicBezTo>
                  <a:cubicBezTo>
                    <a:pt x="4010" y="1652"/>
                    <a:pt x="4087" y="1729"/>
                    <a:pt x="4183" y="1729"/>
                  </a:cubicBezTo>
                  <a:cubicBezTo>
                    <a:pt x="4184" y="1729"/>
                    <a:pt x="4184" y="1729"/>
                    <a:pt x="4185" y="1729"/>
                  </a:cubicBezTo>
                  <a:cubicBezTo>
                    <a:pt x="4278" y="1729"/>
                    <a:pt x="4354" y="1654"/>
                    <a:pt x="4355" y="1561"/>
                  </a:cubicBezTo>
                  <a:lnTo>
                    <a:pt x="4355" y="1557"/>
                  </a:lnTo>
                  <a:cubicBezTo>
                    <a:pt x="4355" y="1461"/>
                    <a:pt x="4278" y="1384"/>
                    <a:pt x="4183" y="1384"/>
                  </a:cubicBezTo>
                  <a:close/>
                  <a:moveTo>
                    <a:pt x="5212" y="1384"/>
                  </a:moveTo>
                  <a:cubicBezTo>
                    <a:pt x="5116" y="1384"/>
                    <a:pt x="5039" y="1461"/>
                    <a:pt x="5039" y="1557"/>
                  </a:cubicBezTo>
                  <a:cubicBezTo>
                    <a:pt x="5039" y="1652"/>
                    <a:pt x="5116" y="1729"/>
                    <a:pt x="5212" y="1729"/>
                  </a:cubicBezTo>
                  <a:cubicBezTo>
                    <a:pt x="5212" y="1729"/>
                    <a:pt x="5213" y="1729"/>
                    <a:pt x="5214" y="1729"/>
                  </a:cubicBezTo>
                  <a:cubicBezTo>
                    <a:pt x="5308" y="1729"/>
                    <a:pt x="5384" y="1654"/>
                    <a:pt x="5384" y="1561"/>
                  </a:cubicBezTo>
                  <a:lnTo>
                    <a:pt x="5384" y="1557"/>
                  </a:lnTo>
                  <a:cubicBezTo>
                    <a:pt x="5384" y="1461"/>
                    <a:pt x="5307" y="1384"/>
                    <a:pt x="5212" y="1384"/>
                  </a:cubicBezTo>
                  <a:close/>
                  <a:moveTo>
                    <a:pt x="5725" y="1387"/>
                  </a:moveTo>
                  <a:cubicBezTo>
                    <a:pt x="5631" y="1387"/>
                    <a:pt x="5554" y="1462"/>
                    <a:pt x="5554" y="1557"/>
                  </a:cubicBezTo>
                  <a:cubicBezTo>
                    <a:pt x="5552" y="1652"/>
                    <a:pt x="5628" y="1731"/>
                    <a:pt x="5724" y="1732"/>
                  </a:cubicBezTo>
                  <a:cubicBezTo>
                    <a:pt x="5819" y="1732"/>
                    <a:pt x="5898" y="1656"/>
                    <a:pt x="5899" y="1561"/>
                  </a:cubicBezTo>
                  <a:lnTo>
                    <a:pt x="5899" y="1557"/>
                  </a:lnTo>
                  <a:cubicBezTo>
                    <a:pt x="5899" y="1463"/>
                    <a:pt x="5822" y="1387"/>
                    <a:pt x="5728" y="1387"/>
                  </a:cubicBezTo>
                  <a:cubicBezTo>
                    <a:pt x="5727" y="1387"/>
                    <a:pt x="5726" y="1387"/>
                    <a:pt x="5725" y="1387"/>
                  </a:cubicBezTo>
                  <a:close/>
                  <a:moveTo>
                    <a:pt x="1418" y="2088"/>
                  </a:moveTo>
                  <a:cubicBezTo>
                    <a:pt x="1336" y="2099"/>
                    <a:pt x="1278" y="2173"/>
                    <a:pt x="1288" y="2255"/>
                  </a:cubicBezTo>
                  <a:cubicBezTo>
                    <a:pt x="1296" y="2322"/>
                    <a:pt x="1351" y="2377"/>
                    <a:pt x="1418" y="2384"/>
                  </a:cubicBezTo>
                  <a:lnTo>
                    <a:pt x="2996" y="2384"/>
                  </a:lnTo>
                  <a:cubicBezTo>
                    <a:pt x="3079" y="2384"/>
                    <a:pt x="3146" y="2317"/>
                    <a:pt x="3146" y="2235"/>
                  </a:cubicBezTo>
                  <a:cubicBezTo>
                    <a:pt x="3146" y="2154"/>
                    <a:pt x="3079" y="2088"/>
                    <a:pt x="2999" y="2088"/>
                  </a:cubicBezTo>
                  <a:close/>
                  <a:moveTo>
                    <a:pt x="148" y="2088"/>
                  </a:moveTo>
                  <a:cubicBezTo>
                    <a:pt x="66" y="2099"/>
                    <a:pt x="8" y="2173"/>
                    <a:pt x="17" y="2255"/>
                  </a:cubicBezTo>
                  <a:cubicBezTo>
                    <a:pt x="26" y="2323"/>
                    <a:pt x="79" y="2377"/>
                    <a:pt x="148" y="2386"/>
                  </a:cubicBezTo>
                  <a:lnTo>
                    <a:pt x="749" y="2386"/>
                  </a:lnTo>
                  <a:cubicBezTo>
                    <a:pt x="831" y="2386"/>
                    <a:pt x="897" y="2319"/>
                    <a:pt x="897" y="2238"/>
                  </a:cubicBezTo>
                  <a:lnTo>
                    <a:pt x="897" y="2235"/>
                  </a:lnTo>
                  <a:cubicBezTo>
                    <a:pt x="897" y="2155"/>
                    <a:pt x="830" y="2088"/>
                    <a:pt x="749" y="2088"/>
                  </a:cubicBezTo>
                  <a:close/>
                  <a:moveTo>
                    <a:pt x="1418" y="2774"/>
                  </a:moveTo>
                  <a:cubicBezTo>
                    <a:pt x="1336" y="2785"/>
                    <a:pt x="1278" y="2859"/>
                    <a:pt x="1288" y="2941"/>
                  </a:cubicBezTo>
                  <a:cubicBezTo>
                    <a:pt x="1296" y="3010"/>
                    <a:pt x="1351" y="3063"/>
                    <a:pt x="1418" y="3071"/>
                  </a:cubicBezTo>
                  <a:lnTo>
                    <a:pt x="2996" y="3071"/>
                  </a:lnTo>
                  <a:cubicBezTo>
                    <a:pt x="3079" y="3071"/>
                    <a:pt x="3146" y="3004"/>
                    <a:pt x="3146" y="2922"/>
                  </a:cubicBezTo>
                  <a:cubicBezTo>
                    <a:pt x="3146" y="2840"/>
                    <a:pt x="3079" y="2774"/>
                    <a:pt x="2999" y="2774"/>
                  </a:cubicBezTo>
                  <a:close/>
                  <a:moveTo>
                    <a:pt x="148" y="2776"/>
                  </a:moveTo>
                  <a:cubicBezTo>
                    <a:pt x="66" y="2785"/>
                    <a:pt x="8" y="2859"/>
                    <a:pt x="17" y="2941"/>
                  </a:cubicBezTo>
                  <a:cubicBezTo>
                    <a:pt x="26" y="3010"/>
                    <a:pt x="79" y="3063"/>
                    <a:pt x="148" y="3072"/>
                  </a:cubicBezTo>
                  <a:lnTo>
                    <a:pt x="749" y="3072"/>
                  </a:lnTo>
                  <a:cubicBezTo>
                    <a:pt x="831" y="3072"/>
                    <a:pt x="897" y="3005"/>
                    <a:pt x="897" y="2925"/>
                  </a:cubicBezTo>
                  <a:lnTo>
                    <a:pt x="897" y="2922"/>
                  </a:lnTo>
                  <a:cubicBezTo>
                    <a:pt x="897" y="2841"/>
                    <a:pt x="830" y="2776"/>
                    <a:pt x="749" y="2776"/>
                  </a:cubicBezTo>
                  <a:close/>
                  <a:moveTo>
                    <a:pt x="5427" y="3360"/>
                  </a:moveTo>
                  <a:cubicBezTo>
                    <a:pt x="5332" y="3360"/>
                    <a:pt x="5255" y="3437"/>
                    <a:pt x="5255" y="3532"/>
                  </a:cubicBezTo>
                  <a:cubicBezTo>
                    <a:pt x="5255" y="3628"/>
                    <a:pt x="5332" y="3705"/>
                    <a:pt x="5427" y="3705"/>
                  </a:cubicBezTo>
                  <a:cubicBezTo>
                    <a:pt x="5521" y="3705"/>
                    <a:pt x="5599" y="3631"/>
                    <a:pt x="5600" y="3537"/>
                  </a:cubicBezTo>
                  <a:cubicBezTo>
                    <a:pt x="5600" y="3535"/>
                    <a:pt x="5600" y="3534"/>
                    <a:pt x="5600" y="3532"/>
                  </a:cubicBezTo>
                  <a:cubicBezTo>
                    <a:pt x="5600" y="3436"/>
                    <a:pt x="5523" y="3360"/>
                    <a:pt x="5427" y="3360"/>
                  </a:cubicBezTo>
                  <a:close/>
                  <a:moveTo>
                    <a:pt x="5941" y="3360"/>
                  </a:moveTo>
                  <a:cubicBezTo>
                    <a:pt x="5846" y="3360"/>
                    <a:pt x="5768" y="3437"/>
                    <a:pt x="5768" y="3532"/>
                  </a:cubicBezTo>
                  <a:cubicBezTo>
                    <a:pt x="5768" y="3628"/>
                    <a:pt x="5846" y="3705"/>
                    <a:pt x="5941" y="3705"/>
                  </a:cubicBezTo>
                  <a:lnTo>
                    <a:pt x="5944" y="3705"/>
                  </a:lnTo>
                  <a:cubicBezTo>
                    <a:pt x="6038" y="3705"/>
                    <a:pt x="6114" y="3628"/>
                    <a:pt x="6114" y="3534"/>
                  </a:cubicBezTo>
                  <a:cubicBezTo>
                    <a:pt x="6114" y="3533"/>
                    <a:pt x="6114" y="3533"/>
                    <a:pt x="6114" y="3532"/>
                  </a:cubicBezTo>
                  <a:cubicBezTo>
                    <a:pt x="6114" y="3436"/>
                    <a:pt x="6036" y="3360"/>
                    <a:pt x="5941" y="3360"/>
                  </a:cubicBezTo>
                  <a:close/>
                  <a:moveTo>
                    <a:pt x="6458" y="3360"/>
                  </a:moveTo>
                  <a:cubicBezTo>
                    <a:pt x="6362" y="3360"/>
                    <a:pt x="6285" y="3437"/>
                    <a:pt x="6285" y="3532"/>
                  </a:cubicBezTo>
                  <a:cubicBezTo>
                    <a:pt x="6285" y="3628"/>
                    <a:pt x="6362" y="3705"/>
                    <a:pt x="6458" y="3705"/>
                  </a:cubicBezTo>
                  <a:cubicBezTo>
                    <a:pt x="6552" y="3705"/>
                    <a:pt x="6629" y="3631"/>
                    <a:pt x="6630" y="3537"/>
                  </a:cubicBezTo>
                  <a:cubicBezTo>
                    <a:pt x="6630" y="3535"/>
                    <a:pt x="6630" y="3534"/>
                    <a:pt x="6630" y="3532"/>
                  </a:cubicBezTo>
                  <a:cubicBezTo>
                    <a:pt x="6630" y="3436"/>
                    <a:pt x="6553" y="3360"/>
                    <a:pt x="6458" y="3360"/>
                  </a:cubicBezTo>
                  <a:close/>
                  <a:moveTo>
                    <a:pt x="6971" y="3360"/>
                  </a:moveTo>
                  <a:cubicBezTo>
                    <a:pt x="6876" y="3360"/>
                    <a:pt x="6799" y="3437"/>
                    <a:pt x="6799" y="3532"/>
                  </a:cubicBezTo>
                  <a:cubicBezTo>
                    <a:pt x="6799" y="3628"/>
                    <a:pt x="6876" y="3705"/>
                    <a:pt x="6971" y="3705"/>
                  </a:cubicBezTo>
                  <a:lnTo>
                    <a:pt x="6973" y="3705"/>
                  </a:lnTo>
                  <a:cubicBezTo>
                    <a:pt x="7068" y="3705"/>
                    <a:pt x="7144" y="3628"/>
                    <a:pt x="7144" y="3534"/>
                  </a:cubicBezTo>
                  <a:cubicBezTo>
                    <a:pt x="7144" y="3533"/>
                    <a:pt x="7144" y="3533"/>
                    <a:pt x="7144" y="3532"/>
                  </a:cubicBezTo>
                  <a:cubicBezTo>
                    <a:pt x="7144" y="3436"/>
                    <a:pt x="7067" y="3360"/>
                    <a:pt x="6971" y="3360"/>
                  </a:cubicBezTo>
                  <a:close/>
                  <a:moveTo>
                    <a:pt x="7488" y="3360"/>
                  </a:moveTo>
                  <a:cubicBezTo>
                    <a:pt x="7391" y="3360"/>
                    <a:pt x="7315" y="3437"/>
                    <a:pt x="7315" y="3532"/>
                  </a:cubicBezTo>
                  <a:cubicBezTo>
                    <a:pt x="7315" y="3628"/>
                    <a:pt x="7393" y="3705"/>
                    <a:pt x="7488" y="3705"/>
                  </a:cubicBezTo>
                  <a:cubicBezTo>
                    <a:pt x="7582" y="3705"/>
                    <a:pt x="7659" y="3631"/>
                    <a:pt x="7661" y="3537"/>
                  </a:cubicBezTo>
                  <a:cubicBezTo>
                    <a:pt x="7661" y="3535"/>
                    <a:pt x="7661" y="3534"/>
                    <a:pt x="7661" y="3532"/>
                  </a:cubicBezTo>
                  <a:cubicBezTo>
                    <a:pt x="7661" y="3436"/>
                    <a:pt x="7583" y="3360"/>
                    <a:pt x="7488" y="3360"/>
                  </a:cubicBezTo>
                  <a:close/>
                  <a:moveTo>
                    <a:pt x="8002" y="3360"/>
                  </a:moveTo>
                  <a:cubicBezTo>
                    <a:pt x="7906" y="3360"/>
                    <a:pt x="7829" y="3437"/>
                    <a:pt x="7829" y="3532"/>
                  </a:cubicBezTo>
                  <a:cubicBezTo>
                    <a:pt x="7829" y="3628"/>
                    <a:pt x="7906" y="3705"/>
                    <a:pt x="8002" y="3705"/>
                  </a:cubicBezTo>
                  <a:lnTo>
                    <a:pt x="8003" y="3705"/>
                  </a:lnTo>
                  <a:cubicBezTo>
                    <a:pt x="8097" y="3705"/>
                    <a:pt x="8174" y="3628"/>
                    <a:pt x="8174" y="3534"/>
                  </a:cubicBezTo>
                  <a:cubicBezTo>
                    <a:pt x="8174" y="3533"/>
                    <a:pt x="8174" y="3533"/>
                    <a:pt x="8174" y="3532"/>
                  </a:cubicBezTo>
                  <a:cubicBezTo>
                    <a:pt x="8174" y="3436"/>
                    <a:pt x="8097" y="3360"/>
                    <a:pt x="8002" y="3360"/>
                  </a:cubicBezTo>
                  <a:close/>
                  <a:moveTo>
                    <a:pt x="3307" y="3461"/>
                  </a:moveTo>
                  <a:cubicBezTo>
                    <a:pt x="3225" y="3471"/>
                    <a:pt x="3167" y="3546"/>
                    <a:pt x="3178" y="3628"/>
                  </a:cubicBezTo>
                  <a:cubicBezTo>
                    <a:pt x="3185" y="3696"/>
                    <a:pt x="3240" y="3750"/>
                    <a:pt x="3307" y="3757"/>
                  </a:cubicBezTo>
                  <a:lnTo>
                    <a:pt x="4885" y="3757"/>
                  </a:lnTo>
                  <a:cubicBezTo>
                    <a:pt x="4967" y="3757"/>
                    <a:pt x="5033" y="3692"/>
                    <a:pt x="5033" y="3611"/>
                  </a:cubicBezTo>
                  <a:lnTo>
                    <a:pt x="5033" y="3608"/>
                  </a:lnTo>
                  <a:cubicBezTo>
                    <a:pt x="5033" y="3528"/>
                    <a:pt x="4967" y="3461"/>
                    <a:pt x="4885" y="3461"/>
                  </a:cubicBezTo>
                  <a:close/>
                  <a:moveTo>
                    <a:pt x="148" y="3462"/>
                  </a:moveTo>
                  <a:cubicBezTo>
                    <a:pt x="66" y="3471"/>
                    <a:pt x="8" y="3546"/>
                    <a:pt x="17" y="3628"/>
                  </a:cubicBezTo>
                  <a:cubicBezTo>
                    <a:pt x="26" y="3696"/>
                    <a:pt x="79" y="3750"/>
                    <a:pt x="148" y="3759"/>
                  </a:cubicBezTo>
                  <a:lnTo>
                    <a:pt x="749" y="3759"/>
                  </a:lnTo>
                  <a:cubicBezTo>
                    <a:pt x="831" y="3759"/>
                    <a:pt x="897" y="3693"/>
                    <a:pt x="897" y="3611"/>
                  </a:cubicBezTo>
                  <a:lnTo>
                    <a:pt x="897" y="3610"/>
                  </a:lnTo>
                  <a:cubicBezTo>
                    <a:pt x="897" y="3528"/>
                    <a:pt x="830" y="3462"/>
                    <a:pt x="749" y="3462"/>
                  </a:cubicBezTo>
                  <a:close/>
                  <a:moveTo>
                    <a:pt x="148" y="4149"/>
                  </a:moveTo>
                  <a:cubicBezTo>
                    <a:pt x="66" y="4159"/>
                    <a:pt x="8" y="4232"/>
                    <a:pt x="17" y="4314"/>
                  </a:cubicBezTo>
                  <a:cubicBezTo>
                    <a:pt x="26" y="4383"/>
                    <a:pt x="79" y="4438"/>
                    <a:pt x="148" y="4445"/>
                  </a:cubicBezTo>
                  <a:lnTo>
                    <a:pt x="749" y="4445"/>
                  </a:lnTo>
                  <a:cubicBezTo>
                    <a:pt x="830" y="4445"/>
                    <a:pt x="897" y="4380"/>
                    <a:pt x="897" y="4298"/>
                  </a:cubicBezTo>
                  <a:cubicBezTo>
                    <a:pt x="898" y="4217"/>
                    <a:pt x="833" y="4150"/>
                    <a:pt x="751" y="4149"/>
                  </a:cubicBezTo>
                  <a:close/>
                  <a:moveTo>
                    <a:pt x="3307" y="4149"/>
                  </a:moveTo>
                  <a:cubicBezTo>
                    <a:pt x="3225" y="4158"/>
                    <a:pt x="3167" y="4232"/>
                    <a:pt x="3178" y="4314"/>
                  </a:cubicBezTo>
                  <a:cubicBezTo>
                    <a:pt x="3185" y="4383"/>
                    <a:pt x="3240" y="4436"/>
                    <a:pt x="3307" y="4445"/>
                  </a:cubicBezTo>
                  <a:lnTo>
                    <a:pt x="4885" y="4445"/>
                  </a:lnTo>
                  <a:cubicBezTo>
                    <a:pt x="4967" y="4445"/>
                    <a:pt x="5033" y="4378"/>
                    <a:pt x="5033" y="4298"/>
                  </a:cubicBezTo>
                  <a:cubicBezTo>
                    <a:pt x="5034" y="4216"/>
                    <a:pt x="4969" y="4149"/>
                    <a:pt x="4888" y="4149"/>
                  </a:cubicBezTo>
                  <a:close/>
                  <a:moveTo>
                    <a:pt x="5427" y="4776"/>
                  </a:moveTo>
                  <a:cubicBezTo>
                    <a:pt x="5332" y="4776"/>
                    <a:pt x="5255" y="4853"/>
                    <a:pt x="5255" y="4948"/>
                  </a:cubicBezTo>
                  <a:cubicBezTo>
                    <a:pt x="5255" y="5044"/>
                    <a:pt x="5332" y="5121"/>
                    <a:pt x="5427" y="5121"/>
                  </a:cubicBezTo>
                  <a:cubicBezTo>
                    <a:pt x="5521" y="5121"/>
                    <a:pt x="5599" y="5047"/>
                    <a:pt x="5600" y="4953"/>
                  </a:cubicBezTo>
                  <a:cubicBezTo>
                    <a:pt x="5600" y="4951"/>
                    <a:pt x="5600" y="4950"/>
                    <a:pt x="5600" y="4948"/>
                  </a:cubicBezTo>
                  <a:cubicBezTo>
                    <a:pt x="5600" y="4852"/>
                    <a:pt x="5523" y="4776"/>
                    <a:pt x="5427" y="4776"/>
                  </a:cubicBezTo>
                  <a:close/>
                  <a:moveTo>
                    <a:pt x="5941" y="4776"/>
                  </a:moveTo>
                  <a:cubicBezTo>
                    <a:pt x="5846" y="4776"/>
                    <a:pt x="5768" y="4853"/>
                    <a:pt x="5768" y="4948"/>
                  </a:cubicBezTo>
                  <a:cubicBezTo>
                    <a:pt x="5768" y="5044"/>
                    <a:pt x="5846" y="5121"/>
                    <a:pt x="5941" y="5121"/>
                  </a:cubicBezTo>
                  <a:lnTo>
                    <a:pt x="5944" y="5121"/>
                  </a:lnTo>
                  <a:cubicBezTo>
                    <a:pt x="6038" y="5121"/>
                    <a:pt x="6114" y="5044"/>
                    <a:pt x="6114" y="4950"/>
                  </a:cubicBezTo>
                  <a:cubicBezTo>
                    <a:pt x="6114" y="4949"/>
                    <a:pt x="6114" y="4949"/>
                    <a:pt x="6114" y="4948"/>
                  </a:cubicBezTo>
                  <a:cubicBezTo>
                    <a:pt x="6114" y="4852"/>
                    <a:pt x="6036" y="4776"/>
                    <a:pt x="5941" y="4776"/>
                  </a:cubicBezTo>
                  <a:close/>
                  <a:moveTo>
                    <a:pt x="6458" y="4776"/>
                  </a:moveTo>
                  <a:cubicBezTo>
                    <a:pt x="6362" y="4776"/>
                    <a:pt x="6285" y="4853"/>
                    <a:pt x="6285" y="4948"/>
                  </a:cubicBezTo>
                  <a:cubicBezTo>
                    <a:pt x="6285" y="5044"/>
                    <a:pt x="6362" y="5121"/>
                    <a:pt x="6458" y="5121"/>
                  </a:cubicBezTo>
                  <a:cubicBezTo>
                    <a:pt x="6552" y="5121"/>
                    <a:pt x="6629" y="5047"/>
                    <a:pt x="6630" y="4953"/>
                  </a:cubicBezTo>
                  <a:cubicBezTo>
                    <a:pt x="6630" y="4951"/>
                    <a:pt x="6630" y="4950"/>
                    <a:pt x="6630" y="4948"/>
                  </a:cubicBezTo>
                  <a:cubicBezTo>
                    <a:pt x="6630" y="4852"/>
                    <a:pt x="6553" y="4776"/>
                    <a:pt x="6458" y="4776"/>
                  </a:cubicBezTo>
                  <a:close/>
                  <a:moveTo>
                    <a:pt x="6971" y="4776"/>
                  </a:moveTo>
                  <a:cubicBezTo>
                    <a:pt x="6876" y="4776"/>
                    <a:pt x="6799" y="4853"/>
                    <a:pt x="6799" y="4948"/>
                  </a:cubicBezTo>
                  <a:cubicBezTo>
                    <a:pt x="6799" y="5044"/>
                    <a:pt x="6876" y="5121"/>
                    <a:pt x="6971" y="5121"/>
                  </a:cubicBezTo>
                  <a:lnTo>
                    <a:pt x="6973" y="5121"/>
                  </a:lnTo>
                  <a:cubicBezTo>
                    <a:pt x="7068" y="5121"/>
                    <a:pt x="7144" y="5044"/>
                    <a:pt x="7144" y="4950"/>
                  </a:cubicBezTo>
                  <a:cubicBezTo>
                    <a:pt x="7144" y="4949"/>
                    <a:pt x="7144" y="4949"/>
                    <a:pt x="7144" y="4948"/>
                  </a:cubicBezTo>
                  <a:cubicBezTo>
                    <a:pt x="7144" y="4852"/>
                    <a:pt x="7067" y="4776"/>
                    <a:pt x="6971" y="4776"/>
                  </a:cubicBezTo>
                  <a:close/>
                  <a:moveTo>
                    <a:pt x="7488" y="4776"/>
                  </a:moveTo>
                  <a:cubicBezTo>
                    <a:pt x="7391" y="4776"/>
                    <a:pt x="7314" y="4853"/>
                    <a:pt x="7314" y="4948"/>
                  </a:cubicBezTo>
                  <a:cubicBezTo>
                    <a:pt x="7314" y="5044"/>
                    <a:pt x="7391" y="5121"/>
                    <a:pt x="7488" y="5121"/>
                  </a:cubicBezTo>
                  <a:cubicBezTo>
                    <a:pt x="7582" y="5121"/>
                    <a:pt x="7659" y="5047"/>
                    <a:pt x="7661" y="4953"/>
                  </a:cubicBezTo>
                  <a:cubicBezTo>
                    <a:pt x="7661" y="4951"/>
                    <a:pt x="7661" y="4950"/>
                    <a:pt x="7661" y="4948"/>
                  </a:cubicBezTo>
                  <a:lnTo>
                    <a:pt x="7661" y="4948"/>
                  </a:lnTo>
                  <a:lnTo>
                    <a:pt x="7661" y="4948"/>
                  </a:lnTo>
                  <a:cubicBezTo>
                    <a:pt x="7661" y="4852"/>
                    <a:pt x="7583" y="4776"/>
                    <a:pt x="7488" y="4776"/>
                  </a:cubicBezTo>
                  <a:close/>
                  <a:moveTo>
                    <a:pt x="8002" y="4776"/>
                  </a:moveTo>
                  <a:cubicBezTo>
                    <a:pt x="7906" y="4776"/>
                    <a:pt x="7829" y="4853"/>
                    <a:pt x="7829" y="4948"/>
                  </a:cubicBezTo>
                  <a:cubicBezTo>
                    <a:pt x="7829" y="5044"/>
                    <a:pt x="7906" y="5121"/>
                    <a:pt x="8002" y="5121"/>
                  </a:cubicBezTo>
                  <a:lnTo>
                    <a:pt x="8003" y="5121"/>
                  </a:lnTo>
                  <a:cubicBezTo>
                    <a:pt x="8097" y="5121"/>
                    <a:pt x="8174" y="5044"/>
                    <a:pt x="8174" y="4950"/>
                  </a:cubicBezTo>
                  <a:cubicBezTo>
                    <a:pt x="8174" y="4949"/>
                    <a:pt x="8174" y="4949"/>
                    <a:pt x="8174" y="4948"/>
                  </a:cubicBezTo>
                  <a:cubicBezTo>
                    <a:pt x="8174" y="4852"/>
                    <a:pt x="8097" y="4776"/>
                    <a:pt x="8002" y="4776"/>
                  </a:cubicBezTo>
                  <a:close/>
                  <a:moveTo>
                    <a:pt x="148" y="4835"/>
                  </a:moveTo>
                  <a:cubicBezTo>
                    <a:pt x="66" y="4846"/>
                    <a:pt x="8" y="4920"/>
                    <a:pt x="17" y="5002"/>
                  </a:cubicBezTo>
                  <a:cubicBezTo>
                    <a:pt x="26" y="5069"/>
                    <a:pt x="79" y="5124"/>
                    <a:pt x="148" y="5131"/>
                  </a:cubicBezTo>
                  <a:lnTo>
                    <a:pt x="749" y="5131"/>
                  </a:lnTo>
                  <a:cubicBezTo>
                    <a:pt x="830" y="5131"/>
                    <a:pt x="897" y="5066"/>
                    <a:pt x="897" y="4984"/>
                  </a:cubicBezTo>
                  <a:cubicBezTo>
                    <a:pt x="898" y="4904"/>
                    <a:pt x="833" y="4837"/>
                    <a:pt x="751" y="4835"/>
                  </a:cubicBezTo>
                  <a:close/>
                  <a:moveTo>
                    <a:pt x="3307" y="4835"/>
                  </a:moveTo>
                  <a:cubicBezTo>
                    <a:pt x="3225" y="4844"/>
                    <a:pt x="3167" y="4919"/>
                    <a:pt x="3178" y="5000"/>
                  </a:cubicBezTo>
                  <a:cubicBezTo>
                    <a:pt x="3185" y="5069"/>
                    <a:pt x="3240" y="5123"/>
                    <a:pt x="3307" y="5131"/>
                  </a:cubicBezTo>
                  <a:lnTo>
                    <a:pt x="4885" y="5131"/>
                  </a:lnTo>
                  <a:cubicBezTo>
                    <a:pt x="4967" y="5131"/>
                    <a:pt x="5033" y="5066"/>
                    <a:pt x="5033" y="4984"/>
                  </a:cubicBezTo>
                  <a:cubicBezTo>
                    <a:pt x="5034" y="4902"/>
                    <a:pt x="4969" y="4835"/>
                    <a:pt x="4888" y="4835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37"/>
            <p:cNvSpPr/>
            <p:nvPr/>
          </p:nvSpPr>
          <p:spPr>
            <a:xfrm>
              <a:off x="4324075" y="4663075"/>
              <a:ext cx="204475" cy="128275"/>
            </a:xfrm>
            <a:custGeom>
              <a:rect b="b" l="l" r="r" t="t"/>
              <a:pathLst>
                <a:path extrusionOk="0" h="5131" w="8179">
                  <a:moveTo>
                    <a:pt x="768" y="26"/>
                  </a:moveTo>
                  <a:cubicBezTo>
                    <a:pt x="762" y="26"/>
                    <a:pt x="756" y="27"/>
                    <a:pt x="750" y="28"/>
                  </a:cubicBezTo>
                  <a:lnTo>
                    <a:pt x="148" y="28"/>
                  </a:lnTo>
                  <a:cubicBezTo>
                    <a:pt x="80" y="35"/>
                    <a:pt x="26" y="90"/>
                    <a:pt x="17" y="159"/>
                  </a:cubicBezTo>
                  <a:cubicBezTo>
                    <a:pt x="8" y="241"/>
                    <a:pt x="66" y="314"/>
                    <a:pt x="148" y="324"/>
                  </a:cubicBezTo>
                  <a:lnTo>
                    <a:pt x="750" y="324"/>
                  </a:lnTo>
                  <a:cubicBezTo>
                    <a:pt x="756" y="325"/>
                    <a:pt x="762" y="325"/>
                    <a:pt x="768" y="325"/>
                  </a:cubicBezTo>
                  <a:cubicBezTo>
                    <a:pt x="774" y="325"/>
                    <a:pt x="780" y="325"/>
                    <a:pt x="786" y="324"/>
                  </a:cubicBezTo>
                  <a:cubicBezTo>
                    <a:pt x="867" y="314"/>
                    <a:pt x="926" y="241"/>
                    <a:pt x="915" y="159"/>
                  </a:cubicBezTo>
                  <a:cubicBezTo>
                    <a:pt x="907" y="83"/>
                    <a:pt x="843" y="26"/>
                    <a:pt x="768" y="26"/>
                  </a:cubicBezTo>
                  <a:close/>
                  <a:moveTo>
                    <a:pt x="1402" y="26"/>
                  </a:moveTo>
                  <a:cubicBezTo>
                    <a:pt x="1328" y="26"/>
                    <a:pt x="1264" y="82"/>
                    <a:pt x="1255" y="157"/>
                  </a:cubicBezTo>
                  <a:cubicBezTo>
                    <a:pt x="1246" y="239"/>
                    <a:pt x="1304" y="314"/>
                    <a:pt x="1386" y="324"/>
                  </a:cubicBezTo>
                  <a:cubicBezTo>
                    <a:pt x="1392" y="325"/>
                    <a:pt x="1397" y="325"/>
                    <a:pt x="1403" y="325"/>
                  </a:cubicBezTo>
                  <a:cubicBezTo>
                    <a:pt x="1409" y="325"/>
                    <a:pt x="1415" y="325"/>
                    <a:pt x="1421" y="324"/>
                  </a:cubicBezTo>
                  <a:lnTo>
                    <a:pt x="2997" y="324"/>
                  </a:lnTo>
                  <a:cubicBezTo>
                    <a:pt x="3080" y="324"/>
                    <a:pt x="3145" y="257"/>
                    <a:pt x="3145" y="174"/>
                  </a:cubicBezTo>
                  <a:lnTo>
                    <a:pt x="3147" y="174"/>
                  </a:lnTo>
                  <a:cubicBezTo>
                    <a:pt x="3147" y="93"/>
                    <a:pt x="3080" y="28"/>
                    <a:pt x="3000" y="28"/>
                  </a:cubicBezTo>
                  <a:lnTo>
                    <a:pt x="1421" y="28"/>
                  </a:lnTo>
                  <a:cubicBezTo>
                    <a:pt x="1415" y="27"/>
                    <a:pt x="1409" y="26"/>
                    <a:pt x="1402" y="26"/>
                  </a:cubicBezTo>
                  <a:close/>
                  <a:moveTo>
                    <a:pt x="3668" y="1"/>
                  </a:moveTo>
                  <a:cubicBezTo>
                    <a:pt x="3573" y="1"/>
                    <a:pt x="3495" y="78"/>
                    <a:pt x="3495" y="174"/>
                  </a:cubicBezTo>
                  <a:cubicBezTo>
                    <a:pt x="3495" y="269"/>
                    <a:pt x="3573" y="346"/>
                    <a:pt x="3668" y="346"/>
                  </a:cubicBezTo>
                  <a:cubicBezTo>
                    <a:pt x="3765" y="346"/>
                    <a:pt x="3841" y="269"/>
                    <a:pt x="3841" y="174"/>
                  </a:cubicBezTo>
                  <a:cubicBezTo>
                    <a:pt x="3841" y="78"/>
                    <a:pt x="3763" y="1"/>
                    <a:pt x="3668" y="1"/>
                  </a:cubicBezTo>
                  <a:close/>
                  <a:moveTo>
                    <a:pt x="4183" y="1"/>
                  </a:moveTo>
                  <a:cubicBezTo>
                    <a:pt x="4088" y="1"/>
                    <a:pt x="4011" y="78"/>
                    <a:pt x="4011" y="174"/>
                  </a:cubicBezTo>
                  <a:cubicBezTo>
                    <a:pt x="4011" y="269"/>
                    <a:pt x="4088" y="346"/>
                    <a:pt x="4183" y="346"/>
                  </a:cubicBezTo>
                  <a:lnTo>
                    <a:pt x="4185" y="346"/>
                  </a:lnTo>
                  <a:cubicBezTo>
                    <a:pt x="4279" y="346"/>
                    <a:pt x="4356" y="270"/>
                    <a:pt x="4356" y="177"/>
                  </a:cubicBezTo>
                  <a:lnTo>
                    <a:pt x="4356" y="174"/>
                  </a:lnTo>
                  <a:cubicBezTo>
                    <a:pt x="4356" y="78"/>
                    <a:pt x="4279" y="1"/>
                    <a:pt x="4183" y="1"/>
                  </a:cubicBezTo>
                  <a:close/>
                  <a:moveTo>
                    <a:pt x="5212" y="1"/>
                  </a:moveTo>
                  <a:cubicBezTo>
                    <a:pt x="5117" y="1"/>
                    <a:pt x="5039" y="78"/>
                    <a:pt x="5039" y="174"/>
                  </a:cubicBezTo>
                  <a:cubicBezTo>
                    <a:pt x="5039" y="269"/>
                    <a:pt x="5117" y="346"/>
                    <a:pt x="5212" y="346"/>
                  </a:cubicBezTo>
                  <a:lnTo>
                    <a:pt x="5215" y="346"/>
                  </a:lnTo>
                  <a:cubicBezTo>
                    <a:pt x="5309" y="346"/>
                    <a:pt x="5385" y="270"/>
                    <a:pt x="5385" y="177"/>
                  </a:cubicBezTo>
                  <a:lnTo>
                    <a:pt x="5385" y="174"/>
                  </a:lnTo>
                  <a:cubicBezTo>
                    <a:pt x="5385" y="78"/>
                    <a:pt x="5307" y="1"/>
                    <a:pt x="5212" y="1"/>
                  </a:cubicBezTo>
                  <a:close/>
                  <a:moveTo>
                    <a:pt x="6242" y="1"/>
                  </a:moveTo>
                  <a:cubicBezTo>
                    <a:pt x="6147" y="1"/>
                    <a:pt x="6070" y="78"/>
                    <a:pt x="6070" y="174"/>
                  </a:cubicBezTo>
                  <a:cubicBezTo>
                    <a:pt x="6070" y="269"/>
                    <a:pt x="6147" y="346"/>
                    <a:pt x="6242" y="346"/>
                  </a:cubicBezTo>
                  <a:lnTo>
                    <a:pt x="6244" y="346"/>
                  </a:lnTo>
                  <a:cubicBezTo>
                    <a:pt x="6339" y="346"/>
                    <a:pt x="6415" y="270"/>
                    <a:pt x="6415" y="177"/>
                  </a:cubicBezTo>
                  <a:lnTo>
                    <a:pt x="6415" y="174"/>
                  </a:lnTo>
                  <a:cubicBezTo>
                    <a:pt x="6415" y="78"/>
                    <a:pt x="6338" y="1"/>
                    <a:pt x="6242" y="1"/>
                  </a:cubicBezTo>
                  <a:close/>
                  <a:moveTo>
                    <a:pt x="4698" y="1"/>
                  </a:moveTo>
                  <a:cubicBezTo>
                    <a:pt x="4603" y="1"/>
                    <a:pt x="4526" y="78"/>
                    <a:pt x="4526" y="174"/>
                  </a:cubicBezTo>
                  <a:cubicBezTo>
                    <a:pt x="4526" y="269"/>
                    <a:pt x="4603" y="346"/>
                    <a:pt x="4698" y="346"/>
                  </a:cubicBezTo>
                  <a:cubicBezTo>
                    <a:pt x="4699" y="346"/>
                    <a:pt x="4700" y="346"/>
                    <a:pt x="4701" y="346"/>
                  </a:cubicBezTo>
                  <a:cubicBezTo>
                    <a:pt x="4794" y="346"/>
                    <a:pt x="4870" y="271"/>
                    <a:pt x="4871" y="178"/>
                  </a:cubicBezTo>
                  <a:lnTo>
                    <a:pt x="4871" y="174"/>
                  </a:lnTo>
                  <a:cubicBezTo>
                    <a:pt x="4871" y="78"/>
                    <a:pt x="4794" y="1"/>
                    <a:pt x="4698" y="1"/>
                  </a:cubicBezTo>
                  <a:close/>
                  <a:moveTo>
                    <a:pt x="5729" y="1"/>
                  </a:moveTo>
                  <a:cubicBezTo>
                    <a:pt x="5634" y="1"/>
                    <a:pt x="5556" y="78"/>
                    <a:pt x="5556" y="174"/>
                  </a:cubicBezTo>
                  <a:cubicBezTo>
                    <a:pt x="5556" y="269"/>
                    <a:pt x="5634" y="346"/>
                    <a:pt x="5729" y="346"/>
                  </a:cubicBezTo>
                  <a:cubicBezTo>
                    <a:pt x="5730" y="346"/>
                    <a:pt x="5731" y="346"/>
                    <a:pt x="5732" y="346"/>
                  </a:cubicBezTo>
                  <a:cubicBezTo>
                    <a:pt x="5824" y="346"/>
                    <a:pt x="5900" y="271"/>
                    <a:pt x="5902" y="178"/>
                  </a:cubicBezTo>
                  <a:lnTo>
                    <a:pt x="5902" y="174"/>
                  </a:lnTo>
                  <a:cubicBezTo>
                    <a:pt x="5902" y="78"/>
                    <a:pt x="5824" y="1"/>
                    <a:pt x="5729" y="1"/>
                  </a:cubicBezTo>
                  <a:close/>
                  <a:moveTo>
                    <a:pt x="148" y="714"/>
                  </a:moveTo>
                  <a:cubicBezTo>
                    <a:pt x="66" y="724"/>
                    <a:pt x="7" y="799"/>
                    <a:pt x="17" y="881"/>
                  </a:cubicBezTo>
                  <a:cubicBezTo>
                    <a:pt x="26" y="948"/>
                    <a:pt x="80" y="1003"/>
                    <a:pt x="148" y="1010"/>
                  </a:cubicBezTo>
                  <a:lnTo>
                    <a:pt x="750" y="1010"/>
                  </a:lnTo>
                  <a:cubicBezTo>
                    <a:pt x="832" y="1010"/>
                    <a:pt x="899" y="943"/>
                    <a:pt x="899" y="861"/>
                  </a:cubicBezTo>
                  <a:cubicBezTo>
                    <a:pt x="899" y="780"/>
                    <a:pt x="833" y="714"/>
                    <a:pt x="751" y="714"/>
                  </a:cubicBezTo>
                  <a:close/>
                  <a:moveTo>
                    <a:pt x="1402" y="713"/>
                  </a:moveTo>
                  <a:cubicBezTo>
                    <a:pt x="1328" y="713"/>
                    <a:pt x="1264" y="768"/>
                    <a:pt x="1255" y="844"/>
                  </a:cubicBezTo>
                  <a:cubicBezTo>
                    <a:pt x="1246" y="925"/>
                    <a:pt x="1304" y="1000"/>
                    <a:pt x="1386" y="1010"/>
                  </a:cubicBezTo>
                  <a:cubicBezTo>
                    <a:pt x="1392" y="1011"/>
                    <a:pt x="1397" y="1011"/>
                    <a:pt x="1403" y="1011"/>
                  </a:cubicBezTo>
                  <a:cubicBezTo>
                    <a:pt x="1409" y="1011"/>
                    <a:pt x="1415" y="1011"/>
                    <a:pt x="1421" y="1010"/>
                  </a:cubicBezTo>
                  <a:lnTo>
                    <a:pt x="2997" y="1010"/>
                  </a:lnTo>
                  <a:cubicBezTo>
                    <a:pt x="3080" y="1010"/>
                    <a:pt x="3145" y="943"/>
                    <a:pt x="3145" y="860"/>
                  </a:cubicBezTo>
                  <a:lnTo>
                    <a:pt x="3147" y="860"/>
                  </a:lnTo>
                  <a:cubicBezTo>
                    <a:pt x="3147" y="780"/>
                    <a:pt x="3080" y="714"/>
                    <a:pt x="3000" y="714"/>
                  </a:cubicBezTo>
                  <a:lnTo>
                    <a:pt x="1421" y="714"/>
                  </a:lnTo>
                  <a:cubicBezTo>
                    <a:pt x="1415" y="713"/>
                    <a:pt x="1409" y="713"/>
                    <a:pt x="1402" y="713"/>
                  </a:cubicBezTo>
                  <a:close/>
                  <a:moveTo>
                    <a:pt x="148" y="1400"/>
                  </a:moveTo>
                  <a:cubicBezTo>
                    <a:pt x="66" y="1411"/>
                    <a:pt x="8" y="1485"/>
                    <a:pt x="17" y="1567"/>
                  </a:cubicBezTo>
                  <a:cubicBezTo>
                    <a:pt x="26" y="1636"/>
                    <a:pt x="80" y="1689"/>
                    <a:pt x="148" y="1697"/>
                  </a:cubicBezTo>
                  <a:lnTo>
                    <a:pt x="750" y="1697"/>
                  </a:lnTo>
                  <a:cubicBezTo>
                    <a:pt x="751" y="1697"/>
                    <a:pt x="752" y="1697"/>
                    <a:pt x="753" y="1697"/>
                  </a:cubicBezTo>
                  <a:cubicBezTo>
                    <a:pt x="832" y="1697"/>
                    <a:pt x="897" y="1633"/>
                    <a:pt x="899" y="1552"/>
                  </a:cubicBezTo>
                  <a:lnTo>
                    <a:pt x="899" y="1551"/>
                  </a:lnTo>
                  <a:cubicBezTo>
                    <a:pt x="899" y="1467"/>
                    <a:pt x="832" y="1400"/>
                    <a:pt x="750" y="1400"/>
                  </a:cubicBezTo>
                  <a:close/>
                  <a:moveTo>
                    <a:pt x="1402" y="1399"/>
                  </a:moveTo>
                  <a:cubicBezTo>
                    <a:pt x="1328" y="1399"/>
                    <a:pt x="1264" y="1455"/>
                    <a:pt x="1255" y="1530"/>
                  </a:cubicBezTo>
                  <a:cubicBezTo>
                    <a:pt x="1246" y="1612"/>
                    <a:pt x="1304" y="1686"/>
                    <a:pt x="1386" y="1697"/>
                  </a:cubicBezTo>
                  <a:cubicBezTo>
                    <a:pt x="1392" y="1698"/>
                    <a:pt x="1397" y="1698"/>
                    <a:pt x="1403" y="1698"/>
                  </a:cubicBezTo>
                  <a:cubicBezTo>
                    <a:pt x="1409" y="1698"/>
                    <a:pt x="1415" y="1698"/>
                    <a:pt x="1421" y="1697"/>
                  </a:cubicBezTo>
                  <a:lnTo>
                    <a:pt x="2997" y="1697"/>
                  </a:lnTo>
                  <a:cubicBezTo>
                    <a:pt x="2998" y="1697"/>
                    <a:pt x="2998" y="1697"/>
                    <a:pt x="2999" y="1697"/>
                  </a:cubicBezTo>
                  <a:cubicBezTo>
                    <a:pt x="3080" y="1697"/>
                    <a:pt x="3146" y="1632"/>
                    <a:pt x="3147" y="1552"/>
                  </a:cubicBezTo>
                  <a:lnTo>
                    <a:pt x="3147" y="1549"/>
                  </a:lnTo>
                  <a:cubicBezTo>
                    <a:pt x="3147" y="1467"/>
                    <a:pt x="3080" y="1400"/>
                    <a:pt x="2997" y="1400"/>
                  </a:cubicBezTo>
                  <a:lnTo>
                    <a:pt x="1421" y="1400"/>
                  </a:lnTo>
                  <a:cubicBezTo>
                    <a:pt x="1415" y="1400"/>
                    <a:pt x="1409" y="1399"/>
                    <a:pt x="1402" y="1399"/>
                  </a:cubicBezTo>
                  <a:close/>
                  <a:moveTo>
                    <a:pt x="3668" y="1375"/>
                  </a:moveTo>
                  <a:cubicBezTo>
                    <a:pt x="3573" y="1375"/>
                    <a:pt x="3497" y="1451"/>
                    <a:pt x="3495" y="1545"/>
                  </a:cubicBezTo>
                  <a:cubicBezTo>
                    <a:pt x="3494" y="1640"/>
                    <a:pt x="3571" y="1719"/>
                    <a:pt x="3667" y="1721"/>
                  </a:cubicBezTo>
                  <a:lnTo>
                    <a:pt x="3668" y="1721"/>
                  </a:lnTo>
                  <a:cubicBezTo>
                    <a:pt x="3763" y="1721"/>
                    <a:pt x="3839" y="1645"/>
                    <a:pt x="3841" y="1549"/>
                  </a:cubicBezTo>
                  <a:cubicBezTo>
                    <a:pt x="3842" y="1454"/>
                    <a:pt x="3766" y="1375"/>
                    <a:pt x="3671" y="1375"/>
                  </a:cubicBezTo>
                  <a:cubicBezTo>
                    <a:pt x="3670" y="1375"/>
                    <a:pt x="3669" y="1375"/>
                    <a:pt x="3668" y="1375"/>
                  </a:cubicBezTo>
                  <a:close/>
                  <a:moveTo>
                    <a:pt x="4182" y="1375"/>
                  </a:moveTo>
                  <a:cubicBezTo>
                    <a:pt x="4088" y="1375"/>
                    <a:pt x="4011" y="1451"/>
                    <a:pt x="4009" y="1545"/>
                  </a:cubicBezTo>
                  <a:cubicBezTo>
                    <a:pt x="4009" y="1640"/>
                    <a:pt x="4085" y="1719"/>
                    <a:pt x="4180" y="1721"/>
                  </a:cubicBezTo>
                  <a:lnTo>
                    <a:pt x="4185" y="1721"/>
                  </a:lnTo>
                  <a:cubicBezTo>
                    <a:pt x="4279" y="1721"/>
                    <a:pt x="4355" y="1643"/>
                    <a:pt x="4355" y="1549"/>
                  </a:cubicBezTo>
                  <a:cubicBezTo>
                    <a:pt x="4356" y="1454"/>
                    <a:pt x="4280" y="1375"/>
                    <a:pt x="4185" y="1375"/>
                  </a:cubicBezTo>
                  <a:cubicBezTo>
                    <a:pt x="4184" y="1375"/>
                    <a:pt x="4183" y="1375"/>
                    <a:pt x="4182" y="1375"/>
                  </a:cubicBezTo>
                  <a:close/>
                  <a:moveTo>
                    <a:pt x="4697" y="1375"/>
                  </a:moveTo>
                  <a:cubicBezTo>
                    <a:pt x="4603" y="1375"/>
                    <a:pt x="4527" y="1451"/>
                    <a:pt x="4526" y="1545"/>
                  </a:cubicBezTo>
                  <a:cubicBezTo>
                    <a:pt x="4524" y="1640"/>
                    <a:pt x="4600" y="1719"/>
                    <a:pt x="4697" y="1721"/>
                  </a:cubicBezTo>
                  <a:lnTo>
                    <a:pt x="4698" y="1721"/>
                  </a:lnTo>
                  <a:cubicBezTo>
                    <a:pt x="4792" y="1721"/>
                    <a:pt x="4870" y="1645"/>
                    <a:pt x="4871" y="1549"/>
                  </a:cubicBezTo>
                  <a:cubicBezTo>
                    <a:pt x="4873" y="1454"/>
                    <a:pt x="4795" y="1375"/>
                    <a:pt x="4700" y="1375"/>
                  </a:cubicBezTo>
                  <a:cubicBezTo>
                    <a:pt x="4699" y="1375"/>
                    <a:pt x="4698" y="1375"/>
                    <a:pt x="4697" y="1375"/>
                  </a:cubicBezTo>
                  <a:close/>
                  <a:moveTo>
                    <a:pt x="5211" y="1375"/>
                  </a:moveTo>
                  <a:cubicBezTo>
                    <a:pt x="5117" y="1375"/>
                    <a:pt x="5041" y="1451"/>
                    <a:pt x="5039" y="1545"/>
                  </a:cubicBezTo>
                  <a:cubicBezTo>
                    <a:pt x="5038" y="1640"/>
                    <a:pt x="5115" y="1719"/>
                    <a:pt x="5211" y="1721"/>
                  </a:cubicBezTo>
                  <a:lnTo>
                    <a:pt x="5215" y="1721"/>
                  </a:lnTo>
                  <a:cubicBezTo>
                    <a:pt x="5309" y="1721"/>
                    <a:pt x="5385" y="1643"/>
                    <a:pt x="5385" y="1549"/>
                  </a:cubicBezTo>
                  <a:cubicBezTo>
                    <a:pt x="5386" y="1454"/>
                    <a:pt x="5310" y="1375"/>
                    <a:pt x="5214" y="1375"/>
                  </a:cubicBezTo>
                  <a:cubicBezTo>
                    <a:pt x="5213" y="1375"/>
                    <a:pt x="5212" y="1375"/>
                    <a:pt x="5211" y="1375"/>
                  </a:cubicBezTo>
                  <a:close/>
                  <a:moveTo>
                    <a:pt x="5728" y="1375"/>
                  </a:moveTo>
                  <a:cubicBezTo>
                    <a:pt x="5633" y="1375"/>
                    <a:pt x="5556" y="1451"/>
                    <a:pt x="5556" y="1545"/>
                  </a:cubicBezTo>
                  <a:cubicBezTo>
                    <a:pt x="5555" y="1640"/>
                    <a:pt x="5631" y="1719"/>
                    <a:pt x="5726" y="1721"/>
                  </a:cubicBezTo>
                  <a:lnTo>
                    <a:pt x="5729" y="1721"/>
                  </a:lnTo>
                  <a:cubicBezTo>
                    <a:pt x="5823" y="1721"/>
                    <a:pt x="5900" y="1645"/>
                    <a:pt x="5902" y="1549"/>
                  </a:cubicBezTo>
                  <a:cubicBezTo>
                    <a:pt x="5902" y="1454"/>
                    <a:pt x="5826" y="1375"/>
                    <a:pt x="5730" y="1375"/>
                  </a:cubicBezTo>
                  <a:cubicBezTo>
                    <a:pt x="5729" y="1375"/>
                    <a:pt x="5728" y="1375"/>
                    <a:pt x="5728" y="1375"/>
                  </a:cubicBezTo>
                  <a:close/>
                  <a:moveTo>
                    <a:pt x="6241" y="1375"/>
                  </a:moveTo>
                  <a:cubicBezTo>
                    <a:pt x="6147" y="1375"/>
                    <a:pt x="6071" y="1451"/>
                    <a:pt x="6070" y="1545"/>
                  </a:cubicBezTo>
                  <a:cubicBezTo>
                    <a:pt x="6068" y="1640"/>
                    <a:pt x="6144" y="1719"/>
                    <a:pt x="6239" y="1721"/>
                  </a:cubicBezTo>
                  <a:lnTo>
                    <a:pt x="6244" y="1721"/>
                  </a:lnTo>
                  <a:cubicBezTo>
                    <a:pt x="6339" y="1721"/>
                    <a:pt x="6415" y="1643"/>
                    <a:pt x="6415" y="1549"/>
                  </a:cubicBezTo>
                  <a:cubicBezTo>
                    <a:pt x="6417" y="1454"/>
                    <a:pt x="6339" y="1375"/>
                    <a:pt x="6244" y="1375"/>
                  </a:cubicBezTo>
                  <a:cubicBezTo>
                    <a:pt x="6243" y="1375"/>
                    <a:pt x="6242" y="1375"/>
                    <a:pt x="6241" y="1375"/>
                  </a:cubicBezTo>
                  <a:close/>
                  <a:moveTo>
                    <a:pt x="1403" y="2086"/>
                  </a:moveTo>
                  <a:cubicBezTo>
                    <a:pt x="1328" y="2086"/>
                    <a:pt x="1264" y="2142"/>
                    <a:pt x="1255" y="2218"/>
                  </a:cubicBezTo>
                  <a:cubicBezTo>
                    <a:pt x="1246" y="2300"/>
                    <a:pt x="1304" y="2374"/>
                    <a:pt x="1386" y="2383"/>
                  </a:cubicBezTo>
                  <a:cubicBezTo>
                    <a:pt x="1392" y="2384"/>
                    <a:pt x="1397" y="2384"/>
                    <a:pt x="1403" y="2384"/>
                  </a:cubicBezTo>
                  <a:cubicBezTo>
                    <a:pt x="1409" y="2384"/>
                    <a:pt x="1415" y="2384"/>
                    <a:pt x="1421" y="2383"/>
                  </a:cubicBezTo>
                  <a:lnTo>
                    <a:pt x="2997" y="2383"/>
                  </a:lnTo>
                  <a:cubicBezTo>
                    <a:pt x="2998" y="2383"/>
                    <a:pt x="2998" y="2383"/>
                    <a:pt x="2999" y="2383"/>
                  </a:cubicBezTo>
                  <a:cubicBezTo>
                    <a:pt x="3080" y="2383"/>
                    <a:pt x="3146" y="2318"/>
                    <a:pt x="3147" y="2239"/>
                  </a:cubicBezTo>
                  <a:lnTo>
                    <a:pt x="3147" y="2236"/>
                  </a:lnTo>
                  <a:cubicBezTo>
                    <a:pt x="3147" y="2154"/>
                    <a:pt x="3080" y="2087"/>
                    <a:pt x="2997" y="2087"/>
                  </a:cubicBezTo>
                  <a:lnTo>
                    <a:pt x="1421" y="2087"/>
                  </a:lnTo>
                  <a:cubicBezTo>
                    <a:pt x="1415" y="2086"/>
                    <a:pt x="1409" y="2086"/>
                    <a:pt x="1403" y="2086"/>
                  </a:cubicBezTo>
                  <a:close/>
                  <a:moveTo>
                    <a:pt x="148" y="2087"/>
                  </a:moveTo>
                  <a:cubicBezTo>
                    <a:pt x="66" y="2097"/>
                    <a:pt x="8" y="2172"/>
                    <a:pt x="17" y="2254"/>
                  </a:cubicBezTo>
                  <a:cubicBezTo>
                    <a:pt x="26" y="2322"/>
                    <a:pt x="80" y="2376"/>
                    <a:pt x="148" y="2385"/>
                  </a:cubicBezTo>
                  <a:lnTo>
                    <a:pt x="750" y="2385"/>
                  </a:lnTo>
                  <a:cubicBezTo>
                    <a:pt x="830" y="2385"/>
                    <a:pt x="897" y="2321"/>
                    <a:pt x="899" y="2239"/>
                  </a:cubicBezTo>
                  <a:lnTo>
                    <a:pt x="899" y="2237"/>
                  </a:lnTo>
                  <a:cubicBezTo>
                    <a:pt x="899" y="2154"/>
                    <a:pt x="832" y="2087"/>
                    <a:pt x="750" y="2087"/>
                  </a:cubicBezTo>
                  <a:close/>
                  <a:moveTo>
                    <a:pt x="1405" y="2772"/>
                  </a:moveTo>
                  <a:cubicBezTo>
                    <a:pt x="1330" y="2772"/>
                    <a:pt x="1264" y="2828"/>
                    <a:pt x="1255" y="2904"/>
                  </a:cubicBezTo>
                  <a:cubicBezTo>
                    <a:pt x="1246" y="2986"/>
                    <a:pt x="1304" y="3061"/>
                    <a:pt x="1386" y="3070"/>
                  </a:cubicBezTo>
                  <a:cubicBezTo>
                    <a:pt x="1392" y="3070"/>
                    <a:pt x="1397" y="3071"/>
                    <a:pt x="1403" y="3071"/>
                  </a:cubicBezTo>
                  <a:cubicBezTo>
                    <a:pt x="1409" y="3071"/>
                    <a:pt x="1415" y="3070"/>
                    <a:pt x="1421" y="3070"/>
                  </a:cubicBezTo>
                  <a:lnTo>
                    <a:pt x="2997" y="3070"/>
                  </a:lnTo>
                  <a:cubicBezTo>
                    <a:pt x="2998" y="3070"/>
                    <a:pt x="2998" y="3070"/>
                    <a:pt x="2999" y="3070"/>
                  </a:cubicBezTo>
                  <a:cubicBezTo>
                    <a:pt x="3080" y="3070"/>
                    <a:pt x="3146" y="3006"/>
                    <a:pt x="3147" y="2925"/>
                  </a:cubicBezTo>
                  <a:lnTo>
                    <a:pt x="3147" y="2924"/>
                  </a:lnTo>
                  <a:cubicBezTo>
                    <a:pt x="3147" y="2840"/>
                    <a:pt x="3080" y="2773"/>
                    <a:pt x="2997" y="2773"/>
                  </a:cubicBezTo>
                  <a:lnTo>
                    <a:pt x="1421" y="2773"/>
                  </a:lnTo>
                  <a:cubicBezTo>
                    <a:pt x="1416" y="2773"/>
                    <a:pt x="1410" y="2772"/>
                    <a:pt x="1405" y="2772"/>
                  </a:cubicBezTo>
                  <a:close/>
                  <a:moveTo>
                    <a:pt x="148" y="2775"/>
                  </a:moveTo>
                  <a:cubicBezTo>
                    <a:pt x="66" y="2784"/>
                    <a:pt x="8" y="2858"/>
                    <a:pt x="17" y="2940"/>
                  </a:cubicBezTo>
                  <a:cubicBezTo>
                    <a:pt x="26" y="3009"/>
                    <a:pt x="80" y="3062"/>
                    <a:pt x="148" y="3071"/>
                  </a:cubicBezTo>
                  <a:lnTo>
                    <a:pt x="750" y="3071"/>
                  </a:lnTo>
                  <a:cubicBezTo>
                    <a:pt x="830" y="3071"/>
                    <a:pt x="897" y="3007"/>
                    <a:pt x="899" y="2925"/>
                  </a:cubicBezTo>
                  <a:lnTo>
                    <a:pt x="899" y="2924"/>
                  </a:lnTo>
                  <a:cubicBezTo>
                    <a:pt x="899" y="2840"/>
                    <a:pt x="832" y="2775"/>
                    <a:pt x="750" y="2775"/>
                  </a:cubicBezTo>
                  <a:close/>
                  <a:moveTo>
                    <a:pt x="5427" y="3349"/>
                  </a:moveTo>
                  <a:cubicBezTo>
                    <a:pt x="5333" y="3349"/>
                    <a:pt x="5255" y="3425"/>
                    <a:pt x="5255" y="3521"/>
                  </a:cubicBezTo>
                  <a:cubicBezTo>
                    <a:pt x="5254" y="3616"/>
                    <a:pt x="5330" y="3693"/>
                    <a:pt x="5425" y="3695"/>
                  </a:cubicBezTo>
                  <a:lnTo>
                    <a:pt x="5428" y="3695"/>
                  </a:lnTo>
                  <a:cubicBezTo>
                    <a:pt x="5522" y="3695"/>
                    <a:pt x="5599" y="3619"/>
                    <a:pt x="5601" y="3524"/>
                  </a:cubicBezTo>
                  <a:cubicBezTo>
                    <a:pt x="5601" y="3428"/>
                    <a:pt x="5525" y="3351"/>
                    <a:pt x="5430" y="3349"/>
                  </a:cubicBezTo>
                  <a:cubicBezTo>
                    <a:pt x="5429" y="3349"/>
                    <a:pt x="5428" y="3349"/>
                    <a:pt x="5427" y="3349"/>
                  </a:cubicBezTo>
                  <a:close/>
                  <a:moveTo>
                    <a:pt x="5940" y="3349"/>
                  </a:moveTo>
                  <a:cubicBezTo>
                    <a:pt x="5846" y="3349"/>
                    <a:pt x="5770" y="3425"/>
                    <a:pt x="5769" y="3521"/>
                  </a:cubicBezTo>
                  <a:cubicBezTo>
                    <a:pt x="5768" y="3616"/>
                    <a:pt x="5843" y="3693"/>
                    <a:pt x="5939" y="3695"/>
                  </a:cubicBezTo>
                  <a:lnTo>
                    <a:pt x="5943" y="3695"/>
                  </a:lnTo>
                  <a:cubicBezTo>
                    <a:pt x="6038" y="3695"/>
                    <a:pt x="6114" y="3619"/>
                    <a:pt x="6114" y="3524"/>
                  </a:cubicBezTo>
                  <a:cubicBezTo>
                    <a:pt x="6116" y="3428"/>
                    <a:pt x="6038" y="3351"/>
                    <a:pt x="5943" y="3349"/>
                  </a:cubicBezTo>
                  <a:cubicBezTo>
                    <a:pt x="5942" y="3349"/>
                    <a:pt x="5941" y="3349"/>
                    <a:pt x="5940" y="3349"/>
                  </a:cubicBezTo>
                  <a:close/>
                  <a:moveTo>
                    <a:pt x="6457" y="3349"/>
                  </a:moveTo>
                  <a:cubicBezTo>
                    <a:pt x="6363" y="3349"/>
                    <a:pt x="6286" y="3425"/>
                    <a:pt x="6284" y="3521"/>
                  </a:cubicBezTo>
                  <a:cubicBezTo>
                    <a:pt x="6284" y="3616"/>
                    <a:pt x="6360" y="3693"/>
                    <a:pt x="6455" y="3695"/>
                  </a:cubicBezTo>
                  <a:lnTo>
                    <a:pt x="6457" y="3695"/>
                  </a:lnTo>
                  <a:cubicBezTo>
                    <a:pt x="6552" y="3695"/>
                    <a:pt x="6630" y="3619"/>
                    <a:pt x="6630" y="3524"/>
                  </a:cubicBezTo>
                  <a:cubicBezTo>
                    <a:pt x="6631" y="3428"/>
                    <a:pt x="6555" y="3351"/>
                    <a:pt x="6460" y="3349"/>
                  </a:cubicBezTo>
                  <a:cubicBezTo>
                    <a:pt x="6459" y="3349"/>
                    <a:pt x="6458" y="3349"/>
                    <a:pt x="6457" y="3349"/>
                  </a:cubicBezTo>
                  <a:close/>
                  <a:moveTo>
                    <a:pt x="6972" y="3349"/>
                  </a:moveTo>
                  <a:cubicBezTo>
                    <a:pt x="6878" y="3349"/>
                    <a:pt x="6802" y="3425"/>
                    <a:pt x="6801" y="3521"/>
                  </a:cubicBezTo>
                  <a:cubicBezTo>
                    <a:pt x="6799" y="3616"/>
                    <a:pt x="6877" y="3693"/>
                    <a:pt x="6972" y="3695"/>
                  </a:cubicBezTo>
                  <a:lnTo>
                    <a:pt x="6974" y="3695"/>
                  </a:lnTo>
                  <a:cubicBezTo>
                    <a:pt x="7069" y="3695"/>
                    <a:pt x="7145" y="3619"/>
                    <a:pt x="7146" y="3524"/>
                  </a:cubicBezTo>
                  <a:cubicBezTo>
                    <a:pt x="7148" y="3428"/>
                    <a:pt x="7072" y="3351"/>
                    <a:pt x="6975" y="3349"/>
                  </a:cubicBezTo>
                  <a:cubicBezTo>
                    <a:pt x="6974" y="3349"/>
                    <a:pt x="6973" y="3349"/>
                    <a:pt x="6972" y="3349"/>
                  </a:cubicBezTo>
                  <a:close/>
                  <a:moveTo>
                    <a:pt x="7487" y="3349"/>
                  </a:moveTo>
                  <a:cubicBezTo>
                    <a:pt x="7392" y="3349"/>
                    <a:pt x="7316" y="3425"/>
                    <a:pt x="7315" y="3521"/>
                  </a:cubicBezTo>
                  <a:cubicBezTo>
                    <a:pt x="7313" y="3616"/>
                    <a:pt x="7390" y="3693"/>
                    <a:pt x="7486" y="3695"/>
                  </a:cubicBezTo>
                  <a:lnTo>
                    <a:pt x="7490" y="3695"/>
                  </a:lnTo>
                  <a:cubicBezTo>
                    <a:pt x="7584" y="3695"/>
                    <a:pt x="7660" y="3619"/>
                    <a:pt x="7660" y="3524"/>
                  </a:cubicBezTo>
                  <a:cubicBezTo>
                    <a:pt x="7661" y="3428"/>
                    <a:pt x="7585" y="3351"/>
                    <a:pt x="7490" y="3349"/>
                  </a:cubicBezTo>
                  <a:cubicBezTo>
                    <a:pt x="7489" y="3349"/>
                    <a:pt x="7488" y="3349"/>
                    <a:pt x="7487" y="3349"/>
                  </a:cubicBezTo>
                  <a:close/>
                  <a:moveTo>
                    <a:pt x="8003" y="3349"/>
                  </a:moveTo>
                  <a:cubicBezTo>
                    <a:pt x="7909" y="3349"/>
                    <a:pt x="7833" y="3425"/>
                    <a:pt x="7831" y="3521"/>
                  </a:cubicBezTo>
                  <a:cubicBezTo>
                    <a:pt x="7830" y="3616"/>
                    <a:pt x="7906" y="3693"/>
                    <a:pt x="8001" y="3695"/>
                  </a:cubicBezTo>
                  <a:lnTo>
                    <a:pt x="8004" y="3695"/>
                  </a:lnTo>
                  <a:cubicBezTo>
                    <a:pt x="8098" y="3695"/>
                    <a:pt x="8175" y="3619"/>
                    <a:pt x="8177" y="3524"/>
                  </a:cubicBezTo>
                  <a:cubicBezTo>
                    <a:pt x="8178" y="3428"/>
                    <a:pt x="8101" y="3351"/>
                    <a:pt x="8005" y="3349"/>
                  </a:cubicBezTo>
                  <a:cubicBezTo>
                    <a:pt x="8004" y="3349"/>
                    <a:pt x="8004" y="3349"/>
                    <a:pt x="8003" y="3349"/>
                  </a:cubicBezTo>
                  <a:close/>
                  <a:moveTo>
                    <a:pt x="148" y="3461"/>
                  </a:moveTo>
                  <a:cubicBezTo>
                    <a:pt x="66" y="3470"/>
                    <a:pt x="8" y="3545"/>
                    <a:pt x="17" y="3626"/>
                  </a:cubicBezTo>
                  <a:cubicBezTo>
                    <a:pt x="26" y="3695"/>
                    <a:pt x="80" y="3749"/>
                    <a:pt x="148" y="3757"/>
                  </a:cubicBezTo>
                  <a:lnTo>
                    <a:pt x="750" y="3757"/>
                  </a:lnTo>
                  <a:cubicBezTo>
                    <a:pt x="830" y="3757"/>
                    <a:pt x="897" y="3693"/>
                    <a:pt x="899" y="3612"/>
                  </a:cubicBezTo>
                  <a:lnTo>
                    <a:pt x="899" y="3610"/>
                  </a:lnTo>
                  <a:cubicBezTo>
                    <a:pt x="899" y="3528"/>
                    <a:pt x="832" y="3461"/>
                    <a:pt x="750" y="3461"/>
                  </a:cubicBezTo>
                  <a:close/>
                  <a:moveTo>
                    <a:pt x="3308" y="3461"/>
                  </a:moveTo>
                  <a:cubicBezTo>
                    <a:pt x="3226" y="3470"/>
                    <a:pt x="3168" y="3545"/>
                    <a:pt x="3178" y="3626"/>
                  </a:cubicBezTo>
                  <a:cubicBezTo>
                    <a:pt x="3186" y="3695"/>
                    <a:pt x="3241" y="3749"/>
                    <a:pt x="3308" y="3757"/>
                  </a:cubicBezTo>
                  <a:lnTo>
                    <a:pt x="4886" y="3757"/>
                  </a:lnTo>
                  <a:cubicBezTo>
                    <a:pt x="4968" y="3757"/>
                    <a:pt x="5033" y="3690"/>
                    <a:pt x="5033" y="3610"/>
                  </a:cubicBezTo>
                  <a:lnTo>
                    <a:pt x="5036" y="3610"/>
                  </a:lnTo>
                  <a:cubicBezTo>
                    <a:pt x="5036" y="3527"/>
                    <a:pt x="4969" y="3461"/>
                    <a:pt x="4886" y="3461"/>
                  </a:cubicBezTo>
                  <a:close/>
                  <a:moveTo>
                    <a:pt x="3308" y="4148"/>
                  </a:moveTo>
                  <a:cubicBezTo>
                    <a:pt x="3226" y="4156"/>
                    <a:pt x="3168" y="4231"/>
                    <a:pt x="3178" y="4313"/>
                  </a:cubicBezTo>
                  <a:cubicBezTo>
                    <a:pt x="3186" y="4381"/>
                    <a:pt x="3241" y="4435"/>
                    <a:pt x="3308" y="4444"/>
                  </a:cubicBezTo>
                  <a:lnTo>
                    <a:pt x="4886" y="4444"/>
                  </a:lnTo>
                  <a:cubicBezTo>
                    <a:pt x="4968" y="4444"/>
                    <a:pt x="5033" y="4378"/>
                    <a:pt x="5033" y="4296"/>
                  </a:cubicBezTo>
                  <a:lnTo>
                    <a:pt x="5036" y="4296"/>
                  </a:lnTo>
                  <a:cubicBezTo>
                    <a:pt x="5036" y="4215"/>
                    <a:pt x="4969" y="4148"/>
                    <a:pt x="4886" y="4148"/>
                  </a:cubicBezTo>
                  <a:close/>
                  <a:moveTo>
                    <a:pt x="148" y="4148"/>
                  </a:moveTo>
                  <a:cubicBezTo>
                    <a:pt x="66" y="4156"/>
                    <a:pt x="8" y="4231"/>
                    <a:pt x="17" y="4313"/>
                  </a:cubicBezTo>
                  <a:cubicBezTo>
                    <a:pt x="26" y="4381"/>
                    <a:pt x="80" y="4435"/>
                    <a:pt x="148" y="4444"/>
                  </a:cubicBezTo>
                  <a:lnTo>
                    <a:pt x="750" y="4444"/>
                  </a:lnTo>
                  <a:cubicBezTo>
                    <a:pt x="751" y="4444"/>
                    <a:pt x="752" y="4444"/>
                    <a:pt x="752" y="4444"/>
                  </a:cubicBezTo>
                  <a:cubicBezTo>
                    <a:pt x="832" y="4444"/>
                    <a:pt x="897" y="4379"/>
                    <a:pt x="899" y="4298"/>
                  </a:cubicBezTo>
                  <a:lnTo>
                    <a:pt x="899" y="4296"/>
                  </a:lnTo>
                  <a:cubicBezTo>
                    <a:pt x="899" y="4215"/>
                    <a:pt x="832" y="4148"/>
                    <a:pt x="750" y="4148"/>
                  </a:cubicBezTo>
                  <a:close/>
                  <a:moveTo>
                    <a:pt x="5427" y="4765"/>
                  </a:moveTo>
                  <a:cubicBezTo>
                    <a:pt x="5333" y="4765"/>
                    <a:pt x="5255" y="4841"/>
                    <a:pt x="5255" y="4937"/>
                  </a:cubicBezTo>
                  <a:cubicBezTo>
                    <a:pt x="5254" y="5032"/>
                    <a:pt x="5330" y="5109"/>
                    <a:pt x="5425" y="5111"/>
                  </a:cubicBezTo>
                  <a:lnTo>
                    <a:pt x="5428" y="5111"/>
                  </a:lnTo>
                  <a:cubicBezTo>
                    <a:pt x="5522" y="5111"/>
                    <a:pt x="5599" y="5035"/>
                    <a:pt x="5601" y="4940"/>
                  </a:cubicBezTo>
                  <a:cubicBezTo>
                    <a:pt x="5601" y="4844"/>
                    <a:pt x="5525" y="4767"/>
                    <a:pt x="5430" y="4765"/>
                  </a:cubicBezTo>
                  <a:cubicBezTo>
                    <a:pt x="5429" y="4765"/>
                    <a:pt x="5428" y="4765"/>
                    <a:pt x="5427" y="4765"/>
                  </a:cubicBezTo>
                  <a:close/>
                  <a:moveTo>
                    <a:pt x="5940" y="4765"/>
                  </a:moveTo>
                  <a:cubicBezTo>
                    <a:pt x="5846" y="4765"/>
                    <a:pt x="5770" y="4841"/>
                    <a:pt x="5769" y="4937"/>
                  </a:cubicBezTo>
                  <a:cubicBezTo>
                    <a:pt x="5768" y="5032"/>
                    <a:pt x="5843" y="5109"/>
                    <a:pt x="5939" y="5111"/>
                  </a:cubicBezTo>
                  <a:lnTo>
                    <a:pt x="5943" y="5111"/>
                  </a:lnTo>
                  <a:cubicBezTo>
                    <a:pt x="6038" y="5111"/>
                    <a:pt x="6114" y="5035"/>
                    <a:pt x="6114" y="4940"/>
                  </a:cubicBezTo>
                  <a:cubicBezTo>
                    <a:pt x="6116" y="4844"/>
                    <a:pt x="6038" y="4767"/>
                    <a:pt x="5943" y="4765"/>
                  </a:cubicBezTo>
                  <a:cubicBezTo>
                    <a:pt x="5942" y="4765"/>
                    <a:pt x="5941" y="4765"/>
                    <a:pt x="5940" y="4765"/>
                  </a:cubicBezTo>
                  <a:close/>
                  <a:moveTo>
                    <a:pt x="6457" y="4765"/>
                  </a:moveTo>
                  <a:cubicBezTo>
                    <a:pt x="6363" y="4765"/>
                    <a:pt x="6286" y="4841"/>
                    <a:pt x="6284" y="4937"/>
                  </a:cubicBezTo>
                  <a:cubicBezTo>
                    <a:pt x="6284" y="5032"/>
                    <a:pt x="6360" y="5109"/>
                    <a:pt x="6455" y="5111"/>
                  </a:cubicBezTo>
                  <a:lnTo>
                    <a:pt x="6457" y="5111"/>
                  </a:lnTo>
                  <a:cubicBezTo>
                    <a:pt x="6552" y="5111"/>
                    <a:pt x="6630" y="5035"/>
                    <a:pt x="6630" y="4940"/>
                  </a:cubicBezTo>
                  <a:cubicBezTo>
                    <a:pt x="6631" y="4844"/>
                    <a:pt x="6555" y="4767"/>
                    <a:pt x="6460" y="4765"/>
                  </a:cubicBezTo>
                  <a:cubicBezTo>
                    <a:pt x="6459" y="4765"/>
                    <a:pt x="6458" y="4765"/>
                    <a:pt x="6457" y="4765"/>
                  </a:cubicBezTo>
                  <a:close/>
                  <a:moveTo>
                    <a:pt x="6972" y="4765"/>
                  </a:moveTo>
                  <a:cubicBezTo>
                    <a:pt x="6878" y="4765"/>
                    <a:pt x="6802" y="4841"/>
                    <a:pt x="6801" y="4937"/>
                  </a:cubicBezTo>
                  <a:cubicBezTo>
                    <a:pt x="6799" y="5032"/>
                    <a:pt x="6877" y="5109"/>
                    <a:pt x="6972" y="5111"/>
                  </a:cubicBezTo>
                  <a:lnTo>
                    <a:pt x="6974" y="5111"/>
                  </a:lnTo>
                  <a:cubicBezTo>
                    <a:pt x="7069" y="5111"/>
                    <a:pt x="7145" y="5035"/>
                    <a:pt x="7146" y="4940"/>
                  </a:cubicBezTo>
                  <a:cubicBezTo>
                    <a:pt x="7148" y="4844"/>
                    <a:pt x="7072" y="4767"/>
                    <a:pt x="6975" y="4765"/>
                  </a:cubicBezTo>
                  <a:cubicBezTo>
                    <a:pt x="6974" y="4765"/>
                    <a:pt x="6973" y="4765"/>
                    <a:pt x="6972" y="4765"/>
                  </a:cubicBezTo>
                  <a:close/>
                  <a:moveTo>
                    <a:pt x="7487" y="4765"/>
                  </a:moveTo>
                  <a:cubicBezTo>
                    <a:pt x="7392" y="4765"/>
                    <a:pt x="7316" y="4841"/>
                    <a:pt x="7315" y="4937"/>
                  </a:cubicBezTo>
                  <a:cubicBezTo>
                    <a:pt x="7313" y="5032"/>
                    <a:pt x="7390" y="5109"/>
                    <a:pt x="7486" y="5111"/>
                  </a:cubicBezTo>
                  <a:lnTo>
                    <a:pt x="7490" y="5111"/>
                  </a:lnTo>
                  <a:cubicBezTo>
                    <a:pt x="7584" y="5111"/>
                    <a:pt x="7660" y="5035"/>
                    <a:pt x="7660" y="4940"/>
                  </a:cubicBezTo>
                  <a:cubicBezTo>
                    <a:pt x="7661" y="4844"/>
                    <a:pt x="7585" y="4767"/>
                    <a:pt x="7490" y="4765"/>
                  </a:cubicBezTo>
                  <a:cubicBezTo>
                    <a:pt x="7489" y="4765"/>
                    <a:pt x="7488" y="4765"/>
                    <a:pt x="7487" y="4765"/>
                  </a:cubicBezTo>
                  <a:close/>
                  <a:moveTo>
                    <a:pt x="8003" y="4765"/>
                  </a:moveTo>
                  <a:cubicBezTo>
                    <a:pt x="7909" y="4765"/>
                    <a:pt x="7833" y="4841"/>
                    <a:pt x="7831" y="4937"/>
                  </a:cubicBezTo>
                  <a:cubicBezTo>
                    <a:pt x="7830" y="5032"/>
                    <a:pt x="7906" y="5109"/>
                    <a:pt x="8001" y="5111"/>
                  </a:cubicBezTo>
                  <a:lnTo>
                    <a:pt x="8004" y="5111"/>
                  </a:lnTo>
                  <a:cubicBezTo>
                    <a:pt x="8098" y="5111"/>
                    <a:pt x="8175" y="5035"/>
                    <a:pt x="8177" y="4940"/>
                  </a:cubicBezTo>
                  <a:cubicBezTo>
                    <a:pt x="8178" y="4844"/>
                    <a:pt x="8101" y="4767"/>
                    <a:pt x="8005" y="4765"/>
                  </a:cubicBezTo>
                  <a:cubicBezTo>
                    <a:pt x="8004" y="4765"/>
                    <a:pt x="8004" y="4765"/>
                    <a:pt x="8003" y="4765"/>
                  </a:cubicBezTo>
                  <a:close/>
                  <a:moveTo>
                    <a:pt x="3308" y="4834"/>
                  </a:moveTo>
                  <a:cubicBezTo>
                    <a:pt x="3227" y="4835"/>
                    <a:pt x="3162" y="4901"/>
                    <a:pt x="3162" y="4983"/>
                  </a:cubicBezTo>
                  <a:cubicBezTo>
                    <a:pt x="3162" y="5065"/>
                    <a:pt x="3227" y="5130"/>
                    <a:pt x="3308" y="5130"/>
                  </a:cubicBezTo>
                  <a:lnTo>
                    <a:pt x="4886" y="5130"/>
                  </a:lnTo>
                  <a:cubicBezTo>
                    <a:pt x="4968" y="5130"/>
                    <a:pt x="5033" y="5065"/>
                    <a:pt x="5033" y="4983"/>
                  </a:cubicBezTo>
                  <a:lnTo>
                    <a:pt x="5036" y="4983"/>
                  </a:lnTo>
                  <a:cubicBezTo>
                    <a:pt x="5036" y="4901"/>
                    <a:pt x="4969" y="4834"/>
                    <a:pt x="4886" y="4834"/>
                  </a:cubicBezTo>
                  <a:close/>
                  <a:moveTo>
                    <a:pt x="148" y="4834"/>
                  </a:moveTo>
                  <a:cubicBezTo>
                    <a:pt x="66" y="4835"/>
                    <a:pt x="1" y="4901"/>
                    <a:pt x="1" y="4983"/>
                  </a:cubicBezTo>
                  <a:cubicBezTo>
                    <a:pt x="1" y="5065"/>
                    <a:pt x="66" y="5130"/>
                    <a:pt x="148" y="5130"/>
                  </a:cubicBezTo>
                  <a:lnTo>
                    <a:pt x="750" y="5130"/>
                  </a:lnTo>
                  <a:cubicBezTo>
                    <a:pt x="751" y="5130"/>
                    <a:pt x="752" y="5130"/>
                    <a:pt x="752" y="5130"/>
                  </a:cubicBezTo>
                  <a:cubicBezTo>
                    <a:pt x="832" y="5130"/>
                    <a:pt x="897" y="5065"/>
                    <a:pt x="899" y="4986"/>
                  </a:cubicBezTo>
                  <a:lnTo>
                    <a:pt x="899" y="4983"/>
                  </a:lnTo>
                  <a:cubicBezTo>
                    <a:pt x="899" y="4901"/>
                    <a:pt x="832" y="4834"/>
                    <a:pt x="750" y="4834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37"/>
            <p:cNvSpPr/>
            <p:nvPr/>
          </p:nvSpPr>
          <p:spPr>
            <a:xfrm>
              <a:off x="4324075" y="4800475"/>
              <a:ext cx="204475" cy="128300"/>
            </a:xfrm>
            <a:custGeom>
              <a:rect b="b" l="l" r="r" t="t"/>
              <a:pathLst>
                <a:path extrusionOk="0" h="5132" w="8179">
                  <a:moveTo>
                    <a:pt x="1405" y="25"/>
                  </a:moveTo>
                  <a:cubicBezTo>
                    <a:pt x="1330" y="25"/>
                    <a:pt x="1264" y="81"/>
                    <a:pt x="1255" y="157"/>
                  </a:cubicBezTo>
                  <a:cubicBezTo>
                    <a:pt x="1246" y="239"/>
                    <a:pt x="1304" y="313"/>
                    <a:pt x="1386" y="322"/>
                  </a:cubicBezTo>
                  <a:cubicBezTo>
                    <a:pt x="1392" y="323"/>
                    <a:pt x="1397" y="323"/>
                    <a:pt x="1403" y="323"/>
                  </a:cubicBezTo>
                  <a:cubicBezTo>
                    <a:pt x="1409" y="323"/>
                    <a:pt x="1415" y="323"/>
                    <a:pt x="1421" y="322"/>
                  </a:cubicBezTo>
                  <a:lnTo>
                    <a:pt x="2997" y="322"/>
                  </a:lnTo>
                  <a:cubicBezTo>
                    <a:pt x="2998" y="322"/>
                    <a:pt x="2998" y="322"/>
                    <a:pt x="2999" y="322"/>
                  </a:cubicBezTo>
                  <a:cubicBezTo>
                    <a:pt x="3080" y="322"/>
                    <a:pt x="3146" y="259"/>
                    <a:pt x="3147" y="178"/>
                  </a:cubicBezTo>
                  <a:lnTo>
                    <a:pt x="3147" y="176"/>
                  </a:lnTo>
                  <a:cubicBezTo>
                    <a:pt x="3147" y="93"/>
                    <a:pt x="3080" y="26"/>
                    <a:pt x="2997" y="26"/>
                  </a:cubicBezTo>
                  <a:lnTo>
                    <a:pt x="1421" y="26"/>
                  </a:lnTo>
                  <a:cubicBezTo>
                    <a:pt x="1416" y="25"/>
                    <a:pt x="1410" y="25"/>
                    <a:pt x="1405" y="25"/>
                  </a:cubicBezTo>
                  <a:close/>
                  <a:moveTo>
                    <a:pt x="769" y="26"/>
                  </a:moveTo>
                  <a:cubicBezTo>
                    <a:pt x="763" y="26"/>
                    <a:pt x="756" y="27"/>
                    <a:pt x="750" y="27"/>
                  </a:cubicBezTo>
                  <a:lnTo>
                    <a:pt x="148" y="27"/>
                  </a:lnTo>
                  <a:cubicBezTo>
                    <a:pt x="80" y="35"/>
                    <a:pt x="26" y="88"/>
                    <a:pt x="17" y="157"/>
                  </a:cubicBezTo>
                  <a:cubicBezTo>
                    <a:pt x="8" y="239"/>
                    <a:pt x="66" y="313"/>
                    <a:pt x="148" y="324"/>
                  </a:cubicBezTo>
                  <a:lnTo>
                    <a:pt x="750" y="324"/>
                  </a:lnTo>
                  <a:cubicBezTo>
                    <a:pt x="756" y="324"/>
                    <a:pt x="762" y="325"/>
                    <a:pt x="768" y="325"/>
                  </a:cubicBezTo>
                  <a:cubicBezTo>
                    <a:pt x="774" y="325"/>
                    <a:pt x="780" y="324"/>
                    <a:pt x="786" y="324"/>
                  </a:cubicBezTo>
                  <a:cubicBezTo>
                    <a:pt x="867" y="313"/>
                    <a:pt x="926" y="239"/>
                    <a:pt x="915" y="157"/>
                  </a:cubicBezTo>
                  <a:cubicBezTo>
                    <a:pt x="907" y="81"/>
                    <a:pt x="843" y="26"/>
                    <a:pt x="769" y="26"/>
                  </a:cubicBezTo>
                  <a:close/>
                  <a:moveTo>
                    <a:pt x="3668" y="1"/>
                  </a:moveTo>
                  <a:cubicBezTo>
                    <a:pt x="3574" y="1"/>
                    <a:pt x="3497" y="76"/>
                    <a:pt x="3495" y="170"/>
                  </a:cubicBezTo>
                  <a:cubicBezTo>
                    <a:pt x="3495" y="267"/>
                    <a:pt x="3571" y="344"/>
                    <a:pt x="3667" y="346"/>
                  </a:cubicBezTo>
                  <a:lnTo>
                    <a:pt x="3668" y="346"/>
                  </a:lnTo>
                  <a:cubicBezTo>
                    <a:pt x="3763" y="346"/>
                    <a:pt x="3841" y="270"/>
                    <a:pt x="3841" y="175"/>
                  </a:cubicBezTo>
                  <a:cubicBezTo>
                    <a:pt x="3842" y="79"/>
                    <a:pt x="3766" y="2"/>
                    <a:pt x="3671" y="1"/>
                  </a:cubicBezTo>
                  <a:cubicBezTo>
                    <a:pt x="3670" y="1"/>
                    <a:pt x="3669" y="1"/>
                    <a:pt x="3668" y="1"/>
                  </a:cubicBezTo>
                  <a:close/>
                  <a:moveTo>
                    <a:pt x="4182" y="1"/>
                  </a:moveTo>
                  <a:cubicBezTo>
                    <a:pt x="4088" y="1"/>
                    <a:pt x="4011" y="76"/>
                    <a:pt x="4011" y="170"/>
                  </a:cubicBezTo>
                  <a:cubicBezTo>
                    <a:pt x="4009" y="267"/>
                    <a:pt x="4085" y="344"/>
                    <a:pt x="4180" y="346"/>
                  </a:cubicBezTo>
                  <a:lnTo>
                    <a:pt x="4185" y="346"/>
                  </a:lnTo>
                  <a:cubicBezTo>
                    <a:pt x="4279" y="346"/>
                    <a:pt x="4356" y="270"/>
                    <a:pt x="4356" y="175"/>
                  </a:cubicBezTo>
                  <a:cubicBezTo>
                    <a:pt x="4356" y="79"/>
                    <a:pt x="4280" y="2"/>
                    <a:pt x="4185" y="1"/>
                  </a:cubicBezTo>
                  <a:cubicBezTo>
                    <a:pt x="4184" y="1"/>
                    <a:pt x="4183" y="1"/>
                    <a:pt x="4182" y="1"/>
                  </a:cubicBezTo>
                  <a:close/>
                  <a:moveTo>
                    <a:pt x="4699" y="1"/>
                  </a:moveTo>
                  <a:cubicBezTo>
                    <a:pt x="4603" y="1"/>
                    <a:pt x="4527" y="76"/>
                    <a:pt x="4526" y="170"/>
                  </a:cubicBezTo>
                  <a:cubicBezTo>
                    <a:pt x="4524" y="267"/>
                    <a:pt x="4602" y="344"/>
                    <a:pt x="4697" y="346"/>
                  </a:cubicBezTo>
                  <a:lnTo>
                    <a:pt x="4698" y="346"/>
                  </a:lnTo>
                  <a:cubicBezTo>
                    <a:pt x="4794" y="346"/>
                    <a:pt x="4870" y="270"/>
                    <a:pt x="4871" y="175"/>
                  </a:cubicBezTo>
                  <a:cubicBezTo>
                    <a:pt x="4873" y="79"/>
                    <a:pt x="4797" y="2"/>
                    <a:pt x="4701" y="1"/>
                  </a:cubicBezTo>
                  <a:cubicBezTo>
                    <a:pt x="4700" y="1"/>
                    <a:pt x="4700" y="1"/>
                    <a:pt x="4699" y="1"/>
                  </a:cubicBezTo>
                  <a:close/>
                  <a:moveTo>
                    <a:pt x="5212" y="1"/>
                  </a:moveTo>
                  <a:cubicBezTo>
                    <a:pt x="5118" y="1"/>
                    <a:pt x="5041" y="76"/>
                    <a:pt x="5039" y="170"/>
                  </a:cubicBezTo>
                  <a:cubicBezTo>
                    <a:pt x="5039" y="267"/>
                    <a:pt x="5115" y="344"/>
                    <a:pt x="5211" y="346"/>
                  </a:cubicBezTo>
                  <a:lnTo>
                    <a:pt x="5215" y="346"/>
                  </a:lnTo>
                  <a:cubicBezTo>
                    <a:pt x="5309" y="346"/>
                    <a:pt x="5385" y="270"/>
                    <a:pt x="5385" y="175"/>
                  </a:cubicBezTo>
                  <a:cubicBezTo>
                    <a:pt x="5386" y="79"/>
                    <a:pt x="5310" y="2"/>
                    <a:pt x="5215" y="1"/>
                  </a:cubicBezTo>
                  <a:cubicBezTo>
                    <a:pt x="5214" y="1"/>
                    <a:pt x="5213" y="1"/>
                    <a:pt x="5212" y="1"/>
                  </a:cubicBezTo>
                  <a:close/>
                  <a:moveTo>
                    <a:pt x="5728" y="1"/>
                  </a:moveTo>
                  <a:cubicBezTo>
                    <a:pt x="5634" y="1"/>
                    <a:pt x="5558" y="76"/>
                    <a:pt x="5556" y="170"/>
                  </a:cubicBezTo>
                  <a:cubicBezTo>
                    <a:pt x="5555" y="267"/>
                    <a:pt x="5631" y="344"/>
                    <a:pt x="5727" y="346"/>
                  </a:cubicBezTo>
                  <a:lnTo>
                    <a:pt x="5729" y="346"/>
                  </a:lnTo>
                  <a:cubicBezTo>
                    <a:pt x="5823" y="346"/>
                    <a:pt x="5900" y="270"/>
                    <a:pt x="5902" y="175"/>
                  </a:cubicBezTo>
                  <a:cubicBezTo>
                    <a:pt x="5903" y="79"/>
                    <a:pt x="5826" y="2"/>
                    <a:pt x="5730" y="1"/>
                  </a:cubicBezTo>
                  <a:cubicBezTo>
                    <a:pt x="5729" y="1"/>
                    <a:pt x="5728" y="1"/>
                    <a:pt x="5728" y="1"/>
                  </a:cubicBezTo>
                  <a:close/>
                  <a:moveTo>
                    <a:pt x="6241" y="1"/>
                  </a:moveTo>
                  <a:cubicBezTo>
                    <a:pt x="6147" y="1"/>
                    <a:pt x="6071" y="76"/>
                    <a:pt x="6070" y="170"/>
                  </a:cubicBezTo>
                  <a:cubicBezTo>
                    <a:pt x="6068" y="267"/>
                    <a:pt x="6144" y="344"/>
                    <a:pt x="6241" y="346"/>
                  </a:cubicBezTo>
                  <a:lnTo>
                    <a:pt x="6244" y="346"/>
                  </a:lnTo>
                  <a:cubicBezTo>
                    <a:pt x="6339" y="346"/>
                    <a:pt x="6415" y="270"/>
                    <a:pt x="6415" y="175"/>
                  </a:cubicBezTo>
                  <a:cubicBezTo>
                    <a:pt x="6417" y="79"/>
                    <a:pt x="6341" y="2"/>
                    <a:pt x="6244" y="1"/>
                  </a:cubicBezTo>
                  <a:cubicBezTo>
                    <a:pt x="6243" y="1"/>
                    <a:pt x="6242" y="1"/>
                    <a:pt x="6241" y="1"/>
                  </a:cubicBezTo>
                  <a:close/>
                  <a:moveTo>
                    <a:pt x="148" y="714"/>
                  </a:moveTo>
                  <a:cubicBezTo>
                    <a:pt x="66" y="724"/>
                    <a:pt x="8" y="797"/>
                    <a:pt x="17" y="879"/>
                  </a:cubicBezTo>
                  <a:cubicBezTo>
                    <a:pt x="26" y="947"/>
                    <a:pt x="80" y="1003"/>
                    <a:pt x="148" y="1010"/>
                  </a:cubicBezTo>
                  <a:lnTo>
                    <a:pt x="750" y="1010"/>
                  </a:lnTo>
                  <a:cubicBezTo>
                    <a:pt x="751" y="1010"/>
                    <a:pt x="752" y="1010"/>
                    <a:pt x="752" y="1010"/>
                  </a:cubicBezTo>
                  <a:cubicBezTo>
                    <a:pt x="832" y="1010"/>
                    <a:pt x="897" y="945"/>
                    <a:pt x="899" y="866"/>
                  </a:cubicBezTo>
                  <a:lnTo>
                    <a:pt x="899" y="863"/>
                  </a:lnTo>
                  <a:cubicBezTo>
                    <a:pt x="899" y="781"/>
                    <a:pt x="832" y="714"/>
                    <a:pt x="750" y="714"/>
                  </a:cubicBezTo>
                  <a:close/>
                  <a:moveTo>
                    <a:pt x="1405" y="711"/>
                  </a:moveTo>
                  <a:cubicBezTo>
                    <a:pt x="1330" y="711"/>
                    <a:pt x="1264" y="767"/>
                    <a:pt x="1255" y="843"/>
                  </a:cubicBezTo>
                  <a:cubicBezTo>
                    <a:pt x="1246" y="925"/>
                    <a:pt x="1304" y="1000"/>
                    <a:pt x="1386" y="1010"/>
                  </a:cubicBezTo>
                  <a:cubicBezTo>
                    <a:pt x="1392" y="1011"/>
                    <a:pt x="1397" y="1011"/>
                    <a:pt x="1403" y="1011"/>
                  </a:cubicBezTo>
                  <a:cubicBezTo>
                    <a:pt x="1409" y="1011"/>
                    <a:pt x="1415" y="1011"/>
                    <a:pt x="1421" y="1010"/>
                  </a:cubicBezTo>
                  <a:lnTo>
                    <a:pt x="2997" y="1010"/>
                  </a:lnTo>
                  <a:cubicBezTo>
                    <a:pt x="3078" y="1010"/>
                    <a:pt x="3145" y="946"/>
                    <a:pt x="3147" y="864"/>
                  </a:cubicBezTo>
                  <a:lnTo>
                    <a:pt x="3147" y="863"/>
                  </a:lnTo>
                  <a:cubicBezTo>
                    <a:pt x="3147" y="779"/>
                    <a:pt x="3080" y="712"/>
                    <a:pt x="2997" y="712"/>
                  </a:cubicBezTo>
                  <a:lnTo>
                    <a:pt x="1421" y="712"/>
                  </a:lnTo>
                  <a:cubicBezTo>
                    <a:pt x="1416" y="712"/>
                    <a:pt x="1410" y="711"/>
                    <a:pt x="1405" y="711"/>
                  </a:cubicBezTo>
                  <a:close/>
                  <a:moveTo>
                    <a:pt x="148" y="1400"/>
                  </a:moveTo>
                  <a:cubicBezTo>
                    <a:pt x="66" y="1411"/>
                    <a:pt x="8" y="1485"/>
                    <a:pt x="17" y="1567"/>
                  </a:cubicBezTo>
                  <a:cubicBezTo>
                    <a:pt x="26" y="1634"/>
                    <a:pt x="80" y="1689"/>
                    <a:pt x="148" y="1696"/>
                  </a:cubicBezTo>
                  <a:lnTo>
                    <a:pt x="750" y="1696"/>
                  </a:lnTo>
                  <a:cubicBezTo>
                    <a:pt x="751" y="1696"/>
                    <a:pt x="752" y="1696"/>
                    <a:pt x="752" y="1696"/>
                  </a:cubicBezTo>
                  <a:cubicBezTo>
                    <a:pt x="832" y="1696"/>
                    <a:pt x="897" y="1632"/>
                    <a:pt x="899" y="1552"/>
                  </a:cubicBezTo>
                  <a:lnTo>
                    <a:pt x="899" y="1549"/>
                  </a:lnTo>
                  <a:cubicBezTo>
                    <a:pt x="899" y="1467"/>
                    <a:pt x="832" y="1400"/>
                    <a:pt x="750" y="1400"/>
                  </a:cubicBezTo>
                  <a:close/>
                  <a:moveTo>
                    <a:pt x="1402" y="1399"/>
                  </a:moveTo>
                  <a:cubicBezTo>
                    <a:pt x="1328" y="1399"/>
                    <a:pt x="1264" y="1454"/>
                    <a:pt x="1255" y="1530"/>
                  </a:cubicBezTo>
                  <a:cubicBezTo>
                    <a:pt x="1246" y="1612"/>
                    <a:pt x="1304" y="1686"/>
                    <a:pt x="1386" y="1696"/>
                  </a:cubicBezTo>
                  <a:cubicBezTo>
                    <a:pt x="1392" y="1697"/>
                    <a:pt x="1397" y="1698"/>
                    <a:pt x="1403" y="1698"/>
                  </a:cubicBezTo>
                  <a:cubicBezTo>
                    <a:pt x="1409" y="1698"/>
                    <a:pt x="1415" y="1697"/>
                    <a:pt x="1421" y="1696"/>
                  </a:cubicBezTo>
                  <a:lnTo>
                    <a:pt x="2997" y="1696"/>
                  </a:lnTo>
                  <a:cubicBezTo>
                    <a:pt x="3078" y="1696"/>
                    <a:pt x="3145" y="1632"/>
                    <a:pt x="3147" y="1551"/>
                  </a:cubicBezTo>
                  <a:lnTo>
                    <a:pt x="3147" y="1549"/>
                  </a:lnTo>
                  <a:cubicBezTo>
                    <a:pt x="3147" y="1466"/>
                    <a:pt x="3080" y="1400"/>
                    <a:pt x="2997" y="1400"/>
                  </a:cubicBezTo>
                  <a:lnTo>
                    <a:pt x="1421" y="1400"/>
                  </a:lnTo>
                  <a:cubicBezTo>
                    <a:pt x="1415" y="1399"/>
                    <a:pt x="1409" y="1399"/>
                    <a:pt x="1402" y="1399"/>
                  </a:cubicBezTo>
                  <a:close/>
                  <a:moveTo>
                    <a:pt x="3668" y="1373"/>
                  </a:moveTo>
                  <a:cubicBezTo>
                    <a:pt x="3573" y="1373"/>
                    <a:pt x="3497" y="1450"/>
                    <a:pt x="3495" y="1545"/>
                  </a:cubicBezTo>
                  <a:cubicBezTo>
                    <a:pt x="3494" y="1640"/>
                    <a:pt x="3571" y="1717"/>
                    <a:pt x="3667" y="1719"/>
                  </a:cubicBezTo>
                  <a:lnTo>
                    <a:pt x="3668" y="1719"/>
                  </a:lnTo>
                  <a:cubicBezTo>
                    <a:pt x="3763" y="1719"/>
                    <a:pt x="3839" y="1643"/>
                    <a:pt x="3841" y="1549"/>
                  </a:cubicBezTo>
                  <a:cubicBezTo>
                    <a:pt x="3842" y="1452"/>
                    <a:pt x="3766" y="1375"/>
                    <a:pt x="3671" y="1373"/>
                  </a:cubicBezTo>
                  <a:cubicBezTo>
                    <a:pt x="3670" y="1373"/>
                    <a:pt x="3669" y="1373"/>
                    <a:pt x="3668" y="1373"/>
                  </a:cubicBezTo>
                  <a:close/>
                  <a:moveTo>
                    <a:pt x="4182" y="1373"/>
                  </a:moveTo>
                  <a:cubicBezTo>
                    <a:pt x="4088" y="1373"/>
                    <a:pt x="4011" y="1450"/>
                    <a:pt x="4009" y="1545"/>
                  </a:cubicBezTo>
                  <a:cubicBezTo>
                    <a:pt x="4009" y="1640"/>
                    <a:pt x="4085" y="1717"/>
                    <a:pt x="4180" y="1719"/>
                  </a:cubicBezTo>
                  <a:lnTo>
                    <a:pt x="4185" y="1719"/>
                  </a:lnTo>
                  <a:cubicBezTo>
                    <a:pt x="4279" y="1719"/>
                    <a:pt x="4355" y="1643"/>
                    <a:pt x="4355" y="1549"/>
                  </a:cubicBezTo>
                  <a:cubicBezTo>
                    <a:pt x="4356" y="1452"/>
                    <a:pt x="4280" y="1375"/>
                    <a:pt x="4185" y="1373"/>
                  </a:cubicBezTo>
                  <a:cubicBezTo>
                    <a:pt x="4184" y="1373"/>
                    <a:pt x="4183" y="1373"/>
                    <a:pt x="4182" y="1373"/>
                  </a:cubicBezTo>
                  <a:close/>
                  <a:moveTo>
                    <a:pt x="4697" y="1373"/>
                  </a:moveTo>
                  <a:cubicBezTo>
                    <a:pt x="4603" y="1373"/>
                    <a:pt x="4527" y="1450"/>
                    <a:pt x="4526" y="1545"/>
                  </a:cubicBezTo>
                  <a:cubicBezTo>
                    <a:pt x="4524" y="1640"/>
                    <a:pt x="4600" y="1717"/>
                    <a:pt x="4697" y="1719"/>
                  </a:cubicBezTo>
                  <a:lnTo>
                    <a:pt x="4698" y="1719"/>
                  </a:lnTo>
                  <a:cubicBezTo>
                    <a:pt x="4792" y="1719"/>
                    <a:pt x="4870" y="1643"/>
                    <a:pt x="4871" y="1549"/>
                  </a:cubicBezTo>
                  <a:cubicBezTo>
                    <a:pt x="4873" y="1452"/>
                    <a:pt x="4795" y="1375"/>
                    <a:pt x="4700" y="1373"/>
                  </a:cubicBezTo>
                  <a:cubicBezTo>
                    <a:pt x="4699" y="1373"/>
                    <a:pt x="4698" y="1373"/>
                    <a:pt x="4697" y="1373"/>
                  </a:cubicBezTo>
                  <a:close/>
                  <a:moveTo>
                    <a:pt x="5211" y="1373"/>
                  </a:moveTo>
                  <a:cubicBezTo>
                    <a:pt x="5117" y="1373"/>
                    <a:pt x="5041" y="1450"/>
                    <a:pt x="5039" y="1545"/>
                  </a:cubicBezTo>
                  <a:cubicBezTo>
                    <a:pt x="5038" y="1640"/>
                    <a:pt x="5115" y="1717"/>
                    <a:pt x="5211" y="1719"/>
                  </a:cubicBezTo>
                  <a:lnTo>
                    <a:pt x="5215" y="1719"/>
                  </a:lnTo>
                  <a:cubicBezTo>
                    <a:pt x="5309" y="1719"/>
                    <a:pt x="5385" y="1643"/>
                    <a:pt x="5385" y="1549"/>
                  </a:cubicBezTo>
                  <a:cubicBezTo>
                    <a:pt x="5386" y="1452"/>
                    <a:pt x="5310" y="1375"/>
                    <a:pt x="5214" y="1373"/>
                  </a:cubicBezTo>
                  <a:cubicBezTo>
                    <a:pt x="5213" y="1373"/>
                    <a:pt x="5212" y="1373"/>
                    <a:pt x="5211" y="1373"/>
                  </a:cubicBezTo>
                  <a:close/>
                  <a:moveTo>
                    <a:pt x="5728" y="1373"/>
                  </a:moveTo>
                  <a:cubicBezTo>
                    <a:pt x="5634" y="1373"/>
                    <a:pt x="5556" y="1450"/>
                    <a:pt x="5556" y="1545"/>
                  </a:cubicBezTo>
                  <a:cubicBezTo>
                    <a:pt x="5555" y="1640"/>
                    <a:pt x="5631" y="1717"/>
                    <a:pt x="5726" y="1719"/>
                  </a:cubicBezTo>
                  <a:lnTo>
                    <a:pt x="5729" y="1719"/>
                  </a:lnTo>
                  <a:cubicBezTo>
                    <a:pt x="5823" y="1719"/>
                    <a:pt x="5900" y="1643"/>
                    <a:pt x="5902" y="1549"/>
                  </a:cubicBezTo>
                  <a:cubicBezTo>
                    <a:pt x="5902" y="1452"/>
                    <a:pt x="5826" y="1375"/>
                    <a:pt x="5730" y="1373"/>
                  </a:cubicBezTo>
                  <a:cubicBezTo>
                    <a:pt x="5729" y="1373"/>
                    <a:pt x="5728" y="1373"/>
                    <a:pt x="5728" y="1373"/>
                  </a:cubicBezTo>
                  <a:close/>
                  <a:moveTo>
                    <a:pt x="6241" y="1373"/>
                  </a:moveTo>
                  <a:cubicBezTo>
                    <a:pt x="6147" y="1373"/>
                    <a:pt x="6071" y="1450"/>
                    <a:pt x="6070" y="1545"/>
                  </a:cubicBezTo>
                  <a:cubicBezTo>
                    <a:pt x="6068" y="1640"/>
                    <a:pt x="6144" y="1717"/>
                    <a:pt x="6239" y="1719"/>
                  </a:cubicBezTo>
                  <a:lnTo>
                    <a:pt x="6244" y="1719"/>
                  </a:lnTo>
                  <a:cubicBezTo>
                    <a:pt x="6339" y="1719"/>
                    <a:pt x="6415" y="1643"/>
                    <a:pt x="6415" y="1549"/>
                  </a:cubicBezTo>
                  <a:cubicBezTo>
                    <a:pt x="6417" y="1452"/>
                    <a:pt x="6339" y="1375"/>
                    <a:pt x="6244" y="1373"/>
                  </a:cubicBezTo>
                  <a:cubicBezTo>
                    <a:pt x="6243" y="1373"/>
                    <a:pt x="6242" y="1373"/>
                    <a:pt x="6241" y="1373"/>
                  </a:cubicBezTo>
                  <a:close/>
                  <a:moveTo>
                    <a:pt x="1421" y="2087"/>
                  </a:moveTo>
                  <a:cubicBezTo>
                    <a:pt x="1338" y="2087"/>
                    <a:pt x="1272" y="2154"/>
                    <a:pt x="1272" y="2235"/>
                  </a:cubicBezTo>
                  <a:cubicBezTo>
                    <a:pt x="1272" y="2317"/>
                    <a:pt x="1338" y="2383"/>
                    <a:pt x="1418" y="2383"/>
                  </a:cubicBezTo>
                  <a:lnTo>
                    <a:pt x="2997" y="2383"/>
                  </a:lnTo>
                  <a:cubicBezTo>
                    <a:pt x="2998" y="2383"/>
                    <a:pt x="2998" y="2383"/>
                    <a:pt x="2999" y="2383"/>
                  </a:cubicBezTo>
                  <a:cubicBezTo>
                    <a:pt x="3080" y="2383"/>
                    <a:pt x="3146" y="2318"/>
                    <a:pt x="3147" y="2237"/>
                  </a:cubicBezTo>
                  <a:lnTo>
                    <a:pt x="3147" y="2235"/>
                  </a:lnTo>
                  <a:cubicBezTo>
                    <a:pt x="3147" y="2154"/>
                    <a:pt x="3080" y="2087"/>
                    <a:pt x="2997" y="2087"/>
                  </a:cubicBezTo>
                  <a:close/>
                  <a:moveTo>
                    <a:pt x="148" y="2087"/>
                  </a:moveTo>
                  <a:cubicBezTo>
                    <a:pt x="66" y="2088"/>
                    <a:pt x="1" y="2155"/>
                    <a:pt x="1" y="2235"/>
                  </a:cubicBezTo>
                  <a:cubicBezTo>
                    <a:pt x="1" y="2317"/>
                    <a:pt x="66" y="2383"/>
                    <a:pt x="148" y="2383"/>
                  </a:cubicBezTo>
                  <a:lnTo>
                    <a:pt x="750" y="2383"/>
                  </a:lnTo>
                  <a:cubicBezTo>
                    <a:pt x="751" y="2383"/>
                    <a:pt x="752" y="2383"/>
                    <a:pt x="753" y="2383"/>
                  </a:cubicBezTo>
                  <a:cubicBezTo>
                    <a:pt x="832" y="2383"/>
                    <a:pt x="897" y="2319"/>
                    <a:pt x="899" y="2238"/>
                  </a:cubicBezTo>
                  <a:lnTo>
                    <a:pt x="899" y="2235"/>
                  </a:lnTo>
                  <a:cubicBezTo>
                    <a:pt x="899" y="2154"/>
                    <a:pt x="832" y="2087"/>
                    <a:pt x="750" y="2087"/>
                  </a:cubicBezTo>
                  <a:close/>
                  <a:moveTo>
                    <a:pt x="1419" y="2774"/>
                  </a:moveTo>
                  <a:cubicBezTo>
                    <a:pt x="1338" y="2774"/>
                    <a:pt x="1272" y="2839"/>
                    <a:pt x="1271" y="2920"/>
                  </a:cubicBezTo>
                  <a:lnTo>
                    <a:pt x="1271" y="2922"/>
                  </a:lnTo>
                  <a:cubicBezTo>
                    <a:pt x="1271" y="3004"/>
                    <a:pt x="1338" y="3071"/>
                    <a:pt x="1421" y="3071"/>
                  </a:cubicBezTo>
                  <a:lnTo>
                    <a:pt x="2997" y="3071"/>
                  </a:lnTo>
                  <a:cubicBezTo>
                    <a:pt x="3080" y="3071"/>
                    <a:pt x="3147" y="3005"/>
                    <a:pt x="3147" y="2922"/>
                  </a:cubicBezTo>
                  <a:cubicBezTo>
                    <a:pt x="3147" y="2921"/>
                    <a:pt x="3147" y="2921"/>
                    <a:pt x="3147" y="2920"/>
                  </a:cubicBezTo>
                  <a:lnTo>
                    <a:pt x="3147" y="2920"/>
                  </a:lnTo>
                  <a:cubicBezTo>
                    <a:pt x="3146" y="2839"/>
                    <a:pt x="3079" y="2774"/>
                    <a:pt x="3000" y="2774"/>
                  </a:cubicBezTo>
                  <a:lnTo>
                    <a:pt x="1421" y="2774"/>
                  </a:lnTo>
                  <a:cubicBezTo>
                    <a:pt x="1420" y="2774"/>
                    <a:pt x="1419" y="2774"/>
                    <a:pt x="1419" y="2774"/>
                  </a:cubicBezTo>
                  <a:close/>
                  <a:moveTo>
                    <a:pt x="148" y="2776"/>
                  </a:moveTo>
                  <a:cubicBezTo>
                    <a:pt x="66" y="2776"/>
                    <a:pt x="1" y="2841"/>
                    <a:pt x="1" y="2923"/>
                  </a:cubicBezTo>
                  <a:cubicBezTo>
                    <a:pt x="1" y="3004"/>
                    <a:pt x="66" y="3071"/>
                    <a:pt x="148" y="3072"/>
                  </a:cubicBezTo>
                  <a:lnTo>
                    <a:pt x="750" y="3072"/>
                  </a:lnTo>
                  <a:cubicBezTo>
                    <a:pt x="832" y="3072"/>
                    <a:pt x="899" y="3005"/>
                    <a:pt x="899" y="2923"/>
                  </a:cubicBezTo>
                  <a:cubicBezTo>
                    <a:pt x="899" y="2841"/>
                    <a:pt x="833" y="2776"/>
                    <a:pt x="751" y="2776"/>
                  </a:cubicBezTo>
                  <a:close/>
                  <a:moveTo>
                    <a:pt x="5430" y="3348"/>
                  </a:moveTo>
                  <a:cubicBezTo>
                    <a:pt x="5334" y="3348"/>
                    <a:pt x="5255" y="3424"/>
                    <a:pt x="5255" y="3519"/>
                  </a:cubicBezTo>
                  <a:cubicBezTo>
                    <a:pt x="5254" y="3614"/>
                    <a:pt x="5330" y="3693"/>
                    <a:pt x="5425" y="3693"/>
                  </a:cubicBezTo>
                  <a:lnTo>
                    <a:pt x="5428" y="3693"/>
                  </a:lnTo>
                  <a:cubicBezTo>
                    <a:pt x="5522" y="3693"/>
                    <a:pt x="5599" y="3617"/>
                    <a:pt x="5601" y="3523"/>
                  </a:cubicBezTo>
                  <a:cubicBezTo>
                    <a:pt x="5601" y="3428"/>
                    <a:pt x="5525" y="3349"/>
                    <a:pt x="5430" y="3348"/>
                  </a:cubicBezTo>
                  <a:close/>
                  <a:moveTo>
                    <a:pt x="5943" y="3348"/>
                  </a:moveTo>
                  <a:cubicBezTo>
                    <a:pt x="5848" y="3348"/>
                    <a:pt x="5770" y="3424"/>
                    <a:pt x="5769" y="3519"/>
                  </a:cubicBezTo>
                  <a:cubicBezTo>
                    <a:pt x="5768" y="3614"/>
                    <a:pt x="5843" y="3693"/>
                    <a:pt x="5939" y="3693"/>
                  </a:cubicBezTo>
                  <a:lnTo>
                    <a:pt x="5943" y="3693"/>
                  </a:lnTo>
                  <a:cubicBezTo>
                    <a:pt x="6038" y="3693"/>
                    <a:pt x="6114" y="3617"/>
                    <a:pt x="6114" y="3523"/>
                  </a:cubicBezTo>
                  <a:cubicBezTo>
                    <a:pt x="6116" y="3428"/>
                    <a:pt x="6038" y="3349"/>
                    <a:pt x="5943" y="3348"/>
                  </a:cubicBezTo>
                  <a:close/>
                  <a:moveTo>
                    <a:pt x="6460" y="3348"/>
                  </a:moveTo>
                  <a:cubicBezTo>
                    <a:pt x="6365" y="3348"/>
                    <a:pt x="6286" y="3424"/>
                    <a:pt x="6284" y="3519"/>
                  </a:cubicBezTo>
                  <a:cubicBezTo>
                    <a:pt x="6284" y="3614"/>
                    <a:pt x="6360" y="3693"/>
                    <a:pt x="6455" y="3693"/>
                  </a:cubicBezTo>
                  <a:lnTo>
                    <a:pt x="6457" y="3693"/>
                  </a:lnTo>
                  <a:cubicBezTo>
                    <a:pt x="6552" y="3693"/>
                    <a:pt x="6630" y="3617"/>
                    <a:pt x="6630" y="3523"/>
                  </a:cubicBezTo>
                  <a:cubicBezTo>
                    <a:pt x="6631" y="3428"/>
                    <a:pt x="6555" y="3349"/>
                    <a:pt x="6460" y="3348"/>
                  </a:cubicBezTo>
                  <a:close/>
                  <a:moveTo>
                    <a:pt x="6975" y="3348"/>
                  </a:moveTo>
                  <a:cubicBezTo>
                    <a:pt x="6880" y="3348"/>
                    <a:pt x="6802" y="3424"/>
                    <a:pt x="6801" y="3519"/>
                  </a:cubicBezTo>
                  <a:cubicBezTo>
                    <a:pt x="6799" y="3614"/>
                    <a:pt x="6877" y="3693"/>
                    <a:pt x="6972" y="3693"/>
                  </a:cubicBezTo>
                  <a:lnTo>
                    <a:pt x="6974" y="3693"/>
                  </a:lnTo>
                  <a:cubicBezTo>
                    <a:pt x="7069" y="3693"/>
                    <a:pt x="7145" y="3617"/>
                    <a:pt x="7146" y="3523"/>
                  </a:cubicBezTo>
                  <a:cubicBezTo>
                    <a:pt x="7148" y="3428"/>
                    <a:pt x="7072" y="3349"/>
                    <a:pt x="6975" y="3348"/>
                  </a:cubicBezTo>
                  <a:close/>
                  <a:moveTo>
                    <a:pt x="7490" y="3348"/>
                  </a:moveTo>
                  <a:cubicBezTo>
                    <a:pt x="7393" y="3348"/>
                    <a:pt x="7316" y="3424"/>
                    <a:pt x="7315" y="3519"/>
                  </a:cubicBezTo>
                  <a:cubicBezTo>
                    <a:pt x="7313" y="3614"/>
                    <a:pt x="7390" y="3693"/>
                    <a:pt x="7486" y="3693"/>
                  </a:cubicBezTo>
                  <a:lnTo>
                    <a:pt x="7490" y="3693"/>
                  </a:lnTo>
                  <a:cubicBezTo>
                    <a:pt x="7584" y="3693"/>
                    <a:pt x="7660" y="3617"/>
                    <a:pt x="7660" y="3523"/>
                  </a:cubicBezTo>
                  <a:cubicBezTo>
                    <a:pt x="7661" y="3428"/>
                    <a:pt x="7585" y="3349"/>
                    <a:pt x="7490" y="3348"/>
                  </a:cubicBezTo>
                  <a:close/>
                  <a:moveTo>
                    <a:pt x="8005" y="3348"/>
                  </a:moveTo>
                  <a:cubicBezTo>
                    <a:pt x="7910" y="3348"/>
                    <a:pt x="7833" y="3424"/>
                    <a:pt x="7831" y="3519"/>
                  </a:cubicBezTo>
                  <a:cubicBezTo>
                    <a:pt x="7830" y="3614"/>
                    <a:pt x="7906" y="3693"/>
                    <a:pt x="8001" y="3693"/>
                  </a:cubicBezTo>
                  <a:lnTo>
                    <a:pt x="8004" y="3693"/>
                  </a:lnTo>
                  <a:cubicBezTo>
                    <a:pt x="8098" y="3693"/>
                    <a:pt x="8175" y="3617"/>
                    <a:pt x="8177" y="3523"/>
                  </a:cubicBezTo>
                  <a:cubicBezTo>
                    <a:pt x="8178" y="3428"/>
                    <a:pt x="8101" y="3349"/>
                    <a:pt x="8005" y="3348"/>
                  </a:cubicBezTo>
                  <a:close/>
                  <a:moveTo>
                    <a:pt x="3308" y="3461"/>
                  </a:moveTo>
                  <a:cubicBezTo>
                    <a:pt x="3226" y="3471"/>
                    <a:pt x="3168" y="3546"/>
                    <a:pt x="3178" y="3628"/>
                  </a:cubicBezTo>
                  <a:cubicBezTo>
                    <a:pt x="3186" y="3696"/>
                    <a:pt x="3239" y="3750"/>
                    <a:pt x="3308" y="3757"/>
                  </a:cubicBezTo>
                  <a:lnTo>
                    <a:pt x="4886" y="3757"/>
                  </a:lnTo>
                  <a:cubicBezTo>
                    <a:pt x="4968" y="3757"/>
                    <a:pt x="5033" y="3690"/>
                    <a:pt x="5033" y="3608"/>
                  </a:cubicBezTo>
                  <a:lnTo>
                    <a:pt x="5036" y="3608"/>
                  </a:lnTo>
                  <a:cubicBezTo>
                    <a:pt x="5036" y="3528"/>
                    <a:pt x="4969" y="3461"/>
                    <a:pt x="4889" y="3461"/>
                  </a:cubicBezTo>
                  <a:close/>
                  <a:moveTo>
                    <a:pt x="148" y="3462"/>
                  </a:moveTo>
                  <a:cubicBezTo>
                    <a:pt x="66" y="3471"/>
                    <a:pt x="7" y="3546"/>
                    <a:pt x="17" y="3628"/>
                  </a:cubicBezTo>
                  <a:cubicBezTo>
                    <a:pt x="26" y="3696"/>
                    <a:pt x="80" y="3750"/>
                    <a:pt x="148" y="3759"/>
                  </a:cubicBezTo>
                  <a:lnTo>
                    <a:pt x="750" y="3759"/>
                  </a:lnTo>
                  <a:cubicBezTo>
                    <a:pt x="832" y="3759"/>
                    <a:pt x="899" y="3692"/>
                    <a:pt x="899" y="3610"/>
                  </a:cubicBezTo>
                  <a:cubicBezTo>
                    <a:pt x="899" y="3528"/>
                    <a:pt x="833" y="3462"/>
                    <a:pt x="751" y="3462"/>
                  </a:cubicBezTo>
                  <a:close/>
                  <a:moveTo>
                    <a:pt x="148" y="4149"/>
                  </a:moveTo>
                  <a:cubicBezTo>
                    <a:pt x="66" y="4159"/>
                    <a:pt x="7" y="4232"/>
                    <a:pt x="17" y="4314"/>
                  </a:cubicBezTo>
                  <a:cubicBezTo>
                    <a:pt x="26" y="4382"/>
                    <a:pt x="80" y="4438"/>
                    <a:pt x="148" y="4445"/>
                  </a:cubicBezTo>
                  <a:lnTo>
                    <a:pt x="750" y="4445"/>
                  </a:lnTo>
                  <a:cubicBezTo>
                    <a:pt x="832" y="4445"/>
                    <a:pt x="899" y="4378"/>
                    <a:pt x="899" y="4296"/>
                  </a:cubicBezTo>
                  <a:cubicBezTo>
                    <a:pt x="899" y="4214"/>
                    <a:pt x="833" y="4149"/>
                    <a:pt x="751" y="4149"/>
                  </a:cubicBezTo>
                  <a:close/>
                  <a:moveTo>
                    <a:pt x="3308" y="4147"/>
                  </a:moveTo>
                  <a:cubicBezTo>
                    <a:pt x="3226" y="4158"/>
                    <a:pt x="3168" y="4232"/>
                    <a:pt x="3178" y="4314"/>
                  </a:cubicBezTo>
                  <a:cubicBezTo>
                    <a:pt x="3186" y="4382"/>
                    <a:pt x="3239" y="4436"/>
                    <a:pt x="3308" y="4445"/>
                  </a:cubicBezTo>
                  <a:lnTo>
                    <a:pt x="4886" y="4445"/>
                  </a:lnTo>
                  <a:cubicBezTo>
                    <a:pt x="4968" y="4444"/>
                    <a:pt x="5033" y="4377"/>
                    <a:pt x="5033" y="4295"/>
                  </a:cubicBezTo>
                  <a:lnTo>
                    <a:pt x="5036" y="4295"/>
                  </a:lnTo>
                  <a:cubicBezTo>
                    <a:pt x="5036" y="4214"/>
                    <a:pt x="4969" y="4147"/>
                    <a:pt x="4889" y="4147"/>
                  </a:cubicBezTo>
                  <a:close/>
                  <a:moveTo>
                    <a:pt x="5942" y="4767"/>
                  </a:moveTo>
                  <a:cubicBezTo>
                    <a:pt x="5846" y="4767"/>
                    <a:pt x="5769" y="4844"/>
                    <a:pt x="5769" y="4939"/>
                  </a:cubicBezTo>
                  <a:cubicBezTo>
                    <a:pt x="5769" y="5035"/>
                    <a:pt x="5846" y="5112"/>
                    <a:pt x="5942" y="5112"/>
                  </a:cubicBezTo>
                  <a:lnTo>
                    <a:pt x="5943" y="5112"/>
                  </a:lnTo>
                  <a:cubicBezTo>
                    <a:pt x="6037" y="5112"/>
                    <a:pt x="6114" y="5036"/>
                    <a:pt x="6114" y="4941"/>
                  </a:cubicBezTo>
                  <a:lnTo>
                    <a:pt x="6114" y="4939"/>
                  </a:lnTo>
                  <a:cubicBezTo>
                    <a:pt x="6114" y="4844"/>
                    <a:pt x="6037" y="4767"/>
                    <a:pt x="5942" y="4767"/>
                  </a:cubicBezTo>
                  <a:close/>
                  <a:moveTo>
                    <a:pt x="7487" y="4767"/>
                  </a:moveTo>
                  <a:cubicBezTo>
                    <a:pt x="7392" y="4767"/>
                    <a:pt x="7315" y="4844"/>
                    <a:pt x="7315" y="4939"/>
                  </a:cubicBezTo>
                  <a:cubicBezTo>
                    <a:pt x="7315" y="5035"/>
                    <a:pt x="7392" y="5112"/>
                    <a:pt x="7487" y="5112"/>
                  </a:cubicBezTo>
                  <a:lnTo>
                    <a:pt x="7490" y="5112"/>
                  </a:lnTo>
                  <a:cubicBezTo>
                    <a:pt x="7584" y="5112"/>
                    <a:pt x="7660" y="5036"/>
                    <a:pt x="7660" y="4941"/>
                  </a:cubicBezTo>
                  <a:lnTo>
                    <a:pt x="7660" y="4939"/>
                  </a:lnTo>
                  <a:cubicBezTo>
                    <a:pt x="7660" y="4844"/>
                    <a:pt x="7583" y="4767"/>
                    <a:pt x="7487" y="4767"/>
                  </a:cubicBezTo>
                  <a:close/>
                  <a:moveTo>
                    <a:pt x="5428" y="4767"/>
                  </a:moveTo>
                  <a:cubicBezTo>
                    <a:pt x="5333" y="4767"/>
                    <a:pt x="5255" y="4844"/>
                    <a:pt x="5255" y="4939"/>
                  </a:cubicBezTo>
                  <a:cubicBezTo>
                    <a:pt x="5255" y="5035"/>
                    <a:pt x="5333" y="5112"/>
                    <a:pt x="5428" y="5112"/>
                  </a:cubicBezTo>
                  <a:cubicBezTo>
                    <a:pt x="5429" y="5112"/>
                    <a:pt x="5430" y="5112"/>
                    <a:pt x="5431" y="5112"/>
                  </a:cubicBezTo>
                  <a:cubicBezTo>
                    <a:pt x="5523" y="5112"/>
                    <a:pt x="5599" y="5037"/>
                    <a:pt x="5601" y="4944"/>
                  </a:cubicBezTo>
                  <a:lnTo>
                    <a:pt x="5601" y="4939"/>
                  </a:lnTo>
                  <a:cubicBezTo>
                    <a:pt x="5601" y="4844"/>
                    <a:pt x="5523" y="4767"/>
                    <a:pt x="5428" y="4767"/>
                  </a:cubicBezTo>
                  <a:close/>
                  <a:moveTo>
                    <a:pt x="6457" y="4767"/>
                  </a:moveTo>
                  <a:cubicBezTo>
                    <a:pt x="6362" y="4767"/>
                    <a:pt x="6284" y="4844"/>
                    <a:pt x="6284" y="4939"/>
                  </a:cubicBezTo>
                  <a:cubicBezTo>
                    <a:pt x="6284" y="5035"/>
                    <a:pt x="6362" y="5112"/>
                    <a:pt x="6457" y="5112"/>
                  </a:cubicBezTo>
                  <a:cubicBezTo>
                    <a:pt x="6458" y="5112"/>
                    <a:pt x="6459" y="5112"/>
                    <a:pt x="6460" y="5112"/>
                  </a:cubicBezTo>
                  <a:cubicBezTo>
                    <a:pt x="6554" y="5112"/>
                    <a:pt x="6630" y="5037"/>
                    <a:pt x="6630" y="4944"/>
                  </a:cubicBezTo>
                  <a:lnTo>
                    <a:pt x="6630" y="4939"/>
                  </a:lnTo>
                  <a:cubicBezTo>
                    <a:pt x="6630" y="4844"/>
                    <a:pt x="6552" y="4767"/>
                    <a:pt x="6457" y="4767"/>
                  </a:cubicBezTo>
                  <a:close/>
                  <a:moveTo>
                    <a:pt x="6974" y="4767"/>
                  </a:moveTo>
                  <a:cubicBezTo>
                    <a:pt x="6878" y="4767"/>
                    <a:pt x="6801" y="4844"/>
                    <a:pt x="6801" y="4939"/>
                  </a:cubicBezTo>
                  <a:cubicBezTo>
                    <a:pt x="6801" y="5035"/>
                    <a:pt x="6878" y="5112"/>
                    <a:pt x="6974" y="5112"/>
                  </a:cubicBezTo>
                  <a:cubicBezTo>
                    <a:pt x="6974" y="5112"/>
                    <a:pt x="6975" y="5112"/>
                    <a:pt x="6976" y="5112"/>
                  </a:cubicBezTo>
                  <a:cubicBezTo>
                    <a:pt x="7069" y="5112"/>
                    <a:pt x="7145" y="5037"/>
                    <a:pt x="7146" y="4944"/>
                  </a:cubicBezTo>
                  <a:lnTo>
                    <a:pt x="7146" y="4939"/>
                  </a:lnTo>
                  <a:cubicBezTo>
                    <a:pt x="7146" y="4844"/>
                    <a:pt x="7069" y="4767"/>
                    <a:pt x="6974" y="4767"/>
                  </a:cubicBezTo>
                  <a:close/>
                  <a:moveTo>
                    <a:pt x="8004" y="4767"/>
                  </a:moveTo>
                  <a:cubicBezTo>
                    <a:pt x="7909" y="4767"/>
                    <a:pt x="7831" y="4844"/>
                    <a:pt x="7831" y="4939"/>
                  </a:cubicBezTo>
                  <a:cubicBezTo>
                    <a:pt x="7831" y="5035"/>
                    <a:pt x="7909" y="5112"/>
                    <a:pt x="8004" y="5112"/>
                  </a:cubicBezTo>
                  <a:cubicBezTo>
                    <a:pt x="8005" y="5112"/>
                    <a:pt x="8006" y="5112"/>
                    <a:pt x="8007" y="5112"/>
                  </a:cubicBezTo>
                  <a:cubicBezTo>
                    <a:pt x="8099" y="5112"/>
                    <a:pt x="8175" y="5037"/>
                    <a:pt x="8177" y="4944"/>
                  </a:cubicBezTo>
                  <a:lnTo>
                    <a:pt x="8177" y="4939"/>
                  </a:lnTo>
                  <a:cubicBezTo>
                    <a:pt x="8177" y="4844"/>
                    <a:pt x="8099" y="4767"/>
                    <a:pt x="8004" y="4767"/>
                  </a:cubicBezTo>
                  <a:close/>
                  <a:moveTo>
                    <a:pt x="148" y="4835"/>
                  </a:moveTo>
                  <a:cubicBezTo>
                    <a:pt x="66" y="4846"/>
                    <a:pt x="7" y="4920"/>
                    <a:pt x="17" y="5002"/>
                  </a:cubicBezTo>
                  <a:cubicBezTo>
                    <a:pt x="26" y="5069"/>
                    <a:pt x="80" y="5124"/>
                    <a:pt x="148" y="5131"/>
                  </a:cubicBezTo>
                  <a:lnTo>
                    <a:pt x="750" y="5131"/>
                  </a:lnTo>
                  <a:cubicBezTo>
                    <a:pt x="832" y="5131"/>
                    <a:pt x="899" y="5064"/>
                    <a:pt x="899" y="4983"/>
                  </a:cubicBezTo>
                  <a:cubicBezTo>
                    <a:pt x="899" y="4901"/>
                    <a:pt x="833" y="4835"/>
                    <a:pt x="751" y="4835"/>
                  </a:cubicBezTo>
                  <a:close/>
                  <a:moveTo>
                    <a:pt x="3308" y="4835"/>
                  </a:moveTo>
                  <a:cubicBezTo>
                    <a:pt x="3226" y="4844"/>
                    <a:pt x="3168" y="4918"/>
                    <a:pt x="3178" y="5000"/>
                  </a:cubicBezTo>
                  <a:cubicBezTo>
                    <a:pt x="3186" y="5069"/>
                    <a:pt x="3239" y="5122"/>
                    <a:pt x="3308" y="5131"/>
                  </a:cubicBezTo>
                  <a:lnTo>
                    <a:pt x="4886" y="5131"/>
                  </a:lnTo>
                  <a:cubicBezTo>
                    <a:pt x="4968" y="5130"/>
                    <a:pt x="5033" y="5063"/>
                    <a:pt x="5033" y="4981"/>
                  </a:cubicBezTo>
                  <a:lnTo>
                    <a:pt x="5036" y="4981"/>
                  </a:lnTo>
                  <a:cubicBezTo>
                    <a:pt x="5036" y="4901"/>
                    <a:pt x="4969" y="4835"/>
                    <a:pt x="4889" y="4835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37"/>
            <p:cNvSpPr/>
            <p:nvPr/>
          </p:nvSpPr>
          <p:spPr>
            <a:xfrm>
              <a:off x="4324225" y="4941225"/>
              <a:ext cx="204325" cy="128250"/>
            </a:xfrm>
            <a:custGeom>
              <a:rect b="b" l="l" r="r" t="t"/>
              <a:pathLst>
                <a:path extrusionOk="0" h="5130" w="8173">
                  <a:moveTo>
                    <a:pt x="762" y="26"/>
                  </a:moveTo>
                  <a:cubicBezTo>
                    <a:pt x="756" y="26"/>
                    <a:pt x="750" y="26"/>
                    <a:pt x="744" y="27"/>
                  </a:cubicBezTo>
                  <a:lnTo>
                    <a:pt x="142" y="27"/>
                  </a:lnTo>
                  <a:cubicBezTo>
                    <a:pt x="74" y="34"/>
                    <a:pt x="20" y="90"/>
                    <a:pt x="11" y="158"/>
                  </a:cubicBezTo>
                  <a:cubicBezTo>
                    <a:pt x="2" y="240"/>
                    <a:pt x="60" y="313"/>
                    <a:pt x="142" y="323"/>
                  </a:cubicBezTo>
                  <a:lnTo>
                    <a:pt x="744" y="323"/>
                  </a:lnTo>
                  <a:cubicBezTo>
                    <a:pt x="750" y="324"/>
                    <a:pt x="756" y="324"/>
                    <a:pt x="762" y="324"/>
                  </a:cubicBezTo>
                  <a:cubicBezTo>
                    <a:pt x="768" y="324"/>
                    <a:pt x="774" y="324"/>
                    <a:pt x="780" y="323"/>
                  </a:cubicBezTo>
                  <a:cubicBezTo>
                    <a:pt x="861" y="313"/>
                    <a:pt x="920" y="240"/>
                    <a:pt x="909" y="158"/>
                  </a:cubicBezTo>
                  <a:cubicBezTo>
                    <a:pt x="901" y="82"/>
                    <a:pt x="837" y="26"/>
                    <a:pt x="762" y="26"/>
                  </a:cubicBezTo>
                  <a:close/>
                  <a:moveTo>
                    <a:pt x="1396" y="26"/>
                  </a:moveTo>
                  <a:cubicBezTo>
                    <a:pt x="1322" y="26"/>
                    <a:pt x="1258" y="81"/>
                    <a:pt x="1249" y="157"/>
                  </a:cubicBezTo>
                  <a:cubicBezTo>
                    <a:pt x="1240" y="238"/>
                    <a:pt x="1298" y="313"/>
                    <a:pt x="1380" y="323"/>
                  </a:cubicBezTo>
                  <a:cubicBezTo>
                    <a:pt x="1386" y="324"/>
                    <a:pt x="1391" y="324"/>
                    <a:pt x="1397" y="324"/>
                  </a:cubicBezTo>
                  <a:cubicBezTo>
                    <a:pt x="1403" y="324"/>
                    <a:pt x="1409" y="324"/>
                    <a:pt x="1415" y="323"/>
                  </a:cubicBezTo>
                  <a:lnTo>
                    <a:pt x="2991" y="323"/>
                  </a:lnTo>
                  <a:cubicBezTo>
                    <a:pt x="3074" y="323"/>
                    <a:pt x="3139" y="256"/>
                    <a:pt x="3139" y="173"/>
                  </a:cubicBezTo>
                  <a:lnTo>
                    <a:pt x="3141" y="173"/>
                  </a:lnTo>
                  <a:cubicBezTo>
                    <a:pt x="3141" y="93"/>
                    <a:pt x="3074" y="27"/>
                    <a:pt x="2994" y="27"/>
                  </a:cubicBezTo>
                  <a:lnTo>
                    <a:pt x="1415" y="27"/>
                  </a:lnTo>
                  <a:cubicBezTo>
                    <a:pt x="1409" y="26"/>
                    <a:pt x="1403" y="26"/>
                    <a:pt x="1396" y="26"/>
                  </a:cubicBezTo>
                  <a:close/>
                  <a:moveTo>
                    <a:pt x="3662" y="0"/>
                  </a:moveTo>
                  <a:cubicBezTo>
                    <a:pt x="3567" y="0"/>
                    <a:pt x="3489" y="78"/>
                    <a:pt x="3489" y="173"/>
                  </a:cubicBezTo>
                  <a:cubicBezTo>
                    <a:pt x="3489" y="268"/>
                    <a:pt x="3567" y="346"/>
                    <a:pt x="3662" y="346"/>
                  </a:cubicBezTo>
                  <a:cubicBezTo>
                    <a:pt x="3759" y="346"/>
                    <a:pt x="3835" y="268"/>
                    <a:pt x="3835" y="173"/>
                  </a:cubicBezTo>
                  <a:cubicBezTo>
                    <a:pt x="3835" y="78"/>
                    <a:pt x="3757" y="0"/>
                    <a:pt x="3662" y="0"/>
                  </a:cubicBezTo>
                  <a:close/>
                  <a:moveTo>
                    <a:pt x="4177" y="0"/>
                  </a:moveTo>
                  <a:cubicBezTo>
                    <a:pt x="4082" y="0"/>
                    <a:pt x="4005" y="78"/>
                    <a:pt x="4005" y="173"/>
                  </a:cubicBezTo>
                  <a:cubicBezTo>
                    <a:pt x="4005" y="268"/>
                    <a:pt x="4082" y="346"/>
                    <a:pt x="4177" y="346"/>
                  </a:cubicBezTo>
                  <a:lnTo>
                    <a:pt x="4179" y="346"/>
                  </a:lnTo>
                  <a:cubicBezTo>
                    <a:pt x="4273" y="346"/>
                    <a:pt x="4350" y="270"/>
                    <a:pt x="4350" y="176"/>
                  </a:cubicBezTo>
                  <a:lnTo>
                    <a:pt x="4350" y="173"/>
                  </a:lnTo>
                  <a:cubicBezTo>
                    <a:pt x="4350" y="78"/>
                    <a:pt x="4273" y="0"/>
                    <a:pt x="4177" y="0"/>
                  </a:cubicBezTo>
                  <a:close/>
                  <a:moveTo>
                    <a:pt x="5206" y="0"/>
                  </a:moveTo>
                  <a:cubicBezTo>
                    <a:pt x="5111" y="0"/>
                    <a:pt x="5033" y="78"/>
                    <a:pt x="5033" y="173"/>
                  </a:cubicBezTo>
                  <a:cubicBezTo>
                    <a:pt x="5033" y="268"/>
                    <a:pt x="5111" y="346"/>
                    <a:pt x="5206" y="346"/>
                  </a:cubicBezTo>
                  <a:lnTo>
                    <a:pt x="5209" y="346"/>
                  </a:lnTo>
                  <a:cubicBezTo>
                    <a:pt x="5303" y="346"/>
                    <a:pt x="5379" y="270"/>
                    <a:pt x="5379" y="176"/>
                  </a:cubicBezTo>
                  <a:lnTo>
                    <a:pt x="5379" y="173"/>
                  </a:lnTo>
                  <a:cubicBezTo>
                    <a:pt x="5379" y="78"/>
                    <a:pt x="5301" y="0"/>
                    <a:pt x="5206" y="0"/>
                  </a:cubicBezTo>
                  <a:close/>
                  <a:moveTo>
                    <a:pt x="6236" y="0"/>
                  </a:moveTo>
                  <a:cubicBezTo>
                    <a:pt x="6141" y="0"/>
                    <a:pt x="6064" y="78"/>
                    <a:pt x="6064" y="173"/>
                  </a:cubicBezTo>
                  <a:cubicBezTo>
                    <a:pt x="6064" y="268"/>
                    <a:pt x="6141" y="346"/>
                    <a:pt x="6236" y="346"/>
                  </a:cubicBezTo>
                  <a:lnTo>
                    <a:pt x="6238" y="346"/>
                  </a:lnTo>
                  <a:cubicBezTo>
                    <a:pt x="6333" y="346"/>
                    <a:pt x="6409" y="270"/>
                    <a:pt x="6409" y="176"/>
                  </a:cubicBezTo>
                  <a:lnTo>
                    <a:pt x="6409" y="173"/>
                  </a:lnTo>
                  <a:cubicBezTo>
                    <a:pt x="6409" y="78"/>
                    <a:pt x="6332" y="0"/>
                    <a:pt x="6236" y="0"/>
                  </a:cubicBezTo>
                  <a:close/>
                  <a:moveTo>
                    <a:pt x="4692" y="0"/>
                  </a:moveTo>
                  <a:cubicBezTo>
                    <a:pt x="4597" y="0"/>
                    <a:pt x="4520" y="78"/>
                    <a:pt x="4520" y="173"/>
                  </a:cubicBezTo>
                  <a:cubicBezTo>
                    <a:pt x="4520" y="268"/>
                    <a:pt x="4597" y="346"/>
                    <a:pt x="4692" y="346"/>
                  </a:cubicBezTo>
                  <a:cubicBezTo>
                    <a:pt x="4693" y="346"/>
                    <a:pt x="4694" y="346"/>
                    <a:pt x="4695" y="346"/>
                  </a:cubicBezTo>
                  <a:cubicBezTo>
                    <a:pt x="4788" y="346"/>
                    <a:pt x="4864" y="270"/>
                    <a:pt x="4865" y="177"/>
                  </a:cubicBezTo>
                  <a:lnTo>
                    <a:pt x="4865" y="173"/>
                  </a:lnTo>
                  <a:cubicBezTo>
                    <a:pt x="4865" y="78"/>
                    <a:pt x="4788" y="0"/>
                    <a:pt x="4692" y="0"/>
                  </a:cubicBezTo>
                  <a:close/>
                  <a:moveTo>
                    <a:pt x="5723" y="0"/>
                  </a:moveTo>
                  <a:cubicBezTo>
                    <a:pt x="5628" y="0"/>
                    <a:pt x="5550" y="78"/>
                    <a:pt x="5550" y="173"/>
                  </a:cubicBezTo>
                  <a:cubicBezTo>
                    <a:pt x="5550" y="268"/>
                    <a:pt x="5628" y="346"/>
                    <a:pt x="5723" y="346"/>
                  </a:cubicBezTo>
                  <a:cubicBezTo>
                    <a:pt x="5724" y="346"/>
                    <a:pt x="5725" y="346"/>
                    <a:pt x="5726" y="346"/>
                  </a:cubicBezTo>
                  <a:cubicBezTo>
                    <a:pt x="5818" y="346"/>
                    <a:pt x="5894" y="270"/>
                    <a:pt x="5896" y="177"/>
                  </a:cubicBezTo>
                  <a:lnTo>
                    <a:pt x="5896" y="173"/>
                  </a:lnTo>
                  <a:cubicBezTo>
                    <a:pt x="5896" y="78"/>
                    <a:pt x="5818" y="0"/>
                    <a:pt x="5723" y="0"/>
                  </a:cubicBezTo>
                  <a:close/>
                  <a:moveTo>
                    <a:pt x="142" y="713"/>
                  </a:moveTo>
                  <a:cubicBezTo>
                    <a:pt x="60" y="724"/>
                    <a:pt x="1" y="798"/>
                    <a:pt x="11" y="880"/>
                  </a:cubicBezTo>
                  <a:cubicBezTo>
                    <a:pt x="20" y="949"/>
                    <a:pt x="74" y="1002"/>
                    <a:pt x="142" y="1010"/>
                  </a:cubicBezTo>
                  <a:lnTo>
                    <a:pt x="744" y="1010"/>
                  </a:lnTo>
                  <a:cubicBezTo>
                    <a:pt x="826" y="1010"/>
                    <a:pt x="893" y="943"/>
                    <a:pt x="893" y="861"/>
                  </a:cubicBezTo>
                  <a:cubicBezTo>
                    <a:pt x="893" y="779"/>
                    <a:pt x="827" y="713"/>
                    <a:pt x="745" y="713"/>
                  </a:cubicBezTo>
                  <a:close/>
                  <a:moveTo>
                    <a:pt x="1396" y="712"/>
                  </a:moveTo>
                  <a:cubicBezTo>
                    <a:pt x="1322" y="712"/>
                    <a:pt x="1258" y="767"/>
                    <a:pt x="1249" y="843"/>
                  </a:cubicBezTo>
                  <a:cubicBezTo>
                    <a:pt x="1240" y="925"/>
                    <a:pt x="1298" y="999"/>
                    <a:pt x="1380" y="1010"/>
                  </a:cubicBezTo>
                  <a:cubicBezTo>
                    <a:pt x="1386" y="1010"/>
                    <a:pt x="1391" y="1011"/>
                    <a:pt x="1397" y="1011"/>
                  </a:cubicBezTo>
                  <a:cubicBezTo>
                    <a:pt x="1403" y="1011"/>
                    <a:pt x="1409" y="1010"/>
                    <a:pt x="1415" y="1010"/>
                  </a:cubicBezTo>
                  <a:lnTo>
                    <a:pt x="2991" y="1010"/>
                  </a:lnTo>
                  <a:cubicBezTo>
                    <a:pt x="3074" y="1010"/>
                    <a:pt x="3139" y="943"/>
                    <a:pt x="3139" y="861"/>
                  </a:cubicBezTo>
                  <a:lnTo>
                    <a:pt x="3141" y="861"/>
                  </a:lnTo>
                  <a:cubicBezTo>
                    <a:pt x="3141" y="779"/>
                    <a:pt x="3074" y="713"/>
                    <a:pt x="2994" y="713"/>
                  </a:cubicBezTo>
                  <a:lnTo>
                    <a:pt x="1415" y="713"/>
                  </a:lnTo>
                  <a:cubicBezTo>
                    <a:pt x="1409" y="713"/>
                    <a:pt x="1403" y="712"/>
                    <a:pt x="1396" y="712"/>
                  </a:cubicBezTo>
                  <a:close/>
                  <a:moveTo>
                    <a:pt x="142" y="1400"/>
                  </a:moveTo>
                  <a:cubicBezTo>
                    <a:pt x="60" y="1410"/>
                    <a:pt x="1" y="1485"/>
                    <a:pt x="11" y="1567"/>
                  </a:cubicBezTo>
                  <a:cubicBezTo>
                    <a:pt x="20" y="1635"/>
                    <a:pt x="74" y="1689"/>
                    <a:pt x="142" y="1696"/>
                  </a:cubicBezTo>
                  <a:lnTo>
                    <a:pt x="744" y="1696"/>
                  </a:lnTo>
                  <a:cubicBezTo>
                    <a:pt x="824" y="1696"/>
                    <a:pt x="891" y="1631"/>
                    <a:pt x="893" y="1550"/>
                  </a:cubicBezTo>
                  <a:lnTo>
                    <a:pt x="893" y="1547"/>
                  </a:lnTo>
                  <a:cubicBezTo>
                    <a:pt x="893" y="1465"/>
                    <a:pt x="827" y="1400"/>
                    <a:pt x="745" y="1400"/>
                  </a:cubicBezTo>
                  <a:close/>
                  <a:moveTo>
                    <a:pt x="1396" y="1399"/>
                  </a:moveTo>
                  <a:cubicBezTo>
                    <a:pt x="1322" y="1399"/>
                    <a:pt x="1258" y="1454"/>
                    <a:pt x="1249" y="1529"/>
                  </a:cubicBezTo>
                  <a:cubicBezTo>
                    <a:pt x="1240" y="1611"/>
                    <a:pt x="1298" y="1686"/>
                    <a:pt x="1380" y="1696"/>
                  </a:cubicBezTo>
                  <a:cubicBezTo>
                    <a:pt x="1386" y="1697"/>
                    <a:pt x="1391" y="1697"/>
                    <a:pt x="1397" y="1697"/>
                  </a:cubicBezTo>
                  <a:cubicBezTo>
                    <a:pt x="1403" y="1697"/>
                    <a:pt x="1409" y="1697"/>
                    <a:pt x="1415" y="1696"/>
                  </a:cubicBezTo>
                  <a:lnTo>
                    <a:pt x="2991" y="1696"/>
                  </a:lnTo>
                  <a:cubicBezTo>
                    <a:pt x="3072" y="1696"/>
                    <a:pt x="3139" y="1631"/>
                    <a:pt x="3139" y="1549"/>
                  </a:cubicBezTo>
                  <a:lnTo>
                    <a:pt x="3139" y="1547"/>
                  </a:lnTo>
                  <a:lnTo>
                    <a:pt x="3141" y="1547"/>
                  </a:lnTo>
                  <a:cubicBezTo>
                    <a:pt x="3141" y="1465"/>
                    <a:pt x="3074" y="1400"/>
                    <a:pt x="2994" y="1400"/>
                  </a:cubicBezTo>
                  <a:lnTo>
                    <a:pt x="1415" y="1400"/>
                  </a:lnTo>
                  <a:cubicBezTo>
                    <a:pt x="1409" y="1399"/>
                    <a:pt x="1403" y="1399"/>
                    <a:pt x="1396" y="1399"/>
                  </a:cubicBezTo>
                  <a:close/>
                  <a:moveTo>
                    <a:pt x="3662" y="1376"/>
                  </a:moveTo>
                  <a:cubicBezTo>
                    <a:pt x="3567" y="1376"/>
                    <a:pt x="3489" y="1453"/>
                    <a:pt x="3489" y="1549"/>
                  </a:cubicBezTo>
                  <a:cubicBezTo>
                    <a:pt x="3489" y="1644"/>
                    <a:pt x="3567" y="1721"/>
                    <a:pt x="3662" y="1721"/>
                  </a:cubicBezTo>
                  <a:cubicBezTo>
                    <a:pt x="3757" y="1721"/>
                    <a:pt x="3835" y="1644"/>
                    <a:pt x="3835" y="1549"/>
                  </a:cubicBezTo>
                  <a:cubicBezTo>
                    <a:pt x="3835" y="1453"/>
                    <a:pt x="3757" y="1376"/>
                    <a:pt x="3662" y="1376"/>
                  </a:cubicBezTo>
                  <a:close/>
                  <a:moveTo>
                    <a:pt x="4176" y="1376"/>
                  </a:moveTo>
                  <a:cubicBezTo>
                    <a:pt x="4081" y="1376"/>
                    <a:pt x="4003" y="1453"/>
                    <a:pt x="4003" y="1549"/>
                  </a:cubicBezTo>
                  <a:cubicBezTo>
                    <a:pt x="4003" y="1644"/>
                    <a:pt x="4081" y="1721"/>
                    <a:pt x="4176" y="1721"/>
                  </a:cubicBezTo>
                  <a:lnTo>
                    <a:pt x="4179" y="1721"/>
                  </a:lnTo>
                  <a:cubicBezTo>
                    <a:pt x="4273" y="1721"/>
                    <a:pt x="4349" y="1645"/>
                    <a:pt x="4349" y="1550"/>
                  </a:cubicBezTo>
                  <a:lnTo>
                    <a:pt x="4349" y="1549"/>
                  </a:lnTo>
                  <a:cubicBezTo>
                    <a:pt x="4349" y="1453"/>
                    <a:pt x="4271" y="1376"/>
                    <a:pt x="4176" y="1376"/>
                  </a:cubicBezTo>
                  <a:close/>
                  <a:moveTo>
                    <a:pt x="5206" y="1376"/>
                  </a:moveTo>
                  <a:cubicBezTo>
                    <a:pt x="5111" y="1376"/>
                    <a:pt x="5033" y="1453"/>
                    <a:pt x="5033" y="1549"/>
                  </a:cubicBezTo>
                  <a:cubicBezTo>
                    <a:pt x="5033" y="1644"/>
                    <a:pt x="5111" y="1721"/>
                    <a:pt x="5206" y="1721"/>
                  </a:cubicBezTo>
                  <a:lnTo>
                    <a:pt x="5208" y="1721"/>
                  </a:lnTo>
                  <a:cubicBezTo>
                    <a:pt x="5303" y="1721"/>
                    <a:pt x="5379" y="1645"/>
                    <a:pt x="5379" y="1550"/>
                  </a:cubicBezTo>
                  <a:lnTo>
                    <a:pt x="5379" y="1549"/>
                  </a:lnTo>
                  <a:cubicBezTo>
                    <a:pt x="5379" y="1453"/>
                    <a:pt x="5301" y="1376"/>
                    <a:pt x="5206" y="1376"/>
                  </a:cubicBezTo>
                  <a:close/>
                  <a:moveTo>
                    <a:pt x="6236" y="1376"/>
                  </a:moveTo>
                  <a:cubicBezTo>
                    <a:pt x="6141" y="1376"/>
                    <a:pt x="6064" y="1453"/>
                    <a:pt x="6064" y="1549"/>
                  </a:cubicBezTo>
                  <a:cubicBezTo>
                    <a:pt x="6064" y="1644"/>
                    <a:pt x="6141" y="1721"/>
                    <a:pt x="6236" y="1721"/>
                  </a:cubicBezTo>
                  <a:lnTo>
                    <a:pt x="6238" y="1721"/>
                  </a:lnTo>
                  <a:cubicBezTo>
                    <a:pt x="6332" y="1721"/>
                    <a:pt x="6409" y="1645"/>
                    <a:pt x="6409" y="1550"/>
                  </a:cubicBezTo>
                  <a:lnTo>
                    <a:pt x="6409" y="1549"/>
                  </a:lnTo>
                  <a:cubicBezTo>
                    <a:pt x="6409" y="1453"/>
                    <a:pt x="6332" y="1376"/>
                    <a:pt x="6236" y="1376"/>
                  </a:cubicBezTo>
                  <a:close/>
                  <a:moveTo>
                    <a:pt x="4692" y="1376"/>
                  </a:moveTo>
                  <a:cubicBezTo>
                    <a:pt x="4597" y="1376"/>
                    <a:pt x="4520" y="1453"/>
                    <a:pt x="4520" y="1549"/>
                  </a:cubicBezTo>
                  <a:cubicBezTo>
                    <a:pt x="4520" y="1644"/>
                    <a:pt x="4597" y="1721"/>
                    <a:pt x="4692" y="1721"/>
                  </a:cubicBezTo>
                  <a:cubicBezTo>
                    <a:pt x="4693" y="1721"/>
                    <a:pt x="4694" y="1721"/>
                    <a:pt x="4695" y="1721"/>
                  </a:cubicBezTo>
                  <a:cubicBezTo>
                    <a:pt x="4788" y="1721"/>
                    <a:pt x="4864" y="1646"/>
                    <a:pt x="4865" y="1553"/>
                  </a:cubicBezTo>
                  <a:lnTo>
                    <a:pt x="4865" y="1549"/>
                  </a:lnTo>
                  <a:cubicBezTo>
                    <a:pt x="4865" y="1453"/>
                    <a:pt x="4788" y="1376"/>
                    <a:pt x="4692" y="1376"/>
                  </a:cubicBezTo>
                  <a:close/>
                  <a:moveTo>
                    <a:pt x="5723" y="1376"/>
                  </a:moveTo>
                  <a:cubicBezTo>
                    <a:pt x="5628" y="1376"/>
                    <a:pt x="5550" y="1453"/>
                    <a:pt x="5550" y="1549"/>
                  </a:cubicBezTo>
                  <a:cubicBezTo>
                    <a:pt x="5550" y="1644"/>
                    <a:pt x="5628" y="1721"/>
                    <a:pt x="5723" y="1721"/>
                  </a:cubicBezTo>
                  <a:cubicBezTo>
                    <a:pt x="5724" y="1721"/>
                    <a:pt x="5725" y="1721"/>
                    <a:pt x="5726" y="1721"/>
                  </a:cubicBezTo>
                  <a:cubicBezTo>
                    <a:pt x="5818" y="1721"/>
                    <a:pt x="5894" y="1646"/>
                    <a:pt x="5896" y="1553"/>
                  </a:cubicBezTo>
                  <a:lnTo>
                    <a:pt x="5896" y="1549"/>
                  </a:lnTo>
                  <a:cubicBezTo>
                    <a:pt x="5896" y="1453"/>
                    <a:pt x="5818" y="1376"/>
                    <a:pt x="5723" y="1376"/>
                  </a:cubicBezTo>
                  <a:close/>
                  <a:moveTo>
                    <a:pt x="1397" y="2085"/>
                  </a:moveTo>
                  <a:cubicBezTo>
                    <a:pt x="1322" y="2085"/>
                    <a:pt x="1258" y="2142"/>
                    <a:pt x="1249" y="2217"/>
                  </a:cubicBezTo>
                  <a:cubicBezTo>
                    <a:pt x="1240" y="2299"/>
                    <a:pt x="1298" y="2374"/>
                    <a:pt x="1380" y="2383"/>
                  </a:cubicBezTo>
                  <a:cubicBezTo>
                    <a:pt x="1386" y="2383"/>
                    <a:pt x="1391" y="2384"/>
                    <a:pt x="1397" y="2384"/>
                  </a:cubicBezTo>
                  <a:cubicBezTo>
                    <a:pt x="1403" y="2384"/>
                    <a:pt x="1409" y="2383"/>
                    <a:pt x="1415" y="2383"/>
                  </a:cubicBezTo>
                  <a:lnTo>
                    <a:pt x="2991" y="2383"/>
                  </a:lnTo>
                  <a:cubicBezTo>
                    <a:pt x="2992" y="2383"/>
                    <a:pt x="2992" y="2383"/>
                    <a:pt x="2993" y="2383"/>
                  </a:cubicBezTo>
                  <a:cubicBezTo>
                    <a:pt x="3074" y="2383"/>
                    <a:pt x="3140" y="2318"/>
                    <a:pt x="3141" y="2238"/>
                  </a:cubicBezTo>
                  <a:lnTo>
                    <a:pt x="3141" y="2235"/>
                  </a:lnTo>
                  <a:cubicBezTo>
                    <a:pt x="3141" y="2153"/>
                    <a:pt x="3074" y="2086"/>
                    <a:pt x="2991" y="2086"/>
                  </a:cubicBezTo>
                  <a:lnTo>
                    <a:pt x="1415" y="2086"/>
                  </a:lnTo>
                  <a:cubicBezTo>
                    <a:pt x="1409" y="2085"/>
                    <a:pt x="1403" y="2085"/>
                    <a:pt x="1397" y="2085"/>
                  </a:cubicBezTo>
                  <a:close/>
                  <a:moveTo>
                    <a:pt x="142" y="2086"/>
                  </a:moveTo>
                  <a:cubicBezTo>
                    <a:pt x="60" y="2097"/>
                    <a:pt x="2" y="2171"/>
                    <a:pt x="11" y="2253"/>
                  </a:cubicBezTo>
                  <a:cubicBezTo>
                    <a:pt x="20" y="2321"/>
                    <a:pt x="74" y="2375"/>
                    <a:pt x="142" y="2384"/>
                  </a:cubicBezTo>
                  <a:lnTo>
                    <a:pt x="744" y="2384"/>
                  </a:lnTo>
                  <a:cubicBezTo>
                    <a:pt x="824" y="2384"/>
                    <a:pt x="891" y="2320"/>
                    <a:pt x="893" y="2238"/>
                  </a:cubicBezTo>
                  <a:lnTo>
                    <a:pt x="893" y="2237"/>
                  </a:lnTo>
                  <a:cubicBezTo>
                    <a:pt x="893" y="2153"/>
                    <a:pt x="826" y="2086"/>
                    <a:pt x="744" y="2086"/>
                  </a:cubicBezTo>
                  <a:close/>
                  <a:moveTo>
                    <a:pt x="1399" y="2772"/>
                  </a:moveTo>
                  <a:cubicBezTo>
                    <a:pt x="1324" y="2772"/>
                    <a:pt x="1258" y="2827"/>
                    <a:pt x="1249" y="2904"/>
                  </a:cubicBezTo>
                  <a:cubicBezTo>
                    <a:pt x="1240" y="2986"/>
                    <a:pt x="1298" y="3060"/>
                    <a:pt x="1380" y="3069"/>
                  </a:cubicBezTo>
                  <a:cubicBezTo>
                    <a:pt x="1386" y="3070"/>
                    <a:pt x="1391" y="3070"/>
                    <a:pt x="1397" y="3070"/>
                  </a:cubicBezTo>
                  <a:cubicBezTo>
                    <a:pt x="1403" y="3070"/>
                    <a:pt x="1409" y="3070"/>
                    <a:pt x="1415" y="3069"/>
                  </a:cubicBezTo>
                  <a:lnTo>
                    <a:pt x="2991" y="3069"/>
                  </a:lnTo>
                  <a:cubicBezTo>
                    <a:pt x="2992" y="3069"/>
                    <a:pt x="2992" y="3069"/>
                    <a:pt x="2993" y="3069"/>
                  </a:cubicBezTo>
                  <a:cubicBezTo>
                    <a:pt x="3074" y="3069"/>
                    <a:pt x="3140" y="3005"/>
                    <a:pt x="3141" y="2924"/>
                  </a:cubicBezTo>
                  <a:lnTo>
                    <a:pt x="3141" y="2923"/>
                  </a:lnTo>
                  <a:cubicBezTo>
                    <a:pt x="3141" y="2840"/>
                    <a:pt x="3074" y="2773"/>
                    <a:pt x="2991" y="2773"/>
                  </a:cubicBezTo>
                  <a:lnTo>
                    <a:pt x="1415" y="2773"/>
                  </a:lnTo>
                  <a:cubicBezTo>
                    <a:pt x="1410" y="2772"/>
                    <a:pt x="1404" y="2772"/>
                    <a:pt x="1399" y="2772"/>
                  </a:cubicBezTo>
                  <a:close/>
                  <a:moveTo>
                    <a:pt x="142" y="2774"/>
                  </a:moveTo>
                  <a:cubicBezTo>
                    <a:pt x="60" y="2783"/>
                    <a:pt x="2" y="2857"/>
                    <a:pt x="11" y="2939"/>
                  </a:cubicBezTo>
                  <a:cubicBezTo>
                    <a:pt x="20" y="3008"/>
                    <a:pt x="74" y="3061"/>
                    <a:pt x="142" y="3070"/>
                  </a:cubicBezTo>
                  <a:lnTo>
                    <a:pt x="744" y="3070"/>
                  </a:lnTo>
                  <a:cubicBezTo>
                    <a:pt x="824" y="3070"/>
                    <a:pt x="891" y="3006"/>
                    <a:pt x="893" y="2924"/>
                  </a:cubicBezTo>
                  <a:lnTo>
                    <a:pt x="893" y="2923"/>
                  </a:lnTo>
                  <a:cubicBezTo>
                    <a:pt x="893" y="2840"/>
                    <a:pt x="826" y="2774"/>
                    <a:pt x="744" y="2774"/>
                  </a:cubicBezTo>
                  <a:close/>
                  <a:moveTo>
                    <a:pt x="5936" y="3350"/>
                  </a:moveTo>
                  <a:cubicBezTo>
                    <a:pt x="5840" y="3350"/>
                    <a:pt x="5763" y="3428"/>
                    <a:pt x="5763" y="3523"/>
                  </a:cubicBezTo>
                  <a:cubicBezTo>
                    <a:pt x="5763" y="3618"/>
                    <a:pt x="5840" y="3696"/>
                    <a:pt x="5936" y="3696"/>
                  </a:cubicBezTo>
                  <a:lnTo>
                    <a:pt x="5937" y="3696"/>
                  </a:lnTo>
                  <a:cubicBezTo>
                    <a:pt x="6031" y="3696"/>
                    <a:pt x="6108" y="3620"/>
                    <a:pt x="6108" y="3526"/>
                  </a:cubicBezTo>
                  <a:lnTo>
                    <a:pt x="6108" y="3523"/>
                  </a:lnTo>
                  <a:cubicBezTo>
                    <a:pt x="6108" y="3428"/>
                    <a:pt x="6031" y="3350"/>
                    <a:pt x="5936" y="3350"/>
                  </a:cubicBezTo>
                  <a:close/>
                  <a:moveTo>
                    <a:pt x="7481" y="3350"/>
                  </a:moveTo>
                  <a:cubicBezTo>
                    <a:pt x="7386" y="3350"/>
                    <a:pt x="7309" y="3428"/>
                    <a:pt x="7309" y="3523"/>
                  </a:cubicBezTo>
                  <a:cubicBezTo>
                    <a:pt x="7309" y="3618"/>
                    <a:pt x="7386" y="3696"/>
                    <a:pt x="7481" y="3696"/>
                  </a:cubicBezTo>
                  <a:lnTo>
                    <a:pt x="7484" y="3696"/>
                  </a:lnTo>
                  <a:cubicBezTo>
                    <a:pt x="7578" y="3696"/>
                    <a:pt x="7654" y="3620"/>
                    <a:pt x="7654" y="3526"/>
                  </a:cubicBezTo>
                  <a:lnTo>
                    <a:pt x="7654" y="3523"/>
                  </a:lnTo>
                  <a:cubicBezTo>
                    <a:pt x="7654" y="3428"/>
                    <a:pt x="7577" y="3350"/>
                    <a:pt x="7481" y="3350"/>
                  </a:cubicBezTo>
                  <a:close/>
                  <a:moveTo>
                    <a:pt x="5422" y="3350"/>
                  </a:moveTo>
                  <a:cubicBezTo>
                    <a:pt x="5327" y="3350"/>
                    <a:pt x="5249" y="3428"/>
                    <a:pt x="5249" y="3523"/>
                  </a:cubicBezTo>
                  <a:cubicBezTo>
                    <a:pt x="5249" y="3618"/>
                    <a:pt x="5327" y="3696"/>
                    <a:pt x="5422" y="3696"/>
                  </a:cubicBezTo>
                  <a:cubicBezTo>
                    <a:pt x="5423" y="3696"/>
                    <a:pt x="5424" y="3696"/>
                    <a:pt x="5425" y="3696"/>
                  </a:cubicBezTo>
                  <a:cubicBezTo>
                    <a:pt x="5517" y="3696"/>
                    <a:pt x="5593" y="3620"/>
                    <a:pt x="5595" y="3527"/>
                  </a:cubicBezTo>
                  <a:lnTo>
                    <a:pt x="5595" y="3523"/>
                  </a:lnTo>
                  <a:cubicBezTo>
                    <a:pt x="5595" y="3428"/>
                    <a:pt x="5517" y="3350"/>
                    <a:pt x="5422" y="3350"/>
                  </a:cubicBezTo>
                  <a:close/>
                  <a:moveTo>
                    <a:pt x="6451" y="3350"/>
                  </a:moveTo>
                  <a:cubicBezTo>
                    <a:pt x="6356" y="3350"/>
                    <a:pt x="6278" y="3428"/>
                    <a:pt x="6278" y="3523"/>
                  </a:cubicBezTo>
                  <a:cubicBezTo>
                    <a:pt x="6278" y="3618"/>
                    <a:pt x="6356" y="3696"/>
                    <a:pt x="6451" y="3696"/>
                  </a:cubicBezTo>
                  <a:cubicBezTo>
                    <a:pt x="6452" y="3696"/>
                    <a:pt x="6453" y="3696"/>
                    <a:pt x="6454" y="3696"/>
                  </a:cubicBezTo>
                  <a:cubicBezTo>
                    <a:pt x="6548" y="3696"/>
                    <a:pt x="6624" y="3620"/>
                    <a:pt x="6624" y="3527"/>
                  </a:cubicBezTo>
                  <a:lnTo>
                    <a:pt x="6624" y="3523"/>
                  </a:lnTo>
                  <a:cubicBezTo>
                    <a:pt x="6624" y="3428"/>
                    <a:pt x="6546" y="3350"/>
                    <a:pt x="6451" y="3350"/>
                  </a:cubicBezTo>
                  <a:close/>
                  <a:moveTo>
                    <a:pt x="6968" y="3350"/>
                  </a:moveTo>
                  <a:cubicBezTo>
                    <a:pt x="6872" y="3350"/>
                    <a:pt x="6795" y="3428"/>
                    <a:pt x="6795" y="3523"/>
                  </a:cubicBezTo>
                  <a:cubicBezTo>
                    <a:pt x="6795" y="3618"/>
                    <a:pt x="6872" y="3696"/>
                    <a:pt x="6968" y="3696"/>
                  </a:cubicBezTo>
                  <a:cubicBezTo>
                    <a:pt x="6968" y="3696"/>
                    <a:pt x="6969" y="3696"/>
                    <a:pt x="6970" y="3696"/>
                  </a:cubicBezTo>
                  <a:cubicBezTo>
                    <a:pt x="7063" y="3696"/>
                    <a:pt x="7139" y="3620"/>
                    <a:pt x="7140" y="3527"/>
                  </a:cubicBezTo>
                  <a:lnTo>
                    <a:pt x="7140" y="3523"/>
                  </a:lnTo>
                  <a:cubicBezTo>
                    <a:pt x="7140" y="3428"/>
                    <a:pt x="7063" y="3350"/>
                    <a:pt x="6968" y="3350"/>
                  </a:cubicBezTo>
                  <a:close/>
                  <a:moveTo>
                    <a:pt x="7998" y="3350"/>
                  </a:moveTo>
                  <a:cubicBezTo>
                    <a:pt x="7903" y="3350"/>
                    <a:pt x="7825" y="3428"/>
                    <a:pt x="7825" y="3523"/>
                  </a:cubicBezTo>
                  <a:cubicBezTo>
                    <a:pt x="7825" y="3618"/>
                    <a:pt x="7903" y="3696"/>
                    <a:pt x="7998" y="3696"/>
                  </a:cubicBezTo>
                  <a:cubicBezTo>
                    <a:pt x="7999" y="3696"/>
                    <a:pt x="8000" y="3696"/>
                    <a:pt x="8001" y="3696"/>
                  </a:cubicBezTo>
                  <a:cubicBezTo>
                    <a:pt x="8093" y="3696"/>
                    <a:pt x="8169" y="3620"/>
                    <a:pt x="8171" y="3527"/>
                  </a:cubicBezTo>
                  <a:lnTo>
                    <a:pt x="8171" y="3523"/>
                  </a:lnTo>
                  <a:cubicBezTo>
                    <a:pt x="8171" y="3428"/>
                    <a:pt x="8093" y="3350"/>
                    <a:pt x="7998" y="3350"/>
                  </a:cubicBezTo>
                  <a:close/>
                  <a:moveTo>
                    <a:pt x="3302" y="3460"/>
                  </a:moveTo>
                  <a:cubicBezTo>
                    <a:pt x="3220" y="3469"/>
                    <a:pt x="3162" y="3544"/>
                    <a:pt x="3172" y="3626"/>
                  </a:cubicBezTo>
                  <a:cubicBezTo>
                    <a:pt x="3180" y="3694"/>
                    <a:pt x="3235" y="3748"/>
                    <a:pt x="3302" y="3757"/>
                  </a:cubicBezTo>
                  <a:lnTo>
                    <a:pt x="4880" y="3757"/>
                  </a:lnTo>
                  <a:cubicBezTo>
                    <a:pt x="4962" y="3757"/>
                    <a:pt x="5027" y="3690"/>
                    <a:pt x="5027" y="3609"/>
                  </a:cubicBezTo>
                  <a:lnTo>
                    <a:pt x="5030" y="3609"/>
                  </a:lnTo>
                  <a:cubicBezTo>
                    <a:pt x="5030" y="3526"/>
                    <a:pt x="4963" y="3460"/>
                    <a:pt x="4880" y="3460"/>
                  </a:cubicBezTo>
                  <a:close/>
                  <a:moveTo>
                    <a:pt x="142" y="3460"/>
                  </a:moveTo>
                  <a:cubicBezTo>
                    <a:pt x="60" y="3469"/>
                    <a:pt x="2" y="3544"/>
                    <a:pt x="11" y="3626"/>
                  </a:cubicBezTo>
                  <a:cubicBezTo>
                    <a:pt x="20" y="3694"/>
                    <a:pt x="74" y="3748"/>
                    <a:pt x="142" y="3757"/>
                  </a:cubicBezTo>
                  <a:lnTo>
                    <a:pt x="744" y="3757"/>
                  </a:lnTo>
                  <a:cubicBezTo>
                    <a:pt x="745" y="3757"/>
                    <a:pt x="746" y="3757"/>
                    <a:pt x="746" y="3757"/>
                  </a:cubicBezTo>
                  <a:cubicBezTo>
                    <a:pt x="826" y="3757"/>
                    <a:pt x="891" y="3692"/>
                    <a:pt x="893" y="3611"/>
                  </a:cubicBezTo>
                  <a:lnTo>
                    <a:pt x="893" y="3609"/>
                  </a:lnTo>
                  <a:cubicBezTo>
                    <a:pt x="893" y="3527"/>
                    <a:pt x="826" y="3460"/>
                    <a:pt x="744" y="3460"/>
                  </a:cubicBezTo>
                  <a:close/>
                  <a:moveTo>
                    <a:pt x="3302" y="4147"/>
                  </a:moveTo>
                  <a:cubicBezTo>
                    <a:pt x="3220" y="4156"/>
                    <a:pt x="3162" y="4230"/>
                    <a:pt x="3172" y="4312"/>
                  </a:cubicBezTo>
                  <a:cubicBezTo>
                    <a:pt x="3180" y="4381"/>
                    <a:pt x="3235" y="4434"/>
                    <a:pt x="3302" y="4443"/>
                  </a:cubicBezTo>
                  <a:lnTo>
                    <a:pt x="4880" y="4443"/>
                  </a:lnTo>
                  <a:cubicBezTo>
                    <a:pt x="4962" y="4443"/>
                    <a:pt x="5027" y="4378"/>
                    <a:pt x="5027" y="4296"/>
                  </a:cubicBezTo>
                  <a:lnTo>
                    <a:pt x="5030" y="4296"/>
                  </a:lnTo>
                  <a:cubicBezTo>
                    <a:pt x="5030" y="4214"/>
                    <a:pt x="4963" y="4147"/>
                    <a:pt x="4880" y="4147"/>
                  </a:cubicBezTo>
                  <a:close/>
                  <a:moveTo>
                    <a:pt x="142" y="4147"/>
                  </a:moveTo>
                  <a:cubicBezTo>
                    <a:pt x="60" y="4156"/>
                    <a:pt x="2" y="4230"/>
                    <a:pt x="11" y="4312"/>
                  </a:cubicBezTo>
                  <a:cubicBezTo>
                    <a:pt x="20" y="4381"/>
                    <a:pt x="74" y="4434"/>
                    <a:pt x="142" y="4443"/>
                  </a:cubicBezTo>
                  <a:lnTo>
                    <a:pt x="744" y="4443"/>
                  </a:lnTo>
                  <a:cubicBezTo>
                    <a:pt x="745" y="4443"/>
                    <a:pt x="746" y="4443"/>
                    <a:pt x="746" y="4443"/>
                  </a:cubicBezTo>
                  <a:cubicBezTo>
                    <a:pt x="826" y="4443"/>
                    <a:pt x="891" y="4378"/>
                    <a:pt x="893" y="4299"/>
                  </a:cubicBezTo>
                  <a:lnTo>
                    <a:pt x="893" y="4296"/>
                  </a:lnTo>
                  <a:cubicBezTo>
                    <a:pt x="893" y="4214"/>
                    <a:pt x="826" y="4147"/>
                    <a:pt x="744" y="4147"/>
                  </a:cubicBezTo>
                  <a:close/>
                  <a:moveTo>
                    <a:pt x="5424" y="4766"/>
                  </a:moveTo>
                  <a:cubicBezTo>
                    <a:pt x="5328" y="4766"/>
                    <a:pt x="5249" y="4842"/>
                    <a:pt x="5249" y="4938"/>
                  </a:cubicBezTo>
                  <a:cubicBezTo>
                    <a:pt x="5248" y="5033"/>
                    <a:pt x="5324" y="5112"/>
                    <a:pt x="5419" y="5112"/>
                  </a:cubicBezTo>
                  <a:lnTo>
                    <a:pt x="5422" y="5112"/>
                  </a:lnTo>
                  <a:cubicBezTo>
                    <a:pt x="5517" y="5112"/>
                    <a:pt x="5594" y="5035"/>
                    <a:pt x="5595" y="4940"/>
                  </a:cubicBezTo>
                  <a:lnTo>
                    <a:pt x="5595" y="4940"/>
                  </a:lnTo>
                  <a:cubicBezTo>
                    <a:pt x="5595" y="4941"/>
                    <a:pt x="5595" y="4941"/>
                    <a:pt x="5595" y="4942"/>
                  </a:cubicBezTo>
                  <a:lnTo>
                    <a:pt x="5595" y="4939"/>
                  </a:lnTo>
                  <a:cubicBezTo>
                    <a:pt x="5595" y="4940"/>
                    <a:pt x="5595" y="4940"/>
                    <a:pt x="5595" y="4940"/>
                  </a:cubicBezTo>
                  <a:lnTo>
                    <a:pt x="5595" y="4940"/>
                  </a:lnTo>
                  <a:cubicBezTo>
                    <a:pt x="5594" y="4846"/>
                    <a:pt x="5518" y="4768"/>
                    <a:pt x="5424" y="4766"/>
                  </a:cubicBezTo>
                  <a:close/>
                  <a:moveTo>
                    <a:pt x="5937" y="4766"/>
                  </a:moveTo>
                  <a:cubicBezTo>
                    <a:pt x="5842" y="4766"/>
                    <a:pt x="5764" y="4842"/>
                    <a:pt x="5763" y="4938"/>
                  </a:cubicBezTo>
                  <a:cubicBezTo>
                    <a:pt x="5762" y="5033"/>
                    <a:pt x="5837" y="5112"/>
                    <a:pt x="5933" y="5112"/>
                  </a:cubicBezTo>
                  <a:lnTo>
                    <a:pt x="5937" y="5112"/>
                  </a:lnTo>
                  <a:cubicBezTo>
                    <a:pt x="6032" y="5112"/>
                    <a:pt x="6108" y="5036"/>
                    <a:pt x="6108" y="4942"/>
                  </a:cubicBezTo>
                  <a:cubicBezTo>
                    <a:pt x="6110" y="4847"/>
                    <a:pt x="6032" y="4768"/>
                    <a:pt x="5937" y="4766"/>
                  </a:cubicBezTo>
                  <a:close/>
                  <a:moveTo>
                    <a:pt x="6454" y="4766"/>
                  </a:moveTo>
                  <a:cubicBezTo>
                    <a:pt x="6359" y="4766"/>
                    <a:pt x="6280" y="4842"/>
                    <a:pt x="6278" y="4938"/>
                  </a:cubicBezTo>
                  <a:cubicBezTo>
                    <a:pt x="6278" y="5033"/>
                    <a:pt x="6354" y="5112"/>
                    <a:pt x="6449" y="5112"/>
                  </a:cubicBezTo>
                  <a:lnTo>
                    <a:pt x="6451" y="5112"/>
                  </a:lnTo>
                  <a:cubicBezTo>
                    <a:pt x="6548" y="5112"/>
                    <a:pt x="6624" y="5034"/>
                    <a:pt x="6624" y="4939"/>
                  </a:cubicBezTo>
                  <a:lnTo>
                    <a:pt x="6624" y="4942"/>
                  </a:lnTo>
                  <a:cubicBezTo>
                    <a:pt x="6625" y="4847"/>
                    <a:pt x="6549" y="4768"/>
                    <a:pt x="6454" y="4766"/>
                  </a:cubicBezTo>
                  <a:close/>
                  <a:moveTo>
                    <a:pt x="6969" y="4766"/>
                  </a:moveTo>
                  <a:cubicBezTo>
                    <a:pt x="6874" y="4766"/>
                    <a:pt x="6796" y="4842"/>
                    <a:pt x="6795" y="4938"/>
                  </a:cubicBezTo>
                  <a:cubicBezTo>
                    <a:pt x="6793" y="5033"/>
                    <a:pt x="6871" y="5112"/>
                    <a:pt x="6966" y="5112"/>
                  </a:cubicBezTo>
                  <a:lnTo>
                    <a:pt x="6968" y="5112"/>
                  </a:lnTo>
                  <a:cubicBezTo>
                    <a:pt x="7063" y="5112"/>
                    <a:pt x="7140" y="5034"/>
                    <a:pt x="7140" y="4939"/>
                  </a:cubicBezTo>
                  <a:lnTo>
                    <a:pt x="7140" y="4942"/>
                  </a:lnTo>
                  <a:cubicBezTo>
                    <a:pt x="7142" y="4847"/>
                    <a:pt x="7066" y="4768"/>
                    <a:pt x="6969" y="4766"/>
                  </a:cubicBezTo>
                  <a:close/>
                  <a:moveTo>
                    <a:pt x="7484" y="4766"/>
                  </a:moveTo>
                  <a:cubicBezTo>
                    <a:pt x="7387" y="4766"/>
                    <a:pt x="7310" y="4842"/>
                    <a:pt x="7309" y="4938"/>
                  </a:cubicBezTo>
                  <a:cubicBezTo>
                    <a:pt x="7307" y="5033"/>
                    <a:pt x="7384" y="5112"/>
                    <a:pt x="7480" y="5112"/>
                  </a:cubicBezTo>
                  <a:lnTo>
                    <a:pt x="7484" y="5112"/>
                  </a:lnTo>
                  <a:cubicBezTo>
                    <a:pt x="7578" y="5112"/>
                    <a:pt x="7654" y="5036"/>
                    <a:pt x="7654" y="4942"/>
                  </a:cubicBezTo>
                  <a:cubicBezTo>
                    <a:pt x="7655" y="4847"/>
                    <a:pt x="7579" y="4768"/>
                    <a:pt x="7484" y="4766"/>
                  </a:cubicBezTo>
                  <a:close/>
                  <a:moveTo>
                    <a:pt x="7999" y="4766"/>
                  </a:moveTo>
                  <a:cubicBezTo>
                    <a:pt x="7904" y="4766"/>
                    <a:pt x="7827" y="4842"/>
                    <a:pt x="7825" y="4938"/>
                  </a:cubicBezTo>
                  <a:cubicBezTo>
                    <a:pt x="7824" y="5033"/>
                    <a:pt x="7900" y="5112"/>
                    <a:pt x="7995" y="5112"/>
                  </a:cubicBezTo>
                  <a:lnTo>
                    <a:pt x="7998" y="5112"/>
                  </a:lnTo>
                  <a:cubicBezTo>
                    <a:pt x="8093" y="5112"/>
                    <a:pt x="8171" y="5034"/>
                    <a:pt x="8171" y="4939"/>
                  </a:cubicBezTo>
                  <a:lnTo>
                    <a:pt x="8171" y="4942"/>
                  </a:lnTo>
                  <a:cubicBezTo>
                    <a:pt x="8172" y="4847"/>
                    <a:pt x="8095" y="4768"/>
                    <a:pt x="7999" y="4766"/>
                  </a:cubicBezTo>
                  <a:close/>
                  <a:moveTo>
                    <a:pt x="3302" y="4833"/>
                  </a:moveTo>
                  <a:cubicBezTo>
                    <a:pt x="3220" y="4842"/>
                    <a:pt x="3162" y="4917"/>
                    <a:pt x="3172" y="4999"/>
                  </a:cubicBezTo>
                  <a:cubicBezTo>
                    <a:pt x="3180" y="5067"/>
                    <a:pt x="3235" y="5121"/>
                    <a:pt x="3302" y="5130"/>
                  </a:cubicBezTo>
                  <a:lnTo>
                    <a:pt x="4880" y="5130"/>
                  </a:lnTo>
                  <a:cubicBezTo>
                    <a:pt x="4962" y="5130"/>
                    <a:pt x="5027" y="5064"/>
                    <a:pt x="5027" y="4982"/>
                  </a:cubicBezTo>
                  <a:lnTo>
                    <a:pt x="5030" y="4982"/>
                  </a:lnTo>
                  <a:cubicBezTo>
                    <a:pt x="5030" y="4900"/>
                    <a:pt x="4963" y="4833"/>
                    <a:pt x="4880" y="4833"/>
                  </a:cubicBezTo>
                  <a:close/>
                  <a:moveTo>
                    <a:pt x="142" y="4833"/>
                  </a:moveTo>
                  <a:cubicBezTo>
                    <a:pt x="60" y="4844"/>
                    <a:pt x="2" y="4917"/>
                    <a:pt x="11" y="4999"/>
                  </a:cubicBezTo>
                  <a:cubicBezTo>
                    <a:pt x="20" y="5067"/>
                    <a:pt x="74" y="5122"/>
                    <a:pt x="142" y="5130"/>
                  </a:cubicBezTo>
                  <a:lnTo>
                    <a:pt x="744" y="5130"/>
                  </a:lnTo>
                  <a:cubicBezTo>
                    <a:pt x="745" y="5130"/>
                    <a:pt x="746" y="5130"/>
                    <a:pt x="746" y="5130"/>
                  </a:cubicBezTo>
                  <a:cubicBezTo>
                    <a:pt x="826" y="5130"/>
                    <a:pt x="891" y="5065"/>
                    <a:pt x="893" y="4985"/>
                  </a:cubicBezTo>
                  <a:lnTo>
                    <a:pt x="893" y="4982"/>
                  </a:lnTo>
                  <a:cubicBezTo>
                    <a:pt x="893" y="4900"/>
                    <a:pt x="826" y="4833"/>
                    <a:pt x="744" y="4833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37"/>
            <p:cNvSpPr/>
            <p:nvPr/>
          </p:nvSpPr>
          <p:spPr>
            <a:xfrm>
              <a:off x="4554750" y="4663125"/>
              <a:ext cx="204450" cy="128225"/>
            </a:xfrm>
            <a:custGeom>
              <a:rect b="b" l="l" r="r" t="t"/>
              <a:pathLst>
                <a:path extrusionOk="0" h="5129" w="8178">
                  <a:moveTo>
                    <a:pt x="768" y="24"/>
                  </a:moveTo>
                  <a:cubicBezTo>
                    <a:pt x="762" y="24"/>
                    <a:pt x="756" y="25"/>
                    <a:pt x="750" y="26"/>
                  </a:cubicBezTo>
                  <a:lnTo>
                    <a:pt x="148" y="26"/>
                  </a:lnTo>
                  <a:cubicBezTo>
                    <a:pt x="80" y="33"/>
                    <a:pt x="26" y="88"/>
                    <a:pt x="19" y="157"/>
                  </a:cubicBezTo>
                  <a:cubicBezTo>
                    <a:pt x="8" y="239"/>
                    <a:pt x="66" y="312"/>
                    <a:pt x="148" y="322"/>
                  </a:cubicBezTo>
                  <a:lnTo>
                    <a:pt x="750" y="322"/>
                  </a:lnTo>
                  <a:cubicBezTo>
                    <a:pt x="756" y="323"/>
                    <a:pt x="762" y="323"/>
                    <a:pt x="768" y="323"/>
                  </a:cubicBezTo>
                  <a:cubicBezTo>
                    <a:pt x="774" y="323"/>
                    <a:pt x="779" y="323"/>
                    <a:pt x="785" y="322"/>
                  </a:cubicBezTo>
                  <a:cubicBezTo>
                    <a:pt x="867" y="312"/>
                    <a:pt x="925" y="239"/>
                    <a:pt x="916" y="157"/>
                  </a:cubicBezTo>
                  <a:cubicBezTo>
                    <a:pt x="907" y="81"/>
                    <a:pt x="843" y="24"/>
                    <a:pt x="768" y="24"/>
                  </a:cubicBezTo>
                  <a:close/>
                  <a:moveTo>
                    <a:pt x="1402" y="24"/>
                  </a:moveTo>
                  <a:cubicBezTo>
                    <a:pt x="1328" y="24"/>
                    <a:pt x="1264" y="80"/>
                    <a:pt x="1256" y="155"/>
                  </a:cubicBezTo>
                  <a:cubicBezTo>
                    <a:pt x="1246" y="237"/>
                    <a:pt x="1304" y="312"/>
                    <a:pt x="1385" y="322"/>
                  </a:cubicBezTo>
                  <a:cubicBezTo>
                    <a:pt x="1391" y="323"/>
                    <a:pt x="1397" y="323"/>
                    <a:pt x="1403" y="323"/>
                  </a:cubicBezTo>
                  <a:cubicBezTo>
                    <a:pt x="1409" y="323"/>
                    <a:pt x="1415" y="323"/>
                    <a:pt x="1421" y="322"/>
                  </a:cubicBezTo>
                  <a:lnTo>
                    <a:pt x="2998" y="322"/>
                  </a:lnTo>
                  <a:cubicBezTo>
                    <a:pt x="3080" y="322"/>
                    <a:pt x="3147" y="255"/>
                    <a:pt x="3147" y="172"/>
                  </a:cubicBezTo>
                  <a:cubicBezTo>
                    <a:pt x="3147" y="91"/>
                    <a:pt x="3081" y="26"/>
                    <a:pt x="2999" y="26"/>
                  </a:cubicBezTo>
                  <a:lnTo>
                    <a:pt x="1421" y="26"/>
                  </a:lnTo>
                  <a:cubicBezTo>
                    <a:pt x="1415" y="25"/>
                    <a:pt x="1408" y="24"/>
                    <a:pt x="1402" y="24"/>
                  </a:cubicBezTo>
                  <a:close/>
                  <a:moveTo>
                    <a:pt x="4700" y="2"/>
                  </a:moveTo>
                  <a:cubicBezTo>
                    <a:pt x="4605" y="12"/>
                    <a:pt x="4536" y="97"/>
                    <a:pt x="4546" y="192"/>
                  </a:cubicBezTo>
                  <a:cubicBezTo>
                    <a:pt x="4555" y="273"/>
                    <a:pt x="4619" y="335"/>
                    <a:pt x="4700" y="344"/>
                  </a:cubicBezTo>
                  <a:cubicBezTo>
                    <a:pt x="4795" y="344"/>
                    <a:pt x="4872" y="268"/>
                    <a:pt x="4873" y="173"/>
                  </a:cubicBezTo>
                  <a:lnTo>
                    <a:pt x="4873" y="173"/>
                  </a:lnTo>
                  <a:cubicBezTo>
                    <a:pt x="4873" y="173"/>
                    <a:pt x="4873" y="173"/>
                    <a:pt x="4873" y="173"/>
                  </a:cubicBezTo>
                  <a:lnTo>
                    <a:pt x="4873" y="172"/>
                  </a:lnTo>
                  <a:cubicBezTo>
                    <a:pt x="4873" y="172"/>
                    <a:pt x="4873" y="172"/>
                    <a:pt x="4873" y="173"/>
                  </a:cubicBezTo>
                  <a:lnTo>
                    <a:pt x="4873" y="173"/>
                  </a:lnTo>
                  <a:cubicBezTo>
                    <a:pt x="4871" y="78"/>
                    <a:pt x="4794" y="2"/>
                    <a:pt x="4700" y="2"/>
                  </a:cubicBezTo>
                  <a:close/>
                  <a:moveTo>
                    <a:pt x="3667" y="0"/>
                  </a:moveTo>
                  <a:cubicBezTo>
                    <a:pt x="3571" y="0"/>
                    <a:pt x="3494" y="78"/>
                    <a:pt x="3494" y="173"/>
                  </a:cubicBezTo>
                  <a:cubicBezTo>
                    <a:pt x="3494" y="268"/>
                    <a:pt x="3571" y="346"/>
                    <a:pt x="3667" y="346"/>
                  </a:cubicBezTo>
                  <a:lnTo>
                    <a:pt x="3670" y="346"/>
                  </a:lnTo>
                  <a:cubicBezTo>
                    <a:pt x="3763" y="346"/>
                    <a:pt x="3839" y="268"/>
                    <a:pt x="3839" y="175"/>
                  </a:cubicBezTo>
                  <a:lnTo>
                    <a:pt x="3839" y="173"/>
                  </a:lnTo>
                  <a:cubicBezTo>
                    <a:pt x="3839" y="76"/>
                    <a:pt x="3762" y="0"/>
                    <a:pt x="3667" y="0"/>
                  </a:cubicBezTo>
                  <a:close/>
                  <a:moveTo>
                    <a:pt x="4183" y="0"/>
                  </a:moveTo>
                  <a:cubicBezTo>
                    <a:pt x="4088" y="0"/>
                    <a:pt x="4010" y="78"/>
                    <a:pt x="4010" y="173"/>
                  </a:cubicBezTo>
                  <a:cubicBezTo>
                    <a:pt x="4010" y="268"/>
                    <a:pt x="4088" y="346"/>
                    <a:pt x="4183" y="346"/>
                  </a:cubicBezTo>
                  <a:cubicBezTo>
                    <a:pt x="4277" y="346"/>
                    <a:pt x="4354" y="271"/>
                    <a:pt x="4356" y="178"/>
                  </a:cubicBezTo>
                  <a:lnTo>
                    <a:pt x="4356" y="173"/>
                  </a:lnTo>
                  <a:cubicBezTo>
                    <a:pt x="4356" y="76"/>
                    <a:pt x="4278" y="0"/>
                    <a:pt x="4183" y="0"/>
                  </a:cubicBezTo>
                  <a:close/>
                  <a:moveTo>
                    <a:pt x="5214" y="0"/>
                  </a:moveTo>
                  <a:cubicBezTo>
                    <a:pt x="5118" y="0"/>
                    <a:pt x="5041" y="78"/>
                    <a:pt x="5041" y="173"/>
                  </a:cubicBezTo>
                  <a:cubicBezTo>
                    <a:pt x="5041" y="268"/>
                    <a:pt x="5118" y="346"/>
                    <a:pt x="5214" y="346"/>
                  </a:cubicBezTo>
                  <a:lnTo>
                    <a:pt x="5215" y="346"/>
                  </a:lnTo>
                  <a:cubicBezTo>
                    <a:pt x="5309" y="346"/>
                    <a:pt x="5386" y="268"/>
                    <a:pt x="5386" y="175"/>
                  </a:cubicBezTo>
                  <a:lnTo>
                    <a:pt x="5386" y="173"/>
                  </a:lnTo>
                  <a:cubicBezTo>
                    <a:pt x="5386" y="76"/>
                    <a:pt x="5309" y="0"/>
                    <a:pt x="5214" y="0"/>
                  </a:cubicBezTo>
                  <a:close/>
                  <a:moveTo>
                    <a:pt x="5729" y="0"/>
                  </a:moveTo>
                  <a:cubicBezTo>
                    <a:pt x="5633" y="0"/>
                    <a:pt x="5556" y="78"/>
                    <a:pt x="5556" y="173"/>
                  </a:cubicBezTo>
                  <a:cubicBezTo>
                    <a:pt x="5556" y="268"/>
                    <a:pt x="5633" y="346"/>
                    <a:pt x="5729" y="346"/>
                  </a:cubicBezTo>
                  <a:cubicBezTo>
                    <a:pt x="5824" y="346"/>
                    <a:pt x="5901" y="271"/>
                    <a:pt x="5901" y="178"/>
                  </a:cubicBezTo>
                  <a:lnTo>
                    <a:pt x="5901" y="173"/>
                  </a:lnTo>
                  <a:cubicBezTo>
                    <a:pt x="5901" y="76"/>
                    <a:pt x="5824" y="0"/>
                    <a:pt x="5729" y="0"/>
                  </a:cubicBezTo>
                  <a:close/>
                  <a:moveTo>
                    <a:pt x="6244" y="0"/>
                  </a:moveTo>
                  <a:cubicBezTo>
                    <a:pt x="6149" y="0"/>
                    <a:pt x="6071" y="78"/>
                    <a:pt x="6071" y="173"/>
                  </a:cubicBezTo>
                  <a:cubicBezTo>
                    <a:pt x="6071" y="268"/>
                    <a:pt x="6149" y="346"/>
                    <a:pt x="6244" y="346"/>
                  </a:cubicBezTo>
                  <a:lnTo>
                    <a:pt x="6245" y="346"/>
                  </a:lnTo>
                  <a:cubicBezTo>
                    <a:pt x="6339" y="346"/>
                    <a:pt x="6417" y="268"/>
                    <a:pt x="6417" y="175"/>
                  </a:cubicBezTo>
                  <a:lnTo>
                    <a:pt x="6417" y="173"/>
                  </a:lnTo>
                  <a:cubicBezTo>
                    <a:pt x="6417" y="76"/>
                    <a:pt x="6339" y="0"/>
                    <a:pt x="6244" y="0"/>
                  </a:cubicBezTo>
                  <a:close/>
                  <a:moveTo>
                    <a:pt x="148" y="712"/>
                  </a:moveTo>
                  <a:cubicBezTo>
                    <a:pt x="66" y="722"/>
                    <a:pt x="8" y="797"/>
                    <a:pt x="19" y="879"/>
                  </a:cubicBezTo>
                  <a:cubicBezTo>
                    <a:pt x="26" y="946"/>
                    <a:pt x="80" y="1001"/>
                    <a:pt x="148" y="1008"/>
                  </a:cubicBezTo>
                  <a:lnTo>
                    <a:pt x="750" y="1008"/>
                  </a:lnTo>
                  <a:cubicBezTo>
                    <a:pt x="832" y="1008"/>
                    <a:pt x="899" y="941"/>
                    <a:pt x="899" y="859"/>
                  </a:cubicBezTo>
                  <a:cubicBezTo>
                    <a:pt x="899" y="778"/>
                    <a:pt x="832" y="712"/>
                    <a:pt x="750" y="712"/>
                  </a:cubicBezTo>
                  <a:close/>
                  <a:moveTo>
                    <a:pt x="1402" y="711"/>
                  </a:moveTo>
                  <a:cubicBezTo>
                    <a:pt x="1328" y="711"/>
                    <a:pt x="1264" y="766"/>
                    <a:pt x="1256" y="842"/>
                  </a:cubicBezTo>
                  <a:cubicBezTo>
                    <a:pt x="1246" y="923"/>
                    <a:pt x="1304" y="998"/>
                    <a:pt x="1385" y="1008"/>
                  </a:cubicBezTo>
                  <a:cubicBezTo>
                    <a:pt x="1391" y="1009"/>
                    <a:pt x="1397" y="1009"/>
                    <a:pt x="1403" y="1009"/>
                  </a:cubicBezTo>
                  <a:cubicBezTo>
                    <a:pt x="1409" y="1009"/>
                    <a:pt x="1415" y="1009"/>
                    <a:pt x="1421" y="1008"/>
                  </a:cubicBezTo>
                  <a:lnTo>
                    <a:pt x="2998" y="1008"/>
                  </a:lnTo>
                  <a:cubicBezTo>
                    <a:pt x="3080" y="1008"/>
                    <a:pt x="3147" y="941"/>
                    <a:pt x="3147" y="858"/>
                  </a:cubicBezTo>
                  <a:cubicBezTo>
                    <a:pt x="3147" y="778"/>
                    <a:pt x="3081" y="712"/>
                    <a:pt x="2999" y="712"/>
                  </a:cubicBezTo>
                  <a:lnTo>
                    <a:pt x="1421" y="712"/>
                  </a:lnTo>
                  <a:cubicBezTo>
                    <a:pt x="1415" y="711"/>
                    <a:pt x="1408" y="711"/>
                    <a:pt x="1402" y="711"/>
                  </a:cubicBezTo>
                  <a:close/>
                  <a:moveTo>
                    <a:pt x="148" y="1398"/>
                  </a:moveTo>
                  <a:cubicBezTo>
                    <a:pt x="66" y="1409"/>
                    <a:pt x="8" y="1483"/>
                    <a:pt x="19" y="1565"/>
                  </a:cubicBezTo>
                  <a:cubicBezTo>
                    <a:pt x="26" y="1634"/>
                    <a:pt x="80" y="1687"/>
                    <a:pt x="148" y="1695"/>
                  </a:cubicBezTo>
                  <a:lnTo>
                    <a:pt x="750" y="1695"/>
                  </a:lnTo>
                  <a:cubicBezTo>
                    <a:pt x="832" y="1695"/>
                    <a:pt x="899" y="1629"/>
                    <a:pt x="899" y="1549"/>
                  </a:cubicBezTo>
                  <a:cubicBezTo>
                    <a:pt x="899" y="1465"/>
                    <a:pt x="832" y="1398"/>
                    <a:pt x="750" y="1398"/>
                  </a:cubicBezTo>
                  <a:close/>
                  <a:moveTo>
                    <a:pt x="1402" y="1397"/>
                  </a:moveTo>
                  <a:cubicBezTo>
                    <a:pt x="1328" y="1397"/>
                    <a:pt x="1264" y="1453"/>
                    <a:pt x="1256" y="1528"/>
                  </a:cubicBezTo>
                  <a:cubicBezTo>
                    <a:pt x="1246" y="1610"/>
                    <a:pt x="1304" y="1684"/>
                    <a:pt x="1385" y="1695"/>
                  </a:cubicBezTo>
                  <a:cubicBezTo>
                    <a:pt x="1391" y="1696"/>
                    <a:pt x="1397" y="1696"/>
                    <a:pt x="1403" y="1696"/>
                  </a:cubicBezTo>
                  <a:cubicBezTo>
                    <a:pt x="1409" y="1696"/>
                    <a:pt x="1415" y="1696"/>
                    <a:pt x="1421" y="1695"/>
                  </a:cubicBezTo>
                  <a:lnTo>
                    <a:pt x="2998" y="1695"/>
                  </a:lnTo>
                  <a:cubicBezTo>
                    <a:pt x="2999" y="1695"/>
                    <a:pt x="3000" y="1695"/>
                    <a:pt x="3001" y="1695"/>
                  </a:cubicBezTo>
                  <a:cubicBezTo>
                    <a:pt x="3080" y="1695"/>
                    <a:pt x="3145" y="1630"/>
                    <a:pt x="3147" y="1550"/>
                  </a:cubicBezTo>
                  <a:lnTo>
                    <a:pt x="3147" y="1547"/>
                  </a:lnTo>
                  <a:cubicBezTo>
                    <a:pt x="3147" y="1465"/>
                    <a:pt x="3080" y="1398"/>
                    <a:pt x="2998" y="1398"/>
                  </a:cubicBezTo>
                  <a:lnTo>
                    <a:pt x="1421" y="1398"/>
                  </a:lnTo>
                  <a:cubicBezTo>
                    <a:pt x="1415" y="1398"/>
                    <a:pt x="1408" y="1397"/>
                    <a:pt x="1402" y="1397"/>
                  </a:cubicBezTo>
                  <a:close/>
                  <a:moveTo>
                    <a:pt x="3667" y="1373"/>
                  </a:moveTo>
                  <a:cubicBezTo>
                    <a:pt x="3573" y="1373"/>
                    <a:pt x="3495" y="1449"/>
                    <a:pt x="3494" y="1544"/>
                  </a:cubicBezTo>
                  <a:cubicBezTo>
                    <a:pt x="3494" y="1640"/>
                    <a:pt x="3570" y="1717"/>
                    <a:pt x="3665" y="1719"/>
                  </a:cubicBezTo>
                  <a:lnTo>
                    <a:pt x="3670" y="1719"/>
                  </a:lnTo>
                  <a:cubicBezTo>
                    <a:pt x="3763" y="1719"/>
                    <a:pt x="3839" y="1643"/>
                    <a:pt x="3839" y="1547"/>
                  </a:cubicBezTo>
                  <a:cubicBezTo>
                    <a:pt x="3841" y="1452"/>
                    <a:pt x="3765" y="1375"/>
                    <a:pt x="3670" y="1373"/>
                  </a:cubicBezTo>
                  <a:cubicBezTo>
                    <a:pt x="3669" y="1373"/>
                    <a:pt x="3668" y="1373"/>
                    <a:pt x="3667" y="1373"/>
                  </a:cubicBezTo>
                  <a:close/>
                  <a:moveTo>
                    <a:pt x="4182" y="1373"/>
                  </a:moveTo>
                  <a:cubicBezTo>
                    <a:pt x="4088" y="1373"/>
                    <a:pt x="4012" y="1449"/>
                    <a:pt x="4010" y="1544"/>
                  </a:cubicBezTo>
                  <a:cubicBezTo>
                    <a:pt x="4009" y="1640"/>
                    <a:pt x="4085" y="1717"/>
                    <a:pt x="4182" y="1719"/>
                  </a:cubicBezTo>
                  <a:lnTo>
                    <a:pt x="4183" y="1719"/>
                  </a:lnTo>
                  <a:cubicBezTo>
                    <a:pt x="4277" y="1719"/>
                    <a:pt x="4354" y="1643"/>
                    <a:pt x="4356" y="1547"/>
                  </a:cubicBezTo>
                  <a:cubicBezTo>
                    <a:pt x="4357" y="1452"/>
                    <a:pt x="4281" y="1375"/>
                    <a:pt x="4185" y="1373"/>
                  </a:cubicBezTo>
                  <a:cubicBezTo>
                    <a:pt x="4184" y="1373"/>
                    <a:pt x="4183" y="1373"/>
                    <a:pt x="4182" y="1373"/>
                  </a:cubicBezTo>
                  <a:close/>
                  <a:moveTo>
                    <a:pt x="5212" y="1373"/>
                  </a:moveTo>
                  <a:cubicBezTo>
                    <a:pt x="5118" y="1373"/>
                    <a:pt x="5041" y="1449"/>
                    <a:pt x="5041" y="1544"/>
                  </a:cubicBezTo>
                  <a:cubicBezTo>
                    <a:pt x="5039" y="1640"/>
                    <a:pt x="5115" y="1717"/>
                    <a:pt x="5211" y="1719"/>
                  </a:cubicBezTo>
                  <a:lnTo>
                    <a:pt x="5215" y="1719"/>
                  </a:lnTo>
                  <a:cubicBezTo>
                    <a:pt x="5309" y="1719"/>
                    <a:pt x="5386" y="1643"/>
                    <a:pt x="5386" y="1547"/>
                  </a:cubicBezTo>
                  <a:cubicBezTo>
                    <a:pt x="5386" y="1452"/>
                    <a:pt x="5310" y="1375"/>
                    <a:pt x="5215" y="1373"/>
                  </a:cubicBezTo>
                  <a:cubicBezTo>
                    <a:pt x="5214" y="1373"/>
                    <a:pt x="5213" y="1373"/>
                    <a:pt x="5212" y="1373"/>
                  </a:cubicBezTo>
                  <a:close/>
                  <a:moveTo>
                    <a:pt x="5729" y="1373"/>
                  </a:moveTo>
                  <a:cubicBezTo>
                    <a:pt x="5635" y="1373"/>
                    <a:pt x="5557" y="1449"/>
                    <a:pt x="5556" y="1544"/>
                  </a:cubicBezTo>
                  <a:cubicBezTo>
                    <a:pt x="5556" y="1640"/>
                    <a:pt x="5632" y="1717"/>
                    <a:pt x="5727" y="1719"/>
                  </a:cubicBezTo>
                  <a:lnTo>
                    <a:pt x="5729" y="1719"/>
                  </a:lnTo>
                  <a:cubicBezTo>
                    <a:pt x="5824" y="1719"/>
                    <a:pt x="5901" y="1643"/>
                    <a:pt x="5901" y="1547"/>
                  </a:cubicBezTo>
                  <a:cubicBezTo>
                    <a:pt x="5903" y="1452"/>
                    <a:pt x="5827" y="1375"/>
                    <a:pt x="5732" y="1373"/>
                  </a:cubicBezTo>
                  <a:cubicBezTo>
                    <a:pt x="5731" y="1373"/>
                    <a:pt x="5730" y="1373"/>
                    <a:pt x="5729" y="1373"/>
                  </a:cubicBezTo>
                  <a:close/>
                  <a:moveTo>
                    <a:pt x="6243" y="1373"/>
                  </a:moveTo>
                  <a:cubicBezTo>
                    <a:pt x="6149" y="1373"/>
                    <a:pt x="6071" y="1449"/>
                    <a:pt x="6070" y="1544"/>
                  </a:cubicBezTo>
                  <a:cubicBezTo>
                    <a:pt x="6070" y="1640"/>
                    <a:pt x="6146" y="1717"/>
                    <a:pt x="6241" y="1719"/>
                  </a:cubicBezTo>
                  <a:lnTo>
                    <a:pt x="6245" y="1719"/>
                  </a:lnTo>
                  <a:cubicBezTo>
                    <a:pt x="6339" y="1719"/>
                    <a:pt x="6417" y="1643"/>
                    <a:pt x="6417" y="1547"/>
                  </a:cubicBezTo>
                  <a:lnTo>
                    <a:pt x="6415" y="1547"/>
                  </a:lnTo>
                  <a:cubicBezTo>
                    <a:pt x="6417" y="1452"/>
                    <a:pt x="6341" y="1375"/>
                    <a:pt x="6245" y="1373"/>
                  </a:cubicBezTo>
                  <a:cubicBezTo>
                    <a:pt x="6244" y="1373"/>
                    <a:pt x="6244" y="1373"/>
                    <a:pt x="6243" y="1373"/>
                  </a:cubicBezTo>
                  <a:close/>
                  <a:moveTo>
                    <a:pt x="4700" y="1375"/>
                  </a:moveTo>
                  <a:cubicBezTo>
                    <a:pt x="4605" y="1375"/>
                    <a:pt x="4527" y="1452"/>
                    <a:pt x="4527" y="1547"/>
                  </a:cubicBezTo>
                  <a:cubicBezTo>
                    <a:pt x="4527" y="1643"/>
                    <a:pt x="4605" y="1720"/>
                    <a:pt x="4700" y="1720"/>
                  </a:cubicBezTo>
                  <a:cubicBezTo>
                    <a:pt x="4795" y="1720"/>
                    <a:pt x="4873" y="1643"/>
                    <a:pt x="4873" y="1547"/>
                  </a:cubicBezTo>
                  <a:cubicBezTo>
                    <a:pt x="4873" y="1452"/>
                    <a:pt x="4795" y="1375"/>
                    <a:pt x="4700" y="1375"/>
                  </a:cubicBezTo>
                  <a:close/>
                  <a:moveTo>
                    <a:pt x="1403" y="2084"/>
                  </a:moveTo>
                  <a:cubicBezTo>
                    <a:pt x="1328" y="2084"/>
                    <a:pt x="1264" y="2140"/>
                    <a:pt x="1256" y="2216"/>
                  </a:cubicBezTo>
                  <a:cubicBezTo>
                    <a:pt x="1246" y="2298"/>
                    <a:pt x="1304" y="2372"/>
                    <a:pt x="1385" y="2381"/>
                  </a:cubicBezTo>
                  <a:cubicBezTo>
                    <a:pt x="1391" y="2382"/>
                    <a:pt x="1397" y="2382"/>
                    <a:pt x="1403" y="2382"/>
                  </a:cubicBezTo>
                  <a:cubicBezTo>
                    <a:pt x="1409" y="2382"/>
                    <a:pt x="1415" y="2382"/>
                    <a:pt x="1421" y="2381"/>
                  </a:cubicBezTo>
                  <a:lnTo>
                    <a:pt x="2998" y="2381"/>
                  </a:lnTo>
                  <a:cubicBezTo>
                    <a:pt x="2999" y="2381"/>
                    <a:pt x="3000" y="2381"/>
                    <a:pt x="3001" y="2381"/>
                  </a:cubicBezTo>
                  <a:cubicBezTo>
                    <a:pt x="3080" y="2381"/>
                    <a:pt x="3145" y="2316"/>
                    <a:pt x="3147" y="2237"/>
                  </a:cubicBezTo>
                  <a:lnTo>
                    <a:pt x="3147" y="2234"/>
                  </a:lnTo>
                  <a:cubicBezTo>
                    <a:pt x="3147" y="2152"/>
                    <a:pt x="3080" y="2085"/>
                    <a:pt x="2998" y="2085"/>
                  </a:cubicBezTo>
                  <a:lnTo>
                    <a:pt x="1421" y="2085"/>
                  </a:lnTo>
                  <a:cubicBezTo>
                    <a:pt x="1415" y="2084"/>
                    <a:pt x="1409" y="2084"/>
                    <a:pt x="1403" y="2084"/>
                  </a:cubicBezTo>
                  <a:close/>
                  <a:moveTo>
                    <a:pt x="148" y="2085"/>
                  </a:moveTo>
                  <a:cubicBezTo>
                    <a:pt x="66" y="2095"/>
                    <a:pt x="8" y="2170"/>
                    <a:pt x="19" y="2252"/>
                  </a:cubicBezTo>
                  <a:cubicBezTo>
                    <a:pt x="26" y="2320"/>
                    <a:pt x="80" y="2374"/>
                    <a:pt x="148" y="2383"/>
                  </a:cubicBezTo>
                  <a:lnTo>
                    <a:pt x="750" y="2383"/>
                  </a:lnTo>
                  <a:cubicBezTo>
                    <a:pt x="832" y="2383"/>
                    <a:pt x="899" y="2317"/>
                    <a:pt x="899" y="2235"/>
                  </a:cubicBezTo>
                  <a:cubicBezTo>
                    <a:pt x="899" y="2152"/>
                    <a:pt x="832" y="2085"/>
                    <a:pt x="750" y="2085"/>
                  </a:cubicBezTo>
                  <a:close/>
                  <a:moveTo>
                    <a:pt x="1405" y="2770"/>
                  </a:moveTo>
                  <a:cubicBezTo>
                    <a:pt x="1329" y="2770"/>
                    <a:pt x="1264" y="2826"/>
                    <a:pt x="1256" y="2902"/>
                  </a:cubicBezTo>
                  <a:cubicBezTo>
                    <a:pt x="1246" y="2984"/>
                    <a:pt x="1304" y="3059"/>
                    <a:pt x="1385" y="3068"/>
                  </a:cubicBezTo>
                  <a:cubicBezTo>
                    <a:pt x="1391" y="3068"/>
                    <a:pt x="1397" y="3069"/>
                    <a:pt x="1403" y="3069"/>
                  </a:cubicBezTo>
                  <a:cubicBezTo>
                    <a:pt x="1409" y="3069"/>
                    <a:pt x="1415" y="3068"/>
                    <a:pt x="1421" y="3068"/>
                  </a:cubicBezTo>
                  <a:lnTo>
                    <a:pt x="2998" y="3068"/>
                  </a:lnTo>
                  <a:cubicBezTo>
                    <a:pt x="2999" y="3068"/>
                    <a:pt x="3000" y="3068"/>
                    <a:pt x="3001" y="3068"/>
                  </a:cubicBezTo>
                  <a:cubicBezTo>
                    <a:pt x="3080" y="3068"/>
                    <a:pt x="3145" y="3004"/>
                    <a:pt x="3147" y="2923"/>
                  </a:cubicBezTo>
                  <a:lnTo>
                    <a:pt x="3147" y="2922"/>
                  </a:lnTo>
                  <a:cubicBezTo>
                    <a:pt x="3147" y="2838"/>
                    <a:pt x="3080" y="2771"/>
                    <a:pt x="2998" y="2771"/>
                  </a:cubicBezTo>
                  <a:lnTo>
                    <a:pt x="1421" y="2771"/>
                  </a:lnTo>
                  <a:cubicBezTo>
                    <a:pt x="1416" y="2771"/>
                    <a:pt x="1410" y="2770"/>
                    <a:pt x="1405" y="2770"/>
                  </a:cubicBezTo>
                  <a:close/>
                  <a:moveTo>
                    <a:pt x="148" y="2773"/>
                  </a:moveTo>
                  <a:cubicBezTo>
                    <a:pt x="66" y="2782"/>
                    <a:pt x="8" y="2856"/>
                    <a:pt x="19" y="2938"/>
                  </a:cubicBezTo>
                  <a:cubicBezTo>
                    <a:pt x="26" y="3007"/>
                    <a:pt x="80" y="3060"/>
                    <a:pt x="148" y="3069"/>
                  </a:cubicBezTo>
                  <a:lnTo>
                    <a:pt x="750" y="3069"/>
                  </a:lnTo>
                  <a:cubicBezTo>
                    <a:pt x="832" y="3069"/>
                    <a:pt x="899" y="3004"/>
                    <a:pt x="899" y="2922"/>
                  </a:cubicBezTo>
                  <a:cubicBezTo>
                    <a:pt x="899" y="2838"/>
                    <a:pt x="832" y="2773"/>
                    <a:pt x="750" y="2773"/>
                  </a:cubicBezTo>
                  <a:close/>
                  <a:moveTo>
                    <a:pt x="5428" y="3347"/>
                  </a:moveTo>
                  <a:cubicBezTo>
                    <a:pt x="5334" y="3347"/>
                    <a:pt x="5257" y="3424"/>
                    <a:pt x="5255" y="3519"/>
                  </a:cubicBezTo>
                  <a:cubicBezTo>
                    <a:pt x="5255" y="3614"/>
                    <a:pt x="5331" y="3691"/>
                    <a:pt x="5426" y="3693"/>
                  </a:cubicBezTo>
                  <a:lnTo>
                    <a:pt x="5428" y="3693"/>
                  </a:lnTo>
                  <a:cubicBezTo>
                    <a:pt x="5523" y="3693"/>
                    <a:pt x="5601" y="3617"/>
                    <a:pt x="5601" y="3523"/>
                  </a:cubicBezTo>
                  <a:cubicBezTo>
                    <a:pt x="5602" y="3426"/>
                    <a:pt x="5526" y="3349"/>
                    <a:pt x="5431" y="3347"/>
                  </a:cubicBezTo>
                  <a:cubicBezTo>
                    <a:pt x="5430" y="3347"/>
                    <a:pt x="5429" y="3347"/>
                    <a:pt x="5428" y="3347"/>
                  </a:cubicBezTo>
                  <a:close/>
                  <a:moveTo>
                    <a:pt x="5942" y="3347"/>
                  </a:moveTo>
                  <a:cubicBezTo>
                    <a:pt x="5848" y="3347"/>
                    <a:pt x="5770" y="3424"/>
                    <a:pt x="5769" y="3519"/>
                  </a:cubicBezTo>
                  <a:cubicBezTo>
                    <a:pt x="5769" y="3614"/>
                    <a:pt x="5845" y="3691"/>
                    <a:pt x="5940" y="3693"/>
                  </a:cubicBezTo>
                  <a:lnTo>
                    <a:pt x="5945" y="3693"/>
                  </a:lnTo>
                  <a:cubicBezTo>
                    <a:pt x="6038" y="3693"/>
                    <a:pt x="6116" y="3617"/>
                    <a:pt x="6116" y="3523"/>
                  </a:cubicBezTo>
                  <a:lnTo>
                    <a:pt x="6114" y="3523"/>
                  </a:lnTo>
                  <a:cubicBezTo>
                    <a:pt x="6116" y="3426"/>
                    <a:pt x="6040" y="3349"/>
                    <a:pt x="5945" y="3347"/>
                  </a:cubicBezTo>
                  <a:cubicBezTo>
                    <a:pt x="5944" y="3347"/>
                    <a:pt x="5943" y="3347"/>
                    <a:pt x="5942" y="3347"/>
                  </a:cubicBezTo>
                  <a:close/>
                  <a:moveTo>
                    <a:pt x="6457" y="3347"/>
                  </a:moveTo>
                  <a:cubicBezTo>
                    <a:pt x="6363" y="3347"/>
                    <a:pt x="6287" y="3424"/>
                    <a:pt x="6286" y="3519"/>
                  </a:cubicBezTo>
                  <a:cubicBezTo>
                    <a:pt x="6284" y="3614"/>
                    <a:pt x="6361" y="3691"/>
                    <a:pt x="6457" y="3693"/>
                  </a:cubicBezTo>
                  <a:lnTo>
                    <a:pt x="6458" y="3693"/>
                  </a:lnTo>
                  <a:cubicBezTo>
                    <a:pt x="6554" y="3693"/>
                    <a:pt x="6630" y="3617"/>
                    <a:pt x="6631" y="3523"/>
                  </a:cubicBezTo>
                  <a:cubicBezTo>
                    <a:pt x="6632" y="3426"/>
                    <a:pt x="6557" y="3349"/>
                    <a:pt x="6460" y="3347"/>
                  </a:cubicBezTo>
                  <a:cubicBezTo>
                    <a:pt x="6459" y="3347"/>
                    <a:pt x="6458" y="3347"/>
                    <a:pt x="6457" y="3347"/>
                  </a:cubicBezTo>
                  <a:close/>
                  <a:moveTo>
                    <a:pt x="6972" y="3347"/>
                  </a:moveTo>
                  <a:cubicBezTo>
                    <a:pt x="6877" y="3347"/>
                    <a:pt x="6801" y="3424"/>
                    <a:pt x="6799" y="3519"/>
                  </a:cubicBezTo>
                  <a:cubicBezTo>
                    <a:pt x="6798" y="3614"/>
                    <a:pt x="6875" y="3691"/>
                    <a:pt x="6970" y="3693"/>
                  </a:cubicBezTo>
                  <a:lnTo>
                    <a:pt x="6975" y="3693"/>
                  </a:lnTo>
                  <a:cubicBezTo>
                    <a:pt x="7069" y="3693"/>
                    <a:pt x="7145" y="3617"/>
                    <a:pt x="7145" y="3523"/>
                  </a:cubicBezTo>
                  <a:cubicBezTo>
                    <a:pt x="7146" y="3426"/>
                    <a:pt x="7070" y="3349"/>
                    <a:pt x="6975" y="3347"/>
                  </a:cubicBezTo>
                  <a:cubicBezTo>
                    <a:pt x="6974" y="3347"/>
                    <a:pt x="6973" y="3347"/>
                    <a:pt x="6972" y="3347"/>
                  </a:cubicBezTo>
                  <a:close/>
                  <a:moveTo>
                    <a:pt x="7487" y="3347"/>
                  </a:moveTo>
                  <a:cubicBezTo>
                    <a:pt x="7393" y="3347"/>
                    <a:pt x="7317" y="3424"/>
                    <a:pt x="7316" y="3519"/>
                  </a:cubicBezTo>
                  <a:cubicBezTo>
                    <a:pt x="7314" y="3614"/>
                    <a:pt x="7390" y="3691"/>
                    <a:pt x="7486" y="3693"/>
                  </a:cubicBezTo>
                  <a:lnTo>
                    <a:pt x="7489" y="3693"/>
                  </a:lnTo>
                  <a:cubicBezTo>
                    <a:pt x="7582" y="3693"/>
                    <a:pt x="7660" y="3617"/>
                    <a:pt x="7661" y="3523"/>
                  </a:cubicBezTo>
                  <a:cubicBezTo>
                    <a:pt x="7663" y="3426"/>
                    <a:pt x="7585" y="3349"/>
                    <a:pt x="7490" y="3347"/>
                  </a:cubicBezTo>
                  <a:cubicBezTo>
                    <a:pt x="7489" y="3347"/>
                    <a:pt x="7488" y="3347"/>
                    <a:pt x="7487" y="3347"/>
                  </a:cubicBezTo>
                  <a:close/>
                  <a:moveTo>
                    <a:pt x="8004" y="3347"/>
                  </a:moveTo>
                  <a:cubicBezTo>
                    <a:pt x="7910" y="3347"/>
                    <a:pt x="7833" y="3424"/>
                    <a:pt x="7831" y="3519"/>
                  </a:cubicBezTo>
                  <a:cubicBezTo>
                    <a:pt x="7831" y="3614"/>
                    <a:pt x="7907" y="3691"/>
                    <a:pt x="8002" y="3693"/>
                  </a:cubicBezTo>
                  <a:lnTo>
                    <a:pt x="8004" y="3693"/>
                  </a:lnTo>
                  <a:cubicBezTo>
                    <a:pt x="8098" y="3691"/>
                    <a:pt x="8174" y="3617"/>
                    <a:pt x="8175" y="3523"/>
                  </a:cubicBezTo>
                  <a:lnTo>
                    <a:pt x="8176" y="3523"/>
                  </a:lnTo>
                  <a:cubicBezTo>
                    <a:pt x="8178" y="3426"/>
                    <a:pt x="8102" y="3349"/>
                    <a:pt x="8007" y="3347"/>
                  </a:cubicBezTo>
                  <a:cubicBezTo>
                    <a:pt x="8006" y="3347"/>
                    <a:pt x="8005" y="3347"/>
                    <a:pt x="8004" y="3347"/>
                  </a:cubicBezTo>
                  <a:close/>
                  <a:moveTo>
                    <a:pt x="148" y="3459"/>
                  </a:moveTo>
                  <a:cubicBezTo>
                    <a:pt x="66" y="3468"/>
                    <a:pt x="8" y="3543"/>
                    <a:pt x="19" y="3624"/>
                  </a:cubicBezTo>
                  <a:cubicBezTo>
                    <a:pt x="26" y="3693"/>
                    <a:pt x="80" y="3747"/>
                    <a:pt x="148" y="3755"/>
                  </a:cubicBezTo>
                  <a:lnTo>
                    <a:pt x="750" y="3755"/>
                  </a:lnTo>
                  <a:cubicBezTo>
                    <a:pt x="832" y="3755"/>
                    <a:pt x="899" y="3690"/>
                    <a:pt x="899" y="3608"/>
                  </a:cubicBezTo>
                  <a:cubicBezTo>
                    <a:pt x="899" y="3526"/>
                    <a:pt x="832" y="3459"/>
                    <a:pt x="750" y="3459"/>
                  </a:cubicBezTo>
                  <a:close/>
                  <a:moveTo>
                    <a:pt x="3309" y="3459"/>
                  </a:moveTo>
                  <a:cubicBezTo>
                    <a:pt x="3227" y="3468"/>
                    <a:pt x="3169" y="3543"/>
                    <a:pt x="3178" y="3624"/>
                  </a:cubicBezTo>
                  <a:cubicBezTo>
                    <a:pt x="3187" y="3693"/>
                    <a:pt x="3241" y="3747"/>
                    <a:pt x="3309" y="3755"/>
                  </a:cubicBezTo>
                  <a:lnTo>
                    <a:pt x="4887" y="3755"/>
                  </a:lnTo>
                  <a:cubicBezTo>
                    <a:pt x="4969" y="3755"/>
                    <a:pt x="5035" y="3690"/>
                    <a:pt x="5036" y="3608"/>
                  </a:cubicBezTo>
                  <a:cubicBezTo>
                    <a:pt x="5036" y="3525"/>
                    <a:pt x="4969" y="3459"/>
                    <a:pt x="4887" y="3459"/>
                  </a:cubicBezTo>
                  <a:close/>
                  <a:moveTo>
                    <a:pt x="148" y="4146"/>
                  </a:moveTo>
                  <a:cubicBezTo>
                    <a:pt x="66" y="4154"/>
                    <a:pt x="8" y="4229"/>
                    <a:pt x="19" y="4311"/>
                  </a:cubicBezTo>
                  <a:cubicBezTo>
                    <a:pt x="26" y="4379"/>
                    <a:pt x="80" y="4433"/>
                    <a:pt x="148" y="4442"/>
                  </a:cubicBezTo>
                  <a:lnTo>
                    <a:pt x="750" y="4442"/>
                  </a:lnTo>
                  <a:cubicBezTo>
                    <a:pt x="832" y="4442"/>
                    <a:pt x="899" y="4376"/>
                    <a:pt x="899" y="4294"/>
                  </a:cubicBezTo>
                  <a:cubicBezTo>
                    <a:pt x="899" y="4213"/>
                    <a:pt x="832" y="4146"/>
                    <a:pt x="750" y="4146"/>
                  </a:cubicBezTo>
                  <a:close/>
                  <a:moveTo>
                    <a:pt x="3309" y="4146"/>
                  </a:moveTo>
                  <a:cubicBezTo>
                    <a:pt x="3227" y="4154"/>
                    <a:pt x="3169" y="4229"/>
                    <a:pt x="3178" y="4311"/>
                  </a:cubicBezTo>
                  <a:cubicBezTo>
                    <a:pt x="3187" y="4379"/>
                    <a:pt x="3241" y="4433"/>
                    <a:pt x="3309" y="4442"/>
                  </a:cubicBezTo>
                  <a:lnTo>
                    <a:pt x="4887" y="4442"/>
                  </a:lnTo>
                  <a:cubicBezTo>
                    <a:pt x="4969" y="4442"/>
                    <a:pt x="5035" y="4376"/>
                    <a:pt x="5036" y="4294"/>
                  </a:cubicBezTo>
                  <a:cubicBezTo>
                    <a:pt x="5036" y="4213"/>
                    <a:pt x="4969" y="4146"/>
                    <a:pt x="4887" y="4146"/>
                  </a:cubicBezTo>
                  <a:close/>
                  <a:moveTo>
                    <a:pt x="5428" y="4763"/>
                  </a:moveTo>
                  <a:cubicBezTo>
                    <a:pt x="5334" y="4763"/>
                    <a:pt x="5257" y="4840"/>
                    <a:pt x="5255" y="4935"/>
                  </a:cubicBezTo>
                  <a:cubicBezTo>
                    <a:pt x="5255" y="5030"/>
                    <a:pt x="5331" y="5107"/>
                    <a:pt x="5426" y="5109"/>
                  </a:cubicBezTo>
                  <a:lnTo>
                    <a:pt x="5428" y="5109"/>
                  </a:lnTo>
                  <a:cubicBezTo>
                    <a:pt x="5523" y="5109"/>
                    <a:pt x="5601" y="5033"/>
                    <a:pt x="5601" y="4939"/>
                  </a:cubicBezTo>
                  <a:cubicBezTo>
                    <a:pt x="5602" y="4842"/>
                    <a:pt x="5526" y="4765"/>
                    <a:pt x="5431" y="4763"/>
                  </a:cubicBezTo>
                  <a:cubicBezTo>
                    <a:pt x="5430" y="4763"/>
                    <a:pt x="5429" y="4763"/>
                    <a:pt x="5428" y="4763"/>
                  </a:cubicBezTo>
                  <a:close/>
                  <a:moveTo>
                    <a:pt x="5942" y="4763"/>
                  </a:moveTo>
                  <a:cubicBezTo>
                    <a:pt x="5848" y="4763"/>
                    <a:pt x="5770" y="4840"/>
                    <a:pt x="5769" y="4935"/>
                  </a:cubicBezTo>
                  <a:cubicBezTo>
                    <a:pt x="5769" y="5030"/>
                    <a:pt x="5845" y="5107"/>
                    <a:pt x="5940" y="5109"/>
                  </a:cubicBezTo>
                  <a:lnTo>
                    <a:pt x="5945" y="5109"/>
                  </a:lnTo>
                  <a:cubicBezTo>
                    <a:pt x="6038" y="5109"/>
                    <a:pt x="6116" y="5033"/>
                    <a:pt x="6116" y="4939"/>
                  </a:cubicBezTo>
                  <a:lnTo>
                    <a:pt x="6114" y="4939"/>
                  </a:lnTo>
                  <a:cubicBezTo>
                    <a:pt x="6116" y="4842"/>
                    <a:pt x="6040" y="4765"/>
                    <a:pt x="5945" y="4763"/>
                  </a:cubicBezTo>
                  <a:cubicBezTo>
                    <a:pt x="5944" y="4763"/>
                    <a:pt x="5943" y="4763"/>
                    <a:pt x="5942" y="4763"/>
                  </a:cubicBezTo>
                  <a:close/>
                  <a:moveTo>
                    <a:pt x="6457" y="4763"/>
                  </a:moveTo>
                  <a:cubicBezTo>
                    <a:pt x="6363" y="4763"/>
                    <a:pt x="6287" y="4840"/>
                    <a:pt x="6286" y="4935"/>
                  </a:cubicBezTo>
                  <a:cubicBezTo>
                    <a:pt x="6284" y="5030"/>
                    <a:pt x="6361" y="5107"/>
                    <a:pt x="6457" y="5109"/>
                  </a:cubicBezTo>
                  <a:lnTo>
                    <a:pt x="6458" y="5109"/>
                  </a:lnTo>
                  <a:cubicBezTo>
                    <a:pt x="6554" y="5109"/>
                    <a:pt x="6630" y="5033"/>
                    <a:pt x="6631" y="4939"/>
                  </a:cubicBezTo>
                  <a:cubicBezTo>
                    <a:pt x="6632" y="4842"/>
                    <a:pt x="6557" y="4765"/>
                    <a:pt x="6460" y="4763"/>
                  </a:cubicBezTo>
                  <a:cubicBezTo>
                    <a:pt x="6459" y="4763"/>
                    <a:pt x="6458" y="4763"/>
                    <a:pt x="6457" y="4763"/>
                  </a:cubicBezTo>
                  <a:close/>
                  <a:moveTo>
                    <a:pt x="6972" y="4763"/>
                  </a:moveTo>
                  <a:cubicBezTo>
                    <a:pt x="6877" y="4763"/>
                    <a:pt x="6801" y="4840"/>
                    <a:pt x="6799" y="4935"/>
                  </a:cubicBezTo>
                  <a:cubicBezTo>
                    <a:pt x="6798" y="5030"/>
                    <a:pt x="6875" y="5107"/>
                    <a:pt x="6970" y="5109"/>
                  </a:cubicBezTo>
                  <a:lnTo>
                    <a:pt x="6975" y="5109"/>
                  </a:lnTo>
                  <a:cubicBezTo>
                    <a:pt x="7069" y="5109"/>
                    <a:pt x="7145" y="5033"/>
                    <a:pt x="7145" y="4939"/>
                  </a:cubicBezTo>
                  <a:cubicBezTo>
                    <a:pt x="7146" y="4842"/>
                    <a:pt x="7070" y="4765"/>
                    <a:pt x="6975" y="4763"/>
                  </a:cubicBezTo>
                  <a:cubicBezTo>
                    <a:pt x="6974" y="4763"/>
                    <a:pt x="6973" y="4763"/>
                    <a:pt x="6972" y="4763"/>
                  </a:cubicBezTo>
                  <a:close/>
                  <a:moveTo>
                    <a:pt x="7487" y="4763"/>
                  </a:moveTo>
                  <a:cubicBezTo>
                    <a:pt x="7393" y="4763"/>
                    <a:pt x="7317" y="4840"/>
                    <a:pt x="7316" y="4935"/>
                  </a:cubicBezTo>
                  <a:cubicBezTo>
                    <a:pt x="7314" y="5030"/>
                    <a:pt x="7390" y="5107"/>
                    <a:pt x="7486" y="5109"/>
                  </a:cubicBezTo>
                  <a:lnTo>
                    <a:pt x="7489" y="5109"/>
                  </a:lnTo>
                  <a:cubicBezTo>
                    <a:pt x="7582" y="5109"/>
                    <a:pt x="7660" y="5033"/>
                    <a:pt x="7661" y="4939"/>
                  </a:cubicBezTo>
                  <a:cubicBezTo>
                    <a:pt x="7663" y="4842"/>
                    <a:pt x="7585" y="4765"/>
                    <a:pt x="7490" y="4763"/>
                  </a:cubicBezTo>
                  <a:cubicBezTo>
                    <a:pt x="7489" y="4763"/>
                    <a:pt x="7488" y="4763"/>
                    <a:pt x="7487" y="4763"/>
                  </a:cubicBezTo>
                  <a:close/>
                  <a:moveTo>
                    <a:pt x="8004" y="4763"/>
                  </a:moveTo>
                  <a:cubicBezTo>
                    <a:pt x="7910" y="4763"/>
                    <a:pt x="7833" y="4840"/>
                    <a:pt x="7831" y="4935"/>
                  </a:cubicBezTo>
                  <a:cubicBezTo>
                    <a:pt x="7831" y="5030"/>
                    <a:pt x="7907" y="5107"/>
                    <a:pt x="8002" y="5109"/>
                  </a:cubicBezTo>
                  <a:lnTo>
                    <a:pt x="8004" y="5109"/>
                  </a:lnTo>
                  <a:cubicBezTo>
                    <a:pt x="8098" y="5107"/>
                    <a:pt x="8174" y="5033"/>
                    <a:pt x="8175" y="4939"/>
                  </a:cubicBezTo>
                  <a:lnTo>
                    <a:pt x="8176" y="4939"/>
                  </a:lnTo>
                  <a:cubicBezTo>
                    <a:pt x="8178" y="4842"/>
                    <a:pt x="8102" y="4765"/>
                    <a:pt x="8007" y="4763"/>
                  </a:cubicBezTo>
                  <a:cubicBezTo>
                    <a:pt x="8006" y="4763"/>
                    <a:pt x="8005" y="4763"/>
                    <a:pt x="8004" y="4763"/>
                  </a:cubicBezTo>
                  <a:close/>
                  <a:moveTo>
                    <a:pt x="148" y="4832"/>
                  </a:moveTo>
                  <a:cubicBezTo>
                    <a:pt x="66" y="4833"/>
                    <a:pt x="1" y="4899"/>
                    <a:pt x="1" y="4981"/>
                  </a:cubicBezTo>
                  <a:cubicBezTo>
                    <a:pt x="1" y="5063"/>
                    <a:pt x="68" y="5128"/>
                    <a:pt x="148" y="5128"/>
                  </a:cubicBezTo>
                  <a:lnTo>
                    <a:pt x="750" y="5128"/>
                  </a:lnTo>
                  <a:cubicBezTo>
                    <a:pt x="832" y="5128"/>
                    <a:pt x="899" y="5063"/>
                    <a:pt x="899" y="4981"/>
                  </a:cubicBezTo>
                  <a:cubicBezTo>
                    <a:pt x="899" y="4899"/>
                    <a:pt x="832" y="4833"/>
                    <a:pt x="750" y="4832"/>
                  </a:cubicBezTo>
                  <a:close/>
                  <a:moveTo>
                    <a:pt x="3309" y="4832"/>
                  </a:moveTo>
                  <a:cubicBezTo>
                    <a:pt x="3227" y="4833"/>
                    <a:pt x="3162" y="4900"/>
                    <a:pt x="3162" y="4981"/>
                  </a:cubicBezTo>
                  <a:cubicBezTo>
                    <a:pt x="3162" y="5063"/>
                    <a:pt x="3227" y="5128"/>
                    <a:pt x="3309" y="5128"/>
                  </a:cubicBezTo>
                  <a:lnTo>
                    <a:pt x="4887" y="5128"/>
                  </a:lnTo>
                  <a:cubicBezTo>
                    <a:pt x="4969" y="5128"/>
                    <a:pt x="5035" y="5063"/>
                    <a:pt x="5036" y="4981"/>
                  </a:cubicBezTo>
                  <a:cubicBezTo>
                    <a:pt x="5035" y="4899"/>
                    <a:pt x="4969" y="4833"/>
                    <a:pt x="4887" y="4832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37"/>
            <p:cNvSpPr/>
            <p:nvPr/>
          </p:nvSpPr>
          <p:spPr>
            <a:xfrm>
              <a:off x="4554750" y="4803800"/>
              <a:ext cx="204425" cy="128275"/>
            </a:xfrm>
            <a:custGeom>
              <a:rect b="b" l="l" r="r" t="t"/>
              <a:pathLst>
                <a:path extrusionOk="0" h="5131" w="8177">
                  <a:moveTo>
                    <a:pt x="1421" y="25"/>
                  </a:moveTo>
                  <a:cubicBezTo>
                    <a:pt x="1339" y="25"/>
                    <a:pt x="1272" y="92"/>
                    <a:pt x="1272" y="176"/>
                  </a:cubicBezTo>
                  <a:cubicBezTo>
                    <a:pt x="1272" y="256"/>
                    <a:pt x="1338" y="322"/>
                    <a:pt x="1420" y="322"/>
                  </a:cubicBezTo>
                  <a:lnTo>
                    <a:pt x="2998" y="322"/>
                  </a:lnTo>
                  <a:cubicBezTo>
                    <a:pt x="2999" y="322"/>
                    <a:pt x="3000" y="322"/>
                    <a:pt x="3001" y="322"/>
                  </a:cubicBezTo>
                  <a:cubicBezTo>
                    <a:pt x="3080" y="322"/>
                    <a:pt x="3145" y="258"/>
                    <a:pt x="3147" y="177"/>
                  </a:cubicBezTo>
                  <a:lnTo>
                    <a:pt x="3147" y="176"/>
                  </a:lnTo>
                  <a:cubicBezTo>
                    <a:pt x="3147" y="92"/>
                    <a:pt x="3080" y="25"/>
                    <a:pt x="2998" y="25"/>
                  </a:cubicBezTo>
                  <a:close/>
                  <a:moveTo>
                    <a:pt x="148" y="27"/>
                  </a:moveTo>
                  <a:cubicBezTo>
                    <a:pt x="66" y="27"/>
                    <a:pt x="1" y="94"/>
                    <a:pt x="1" y="176"/>
                  </a:cubicBezTo>
                  <a:cubicBezTo>
                    <a:pt x="1" y="256"/>
                    <a:pt x="68" y="323"/>
                    <a:pt x="148" y="323"/>
                  </a:cubicBezTo>
                  <a:lnTo>
                    <a:pt x="750" y="323"/>
                  </a:lnTo>
                  <a:cubicBezTo>
                    <a:pt x="832" y="323"/>
                    <a:pt x="899" y="258"/>
                    <a:pt x="899" y="176"/>
                  </a:cubicBezTo>
                  <a:cubicBezTo>
                    <a:pt x="899" y="94"/>
                    <a:pt x="832" y="27"/>
                    <a:pt x="750" y="27"/>
                  </a:cubicBezTo>
                  <a:close/>
                  <a:moveTo>
                    <a:pt x="3667" y="0"/>
                  </a:moveTo>
                  <a:cubicBezTo>
                    <a:pt x="3573" y="0"/>
                    <a:pt x="3495" y="75"/>
                    <a:pt x="3494" y="171"/>
                  </a:cubicBezTo>
                  <a:cubicBezTo>
                    <a:pt x="3494" y="267"/>
                    <a:pt x="3570" y="344"/>
                    <a:pt x="3665" y="345"/>
                  </a:cubicBezTo>
                  <a:lnTo>
                    <a:pt x="3670" y="345"/>
                  </a:lnTo>
                  <a:cubicBezTo>
                    <a:pt x="3763" y="345"/>
                    <a:pt x="3841" y="270"/>
                    <a:pt x="3841" y="174"/>
                  </a:cubicBezTo>
                  <a:lnTo>
                    <a:pt x="3839" y="174"/>
                  </a:lnTo>
                  <a:cubicBezTo>
                    <a:pt x="3841" y="79"/>
                    <a:pt x="3765" y="2"/>
                    <a:pt x="3670" y="0"/>
                  </a:cubicBezTo>
                  <a:cubicBezTo>
                    <a:pt x="3669" y="0"/>
                    <a:pt x="3668" y="0"/>
                    <a:pt x="3667" y="0"/>
                  </a:cubicBezTo>
                  <a:close/>
                  <a:moveTo>
                    <a:pt x="4182" y="0"/>
                  </a:moveTo>
                  <a:cubicBezTo>
                    <a:pt x="4088" y="0"/>
                    <a:pt x="4012" y="75"/>
                    <a:pt x="4010" y="171"/>
                  </a:cubicBezTo>
                  <a:cubicBezTo>
                    <a:pt x="4009" y="267"/>
                    <a:pt x="4086" y="344"/>
                    <a:pt x="4182" y="345"/>
                  </a:cubicBezTo>
                  <a:lnTo>
                    <a:pt x="4183" y="345"/>
                  </a:lnTo>
                  <a:cubicBezTo>
                    <a:pt x="4278" y="345"/>
                    <a:pt x="4354" y="270"/>
                    <a:pt x="4356" y="174"/>
                  </a:cubicBezTo>
                  <a:cubicBezTo>
                    <a:pt x="4357" y="79"/>
                    <a:pt x="4281" y="2"/>
                    <a:pt x="4185" y="0"/>
                  </a:cubicBezTo>
                  <a:cubicBezTo>
                    <a:pt x="4184" y="0"/>
                    <a:pt x="4183" y="0"/>
                    <a:pt x="4182" y="0"/>
                  </a:cubicBezTo>
                  <a:close/>
                  <a:moveTo>
                    <a:pt x="5212" y="0"/>
                  </a:moveTo>
                  <a:cubicBezTo>
                    <a:pt x="5118" y="0"/>
                    <a:pt x="5042" y="75"/>
                    <a:pt x="5041" y="171"/>
                  </a:cubicBezTo>
                  <a:cubicBezTo>
                    <a:pt x="5039" y="267"/>
                    <a:pt x="5115" y="344"/>
                    <a:pt x="5211" y="345"/>
                  </a:cubicBezTo>
                  <a:lnTo>
                    <a:pt x="5215" y="345"/>
                  </a:lnTo>
                  <a:cubicBezTo>
                    <a:pt x="5310" y="345"/>
                    <a:pt x="5386" y="270"/>
                    <a:pt x="5386" y="174"/>
                  </a:cubicBezTo>
                  <a:cubicBezTo>
                    <a:pt x="5388" y="79"/>
                    <a:pt x="5310" y="2"/>
                    <a:pt x="5215" y="0"/>
                  </a:cubicBezTo>
                  <a:cubicBezTo>
                    <a:pt x="5214" y="0"/>
                    <a:pt x="5213" y="0"/>
                    <a:pt x="5212" y="0"/>
                  </a:cubicBezTo>
                  <a:close/>
                  <a:moveTo>
                    <a:pt x="5729" y="0"/>
                  </a:moveTo>
                  <a:cubicBezTo>
                    <a:pt x="5635" y="0"/>
                    <a:pt x="5557" y="75"/>
                    <a:pt x="5556" y="171"/>
                  </a:cubicBezTo>
                  <a:cubicBezTo>
                    <a:pt x="5556" y="267"/>
                    <a:pt x="5632" y="344"/>
                    <a:pt x="5727" y="345"/>
                  </a:cubicBezTo>
                  <a:lnTo>
                    <a:pt x="5729" y="345"/>
                  </a:lnTo>
                  <a:cubicBezTo>
                    <a:pt x="5824" y="345"/>
                    <a:pt x="5901" y="270"/>
                    <a:pt x="5901" y="174"/>
                  </a:cubicBezTo>
                  <a:cubicBezTo>
                    <a:pt x="5903" y="79"/>
                    <a:pt x="5827" y="2"/>
                    <a:pt x="5732" y="0"/>
                  </a:cubicBezTo>
                  <a:cubicBezTo>
                    <a:pt x="5731" y="0"/>
                    <a:pt x="5730" y="0"/>
                    <a:pt x="5729" y="0"/>
                  </a:cubicBezTo>
                  <a:close/>
                  <a:moveTo>
                    <a:pt x="6243" y="0"/>
                  </a:moveTo>
                  <a:cubicBezTo>
                    <a:pt x="6149" y="0"/>
                    <a:pt x="6071" y="75"/>
                    <a:pt x="6071" y="171"/>
                  </a:cubicBezTo>
                  <a:cubicBezTo>
                    <a:pt x="6070" y="267"/>
                    <a:pt x="6146" y="344"/>
                    <a:pt x="6241" y="345"/>
                  </a:cubicBezTo>
                  <a:lnTo>
                    <a:pt x="6245" y="345"/>
                  </a:lnTo>
                  <a:cubicBezTo>
                    <a:pt x="6339" y="345"/>
                    <a:pt x="6417" y="270"/>
                    <a:pt x="6417" y="174"/>
                  </a:cubicBezTo>
                  <a:cubicBezTo>
                    <a:pt x="6417" y="79"/>
                    <a:pt x="6341" y="2"/>
                    <a:pt x="6245" y="0"/>
                  </a:cubicBezTo>
                  <a:cubicBezTo>
                    <a:pt x="6244" y="0"/>
                    <a:pt x="6244" y="0"/>
                    <a:pt x="6243" y="0"/>
                  </a:cubicBezTo>
                  <a:close/>
                  <a:moveTo>
                    <a:pt x="4700" y="2"/>
                  </a:moveTo>
                  <a:cubicBezTo>
                    <a:pt x="4605" y="2"/>
                    <a:pt x="4527" y="79"/>
                    <a:pt x="4527" y="174"/>
                  </a:cubicBezTo>
                  <a:cubicBezTo>
                    <a:pt x="4527" y="270"/>
                    <a:pt x="4605" y="347"/>
                    <a:pt x="4700" y="347"/>
                  </a:cubicBezTo>
                  <a:cubicBezTo>
                    <a:pt x="4795" y="347"/>
                    <a:pt x="4873" y="270"/>
                    <a:pt x="4873" y="174"/>
                  </a:cubicBezTo>
                  <a:cubicBezTo>
                    <a:pt x="4873" y="79"/>
                    <a:pt x="4795" y="2"/>
                    <a:pt x="4700" y="2"/>
                  </a:cubicBezTo>
                  <a:close/>
                  <a:moveTo>
                    <a:pt x="148" y="715"/>
                  </a:moveTo>
                  <a:cubicBezTo>
                    <a:pt x="68" y="715"/>
                    <a:pt x="1" y="782"/>
                    <a:pt x="1" y="862"/>
                  </a:cubicBezTo>
                  <a:cubicBezTo>
                    <a:pt x="1" y="944"/>
                    <a:pt x="66" y="1011"/>
                    <a:pt x="148" y="1011"/>
                  </a:cubicBezTo>
                  <a:lnTo>
                    <a:pt x="750" y="1011"/>
                  </a:lnTo>
                  <a:cubicBezTo>
                    <a:pt x="832" y="1011"/>
                    <a:pt x="899" y="944"/>
                    <a:pt x="899" y="862"/>
                  </a:cubicBezTo>
                  <a:cubicBezTo>
                    <a:pt x="899" y="780"/>
                    <a:pt x="832" y="715"/>
                    <a:pt x="750" y="715"/>
                  </a:cubicBezTo>
                  <a:close/>
                  <a:moveTo>
                    <a:pt x="1418" y="715"/>
                  </a:moveTo>
                  <a:cubicBezTo>
                    <a:pt x="1338" y="715"/>
                    <a:pt x="1274" y="780"/>
                    <a:pt x="1272" y="859"/>
                  </a:cubicBezTo>
                  <a:lnTo>
                    <a:pt x="1272" y="862"/>
                  </a:lnTo>
                  <a:cubicBezTo>
                    <a:pt x="1272" y="944"/>
                    <a:pt x="1339" y="1011"/>
                    <a:pt x="1421" y="1011"/>
                  </a:cubicBezTo>
                  <a:lnTo>
                    <a:pt x="2998" y="1011"/>
                  </a:lnTo>
                  <a:cubicBezTo>
                    <a:pt x="3080" y="1011"/>
                    <a:pt x="3147" y="944"/>
                    <a:pt x="3147" y="862"/>
                  </a:cubicBezTo>
                  <a:cubicBezTo>
                    <a:pt x="3147" y="780"/>
                    <a:pt x="3081" y="715"/>
                    <a:pt x="2999" y="715"/>
                  </a:cubicBezTo>
                  <a:lnTo>
                    <a:pt x="1421" y="715"/>
                  </a:lnTo>
                  <a:cubicBezTo>
                    <a:pt x="1420" y="715"/>
                    <a:pt x="1419" y="715"/>
                    <a:pt x="1418" y="715"/>
                  </a:cubicBezTo>
                  <a:close/>
                  <a:moveTo>
                    <a:pt x="148" y="1401"/>
                  </a:moveTo>
                  <a:cubicBezTo>
                    <a:pt x="66" y="1412"/>
                    <a:pt x="8" y="1486"/>
                    <a:pt x="19" y="1568"/>
                  </a:cubicBezTo>
                  <a:cubicBezTo>
                    <a:pt x="26" y="1636"/>
                    <a:pt x="80" y="1690"/>
                    <a:pt x="148" y="1697"/>
                  </a:cubicBezTo>
                  <a:lnTo>
                    <a:pt x="750" y="1697"/>
                  </a:lnTo>
                  <a:cubicBezTo>
                    <a:pt x="832" y="1697"/>
                    <a:pt x="899" y="1632"/>
                    <a:pt x="899" y="1549"/>
                  </a:cubicBezTo>
                  <a:cubicBezTo>
                    <a:pt x="899" y="1468"/>
                    <a:pt x="832" y="1401"/>
                    <a:pt x="750" y="1401"/>
                  </a:cubicBezTo>
                  <a:close/>
                  <a:moveTo>
                    <a:pt x="1403" y="1400"/>
                  </a:moveTo>
                  <a:cubicBezTo>
                    <a:pt x="1328" y="1400"/>
                    <a:pt x="1264" y="1457"/>
                    <a:pt x="1256" y="1532"/>
                  </a:cubicBezTo>
                  <a:cubicBezTo>
                    <a:pt x="1246" y="1614"/>
                    <a:pt x="1304" y="1689"/>
                    <a:pt x="1385" y="1697"/>
                  </a:cubicBezTo>
                  <a:cubicBezTo>
                    <a:pt x="1391" y="1698"/>
                    <a:pt x="1397" y="1699"/>
                    <a:pt x="1403" y="1699"/>
                  </a:cubicBezTo>
                  <a:cubicBezTo>
                    <a:pt x="1409" y="1699"/>
                    <a:pt x="1415" y="1698"/>
                    <a:pt x="1421" y="1697"/>
                  </a:cubicBezTo>
                  <a:lnTo>
                    <a:pt x="2998" y="1697"/>
                  </a:lnTo>
                  <a:cubicBezTo>
                    <a:pt x="3080" y="1697"/>
                    <a:pt x="3147" y="1630"/>
                    <a:pt x="3147" y="1549"/>
                  </a:cubicBezTo>
                  <a:cubicBezTo>
                    <a:pt x="3147" y="1467"/>
                    <a:pt x="3081" y="1401"/>
                    <a:pt x="2999" y="1401"/>
                  </a:cubicBezTo>
                  <a:lnTo>
                    <a:pt x="1421" y="1401"/>
                  </a:lnTo>
                  <a:cubicBezTo>
                    <a:pt x="1415" y="1400"/>
                    <a:pt x="1409" y="1400"/>
                    <a:pt x="1403" y="1400"/>
                  </a:cubicBezTo>
                  <a:close/>
                  <a:moveTo>
                    <a:pt x="3667" y="1376"/>
                  </a:moveTo>
                  <a:cubicBezTo>
                    <a:pt x="3571" y="1376"/>
                    <a:pt x="3494" y="1453"/>
                    <a:pt x="3494" y="1549"/>
                  </a:cubicBezTo>
                  <a:cubicBezTo>
                    <a:pt x="3494" y="1644"/>
                    <a:pt x="3571" y="1721"/>
                    <a:pt x="3667" y="1721"/>
                  </a:cubicBezTo>
                  <a:lnTo>
                    <a:pt x="3670" y="1721"/>
                  </a:lnTo>
                  <a:cubicBezTo>
                    <a:pt x="3763" y="1721"/>
                    <a:pt x="3839" y="1644"/>
                    <a:pt x="3839" y="1550"/>
                  </a:cubicBezTo>
                  <a:lnTo>
                    <a:pt x="3839" y="1549"/>
                  </a:lnTo>
                  <a:cubicBezTo>
                    <a:pt x="3839" y="1453"/>
                    <a:pt x="3762" y="1376"/>
                    <a:pt x="3667" y="1376"/>
                  </a:cubicBezTo>
                  <a:close/>
                  <a:moveTo>
                    <a:pt x="4183" y="1376"/>
                  </a:moveTo>
                  <a:cubicBezTo>
                    <a:pt x="4088" y="1376"/>
                    <a:pt x="4010" y="1453"/>
                    <a:pt x="4010" y="1549"/>
                  </a:cubicBezTo>
                  <a:cubicBezTo>
                    <a:pt x="4010" y="1644"/>
                    <a:pt x="4088" y="1721"/>
                    <a:pt x="4183" y="1721"/>
                  </a:cubicBezTo>
                  <a:cubicBezTo>
                    <a:pt x="4277" y="1721"/>
                    <a:pt x="4354" y="1647"/>
                    <a:pt x="4356" y="1553"/>
                  </a:cubicBezTo>
                  <a:lnTo>
                    <a:pt x="4356" y="1549"/>
                  </a:lnTo>
                  <a:cubicBezTo>
                    <a:pt x="4356" y="1453"/>
                    <a:pt x="4278" y="1376"/>
                    <a:pt x="4183" y="1376"/>
                  </a:cubicBezTo>
                  <a:close/>
                  <a:moveTo>
                    <a:pt x="4700" y="1377"/>
                  </a:moveTo>
                  <a:cubicBezTo>
                    <a:pt x="4605" y="1388"/>
                    <a:pt x="4536" y="1474"/>
                    <a:pt x="4546" y="1568"/>
                  </a:cubicBezTo>
                  <a:cubicBezTo>
                    <a:pt x="4555" y="1648"/>
                    <a:pt x="4619" y="1712"/>
                    <a:pt x="4700" y="1721"/>
                  </a:cubicBezTo>
                  <a:cubicBezTo>
                    <a:pt x="4795" y="1721"/>
                    <a:pt x="4873" y="1644"/>
                    <a:pt x="4873" y="1549"/>
                  </a:cubicBezTo>
                  <a:cubicBezTo>
                    <a:pt x="4871" y="1453"/>
                    <a:pt x="4794" y="1377"/>
                    <a:pt x="4700" y="1377"/>
                  </a:cubicBezTo>
                  <a:close/>
                  <a:moveTo>
                    <a:pt x="5214" y="1376"/>
                  </a:moveTo>
                  <a:cubicBezTo>
                    <a:pt x="5118" y="1376"/>
                    <a:pt x="5041" y="1453"/>
                    <a:pt x="5041" y="1549"/>
                  </a:cubicBezTo>
                  <a:cubicBezTo>
                    <a:pt x="5041" y="1644"/>
                    <a:pt x="5118" y="1721"/>
                    <a:pt x="5214" y="1721"/>
                  </a:cubicBezTo>
                  <a:lnTo>
                    <a:pt x="5215" y="1721"/>
                  </a:lnTo>
                  <a:cubicBezTo>
                    <a:pt x="5309" y="1721"/>
                    <a:pt x="5386" y="1644"/>
                    <a:pt x="5386" y="1550"/>
                  </a:cubicBezTo>
                  <a:lnTo>
                    <a:pt x="5386" y="1549"/>
                  </a:lnTo>
                  <a:cubicBezTo>
                    <a:pt x="5386" y="1453"/>
                    <a:pt x="5309" y="1376"/>
                    <a:pt x="5214" y="1376"/>
                  </a:cubicBezTo>
                  <a:close/>
                  <a:moveTo>
                    <a:pt x="5729" y="1376"/>
                  </a:moveTo>
                  <a:cubicBezTo>
                    <a:pt x="5633" y="1376"/>
                    <a:pt x="5556" y="1453"/>
                    <a:pt x="5556" y="1549"/>
                  </a:cubicBezTo>
                  <a:cubicBezTo>
                    <a:pt x="5556" y="1644"/>
                    <a:pt x="5633" y="1721"/>
                    <a:pt x="5729" y="1721"/>
                  </a:cubicBezTo>
                  <a:cubicBezTo>
                    <a:pt x="5824" y="1721"/>
                    <a:pt x="5901" y="1647"/>
                    <a:pt x="5901" y="1553"/>
                  </a:cubicBezTo>
                  <a:lnTo>
                    <a:pt x="5901" y="1549"/>
                  </a:lnTo>
                  <a:cubicBezTo>
                    <a:pt x="5901" y="1453"/>
                    <a:pt x="5824" y="1376"/>
                    <a:pt x="5729" y="1376"/>
                  </a:cubicBezTo>
                  <a:close/>
                  <a:moveTo>
                    <a:pt x="6242" y="1376"/>
                  </a:moveTo>
                  <a:cubicBezTo>
                    <a:pt x="6147" y="1376"/>
                    <a:pt x="6070" y="1453"/>
                    <a:pt x="6070" y="1549"/>
                  </a:cubicBezTo>
                  <a:cubicBezTo>
                    <a:pt x="6070" y="1644"/>
                    <a:pt x="6147" y="1721"/>
                    <a:pt x="6242" y="1721"/>
                  </a:cubicBezTo>
                  <a:lnTo>
                    <a:pt x="6245" y="1721"/>
                  </a:lnTo>
                  <a:cubicBezTo>
                    <a:pt x="6339" y="1721"/>
                    <a:pt x="6415" y="1644"/>
                    <a:pt x="6415" y="1550"/>
                  </a:cubicBezTo>
                  <a:lnTo>
                    <a:pt x="6415" y="1549"/>
                  </a:lnTo>
                  <a:cubicBezTo>
                    <a:pt x="6415" y="1453"/>
                    <a:pt x="6338" y="1376"/>
                    <a:pt x="6242" y="1376"/>
                  </a:cubicBezTo>
                  <a:close/>
                  <a:moveTo>
                    <a:pt x="1405" y="2087"/>
                  </a:moveTo>
                  <a:cubicBezTo>
                    <a:pt x="1329" y="2087"/>
                    <a:pt x="1264" y="2142"/>
                    <a:pt x="1256" y="2219"/>
                  </a:cubicBezTo>
                  <a:cubicBezTo>
                    <a:pt x="1246" y="2300"/>
                    <a:pt x="1304" y="2375"/>
                    <a:pt x="1385" y="2384"/>
                  </a:cubicBezTo>
                  <a:cubicBezTo>
                    <a:pt x="1391" y="2385"/>
                    <a:pt x="1397" y="2385"/>
                    <a:pt x="1403" y="2385"/>
                  </a:cubicBezTo>
                  <a:cubicBezTo>
                    <a:pt x="1409" y="2385"/>
                    <a:pt x="1415" y="2385"/>
                    <a:pt x="1421" y="2384"/>
                  </a:cubicBezTo>
                  <a:lnTo>
                    <a:pt x="2998" y="2384"/>
                  </a:lnTo>
                  <a:cubicBezTo>
                    <a:pt x="3080" y="2384"/>
                    <a:pt x="3147" y="2317"/>
                    <a:pt x="3147" y="2235"/>
                  </a:cubicBezTo>
                  <a:cubicBezTo>
                    <a:pt x="3147" y="2153"/>
                    <a:pt x="3081" y="2088"/>
                    <a:pt x="2999" y="2088"/>
                  </a:cubicBezTo>
                  <a:lnTo>
                    <a:pt x="1421" y="2088"/>
                  </a:lnTo>
                  <a:cubicBezTo>
                    <a:pt x="1416" y="2087"/>
                    <a:pt x="1410" y="2087"/>
                    <a:pt x="1405" y="2087"/>
                  </a:cubicBezTo>
                  <a:close/>
                  <a:moveTo>
                    <a:pt x="148" y="2088"/>
                  </a:moveTo>
                  <a:cubicBezTo>
                    <a:pt x="66" y="2098"/>
                    <a:pt x="8" y="2172"/>
                    <a:pt x="19" y="2254"/>
                  </a:cubicBezTo>
                  <a:cubicBezTo>
                    <a:pt x="26" y="2323"/>
                    <a:pt x="80" y="2376"/>
                    <a:pt x="148" y="2385"/>
                  </a:cubicBezTo>
                  <a:lnTo>
                    <a:pt x="750" y="2385"/>
                  </a:lnTo>
                  <a:cubicBezTo>
                    <a:pt x="832" y="2385"/>
                    <a:pt x="899" y="2318"/>
                    <a:pt x="899" y="2235"/>
                  </a:cubicBezTo>
                  <a:cubicBezTo>
                    <a:pt x="899" y="2155"/>
                    <a:pt x="832" y="2088"/>
                    <a:pt x="750" y="2088"/>
                  </a:cubicBezTo>
                  <a:close/>
                  <a:moveTo>
                    <a:pt x="1405" y="2773"/>
                  </a:moveTo>
                  <a:cubicBezTo>
                    <a:pt x="1329" y="2773"/>
                    <a:pt x="1264" y="2829"/>
                    <a:pt x="1256" y="2905"/>
                  </a:cubicBezTo>
                  <a:cubicBezTo>
                    <a:pt x="1246" y="2987"/>
                    <a:pt x="1304" y="3061"/>
                    <a:pt x="1385" y="3070"/>
                  </a:cubicBezTo>
                  <a:cubicBezTo>
                    <a:pt x="1391" y="3071"/>
                    <a:pt x="1397" y="3071"/>
                    <a:pt x="1403" y="3071"/>
                  </a:cubicBezTo>
                  <a:cubicBezTo>
                    <a:pt x="1409" y="3071"/>
                    <a:pt x="1415" y="3071"/>
                    <a:pt x="1421" y="3070"/>
                  </a:cubicBezTo>
                  <a:lnTo>
                    <a:pt x="2998" y="3070"/>
                  </a:lnTo>
                  <a:cubicBezTo>
                    <a:pt x="3080" y="3070"/>
                    <a:pt x="3147" y="3005"/>
                    <a:pt x="3147" y="2921"/>
                  </a:cubicBezTo>
                  <a:cubicBezTo>
                    <a:pt x="3147" y="2841"/>
                    <a:pt x="3081" y="2774"/>
                    <a:pt x="2999" y="2774"/>
                  </a:cubicBezTo>
                  <a:lnTo>
                    <a:pt x="1421" y="2774"/>
                  </a:lnTo>
                  <a:cubicBezTo>
                    <a:pt x="1416" y="2773"/>
                    <a:pt x="1410" y="2773"/>
                    <a:pt x="1405" y="2773"/>
                  </a:cubicBezTo>
                  <a:close/>
                  <a:moveTo>
                    <a:pt x="148" y="2775"/>
                  </a:moveTo>
                  <a:cubicBezTo>
                    <a:pt x="66" y="2784"/>
                    <a:pt x="8" y="2859"/>
                    <a:pt x="19" y="2941"/>
                  </a:cubicBezTo>
                  <a:cubicBezTo>
                    <a:pt x="26" y="3009"/>
                    <a:pt x="80" y="3063"/>
                    <a:pt x="148" y="3072"/>
                  </a:cubicBezTo>
                  <a:lnTo>
                    <a:pt x="750" y="3072"/>
                  </a:lnTo>
                  <a:cubicBezTo>
                    <a:pt x="832" y="3072"/>
                    <a:pt x="899" y="3005"/>
                    <a:pt x="899" y="2921"/>
                  </a:cubicBezTo>
                  <a:cubicBezTo>
                    <a:pt x="899" y="2841"/>
                    <a:pt x="832" y="2775"/>
                    <a:pt x="750" y="2775"/>
                  </a:cubicBezTo>
                  <a:close/>
                  <a:moveTo>
                    <a:pt x="5942" y="3350"/>
                  </a:moveTo>
                  <a:cubicBezTo>
                    <a:pt x="5846" y="3350"/>
                    <a:pt x="5769" y="3428"/>
                    <a:pt x="5769" y="3523"/>
                  </a:cubicBezTo>
                  <a:cubicBezTo>
                    <a:pt x="5769" y="3618"/>
                    <a:pt x="5846" y="3696"/>
                    <a:pt x="5942" y="3696"/>
                  </a:cubicBezTo>
                  <a:lnTo>
                    <a:pt x="5945" y="3696"/>
                  </a:lnTo>
                  <a:cubicBezTo>
                    <a:pt x="6038" y="3696"/>
                    <a:pt x="6114" y="3620"/>
                    <a:pt x="6114" y="3524"/>
                  </a:cubicBezTo>
                  <a:lnTo>
                    <a:pt x="6114" y="3523"/>
                  </a:lnTo>
                  <a:cubicBezTo>
                    <a:pt x="6114" y="3428"/>
                    <a:pt x="6037" y="3350"/>
                    <a:pt x="5942" y="3350"/>
                  </a:cubicBezTo>
                  <a:close/>
                  <a:moveTo>
                    <a:pt x="6972" y="3350"/>
                  </a:moveTo>
                  <a:cubicBezTo>
                    <a:pt x="6877" y="3350"/>
                    <a:pt x="6799" y="3428"/>
                    <a:pt x="6799" y="3523"/>
                  </a:cubicBezTo>
                  <a:cubicBezTo>
                    <a:pt x="6799" y="3618"/>
                    <a:pt x="6877" y="3696"/>
                    <a:pt x="6972" y="3696"/>
                  </a:cubicBezTo>
                  <a:lnTo>
                    <a:pt x="6975" y="3696"/>
                  </a:lnTo>
                  <a:cubicBezTo>
                    <a:pt x="7069" y="3696"/>
                    <a:pt x="7145" y="3620"/>
                    <a:pt x="7145" y="3524"/>
                  </a:cubicBezTo>
                  <a:lnTo>
                    <a:pt x="7145" y="3523"/>
                  </a:lnTo>
                  <a:cubicBezTo>
                    <a:pt x="7145" y="3428"/>
                    <a:pt x="7067" y="3350"/>
                    <a:pt x="6972" y="3350"/>
                  </a:cubicBezTo>
                  <a:close/>
                  <a:moveTo>
                    <a:pt x="8004" y="3350"/>
                  </a:moveTo>
                  <a:cubicBezTo>
                    <a:pt x="7908" y="3350"/>
                    <a:pt x="7831" y="3428"/>
                    <a:pt x="7831" y="3523"/>
                  </a:cubicBezTo>
                  <a:cubicBezTo>
                    <a:pt x="7831" y="3618"/>
                    <a:pt x="7908" y="3696"/>
                    <a:pt x="8004" y="3696"/>
                  </a:cubicBezTo>
                  <a:cubicBezTo>
                    <a:pt x="8099" y="3696"/>
                    <a:pt x="8175" y="3620"/>
                    <a:pt x="8175" y="3524"/>
                  </a:cubicBezTo>
                  <a:lnTo>
                    <a:pt x="8175" y="3523"/>
                  </a:lnTo>
                  <a:lnTo>
                    <a:pt x="8176" y="3523"/>
                  </a:lnTo>
                  <a:cubicBezTo>
                    <a:pt x="8176" y="3428"/>
                    <a:pt x="8099" y="3350"/>
                    <a:pt x="8004" y="3350"/>
                  </a:cubicBezTo>
                  <a:close/>
                  <a:moveTo>
                    <a:pt x="5428" y="3350"/>
                  </a:moveTo>
                  <a:cubicBezTo>
                    <a:pt x="5333" y="3350"/>
                    <a:pt x="5255" y="3428"/>
                    <a:pt x="5255" y="3523"/>
                  </a:cubicBezTo>
                  <a:cubicBezTo>
                    <a:pt x="5255" y="3618"/>
                    <a:pt x="5333" y="3696"/>
                    <a:pt x="5428" y="3696"/>
                  </a:cubicBezTo>
                  <a:cubicBezTo>
                    <a:pt x="5429" y="3696"/>
                    <a:pt x="5430" y="3696"/>
                    <a:pt x="5431" y="3696"/>
                  </a:cubicBezTo>
                  <a:cubicBezTo>
                    <a:pt x="5525" y="3696"/>
                    <a:pt x="5601" y="3620"/>
                    <a:pt x="5601" y="3527"/>
                  </a:cubicBezTo>
                  <a:lnTo>
                    <a:pt x="5601" y="3523"/>
                  </a:lnTo>
                  <a:cubicBezTo>
                    <a:pt x="5601" y="3428"/>
                    <a:pt x="5523" y="3350"/>
                    <a:pt x="5428" y="3350"/>
                  </a:cubicBezTo>
                  <a:close/>
                  <a:moveTo>
                    <a:pt x="6458" y="3350"/>
                  </a:moveTo>
                  <a:cubicBezTo>
                    <a:pt x="6363" y="3350"/>
                    <a:pt x="6286" y="3428"/>
                    <a:pt x="6286" y="3523"/>
                  </a:cubicBezTo>
                  <a:cubicBezTo>
                    <a:pt x="6286" y="3618"/>
                    <a:pt x="6363" y="3696"/>
                    <a:pt x="6458" y="3696"/>
                  </a:cubicBezTo>
                  <a:cubicBezTo>
                    <a:pt x="6459" y="3696"/>
                    <a:pt x="6460" y="3696"/>
                    <a:pt x="6461" y="3696"/>
                  </a:cubicBezTo>
                  <a:cubicBezTo>
                    <a:pt x="6554" y="3696"/>
                    <a:pt x="6630" y="3620"/>
                    <a:pt x="6631" y="3527"/>
                  </a:cubicBezTo>
                  <a:lnTo>
                    <a:pt x="6631" y="3523"/>
                  </a:lnTo>
                  <a:cubicBezTo>
                    <a:pt x="6631" y="3428"/>
                    <a:pt x="6554" y="3350"/>
                    <a:pt x="6458" y="3350"/>
                  </a:cubicBezTo>
                  <a:close/>
                  <a:moveTo>
                    <a:pt x="7489" y="3350"/>
                  </a:moveTo>
                  <a:cubicBezTo>
                    <a:pt x="7393" y="3350"/>
                    <a:pt x="7316" y="3428"/>
                    <a:pt x="7316" y="3523"/>
                  </a:cubicBezTo>
                  <a:cubicBezTo>
                    <a:pt x="7316" y="3618"/>
                    <a:pt x="7393" y="3696"/>
                    <a:pt x="7489" y="3696"/>
                  </a:cubicBezTo>
                  <a:cubicBezTo>
                    <a:pt x="7490" y="3696"/>
                    <a:pt x="7490" y="3696"/>
                    <a:pt x="7491" y="3696"/>
                  </a:cubicBezTo>
                  <a:cubicBezTo>
                    <a:pt x="7584" y="3696"/>
                    <a:pt x="7660" y="3620"/>
                    <a:pt x="7661" y="3527"/>
                  </a:cubicBezTo>
                  <a:lnTo>
                    <a:pt x="7661" y="3523"/>
                  </a:lnTo>
                  <a:cubicBezTo>
                    <a:pt x="7661" y="3428"/>
                    <a:pt x="7584" y="3350"/>
                    <a:pt x="7489" y="3350"/>
                  </a:cubicBezTo>
                  <a:close/>
                  <a:moveTo>
                    <a:pt x="148" y="3462"/>
                  </a:moveTo>
                  <a:cubicBezTo>
                    <a:pt x="66" y="3471"/>
                    <a:pt x="8" y="3545"/>
                    <a:pt x="19" y="3627"/>
                  </a:cubicBezTo>
                  <a:cubicBezTo>
                    <a:pt x="26" y="3696"/>
                    <a:pt x="80" y="3749"/>
                    <a:pt x="148" y="3758"/>
                  </a:cubicBezTo>
                  <a:lnTo>
                    <a:pt x="750" y="3758"/>
                  </a:lnTo>
                  <a:cubicBezTo>
                    <a:pt x="832" y="3758"/>
                    <a:pt x="899" y="3691"/>
                    <a:pt x="899" y="3609"/>
                  </a:cubicBezTo>
                  <a:cubicBezTo>
                    <a:pt x="899" y="3527"/>
                    <a:pt x="832" y="3462"/>
                    <a:pt x="750" y="3462"/>
                  </a:cubicBezTo>
                  <a:close/>
                  <a:moveTo>
                    <a:pt x="3309" y="3460"/>
                  </a:moveTo>
                  <a:cubicBezTo>
                    <a:pt x="3227" y="3471"/>
                    <a:pt x="3169" y="3545"/>
                    <a:pt x="3178" y="3627"/>
                  </a:cubicBezTo>
                  <a:cubicBezTo>
                    <a:pt x="3187" y="3696"/>
                    <a:pt x="3241" y="3749"/>
                    <a:pt x="3309" y="3758"/>
                  </a:cubicBezTo>
                  <a:lnTo>
                    <a:pt x="4887" y="3758"/>
                  </a:lnTo>
                  <a:cubicBezTo>
                    <a:pt x="4969" y="3758"/>
                    <a:pt x="5036" y="3691"/>
                    <a:pt x="5036" y="3608"/>
                  </a:cubicBezTo>
                  <a:cubicBezTo>
                    <a:pt x="5035" y="3527"/>
                    <a:pt x="4968" y="3460"/>
                    <a:pt x="4887" y="3460"/>
                  </a:cubicBezTo>
                  <a:close/>
                  <a:moveTo>
                    <a:pt x="148" y="4148"/>
                  </a:moveTo>
                  <a:cubicBezTo>
                    <a:pt x="66" y="4157"/>
                    <a:pt x="8" y="4232"/>
                    <a:pt x="19" y="4314"/>
                  </a:cubicBezTo>
                  <a:cubicBezTo>
                    <a:pt x="26" y="4382"/>
                    <a:pt x="80" y="4436"/>
                    <a:pt x="148" y="4445"/>
                  </a:cubicBezTo>
                  <a:lnTo>
                    <a:pt x="750" y="4445"/>
                  </a:lnTo>
                  <a:cubicBezTo>
                    <a:pt x="832" y="4445"/>
                    <a:pt x="899" y="4378"/>
                    <a:pt x="899" y="4296"/>
                  </a:cubicBezTo>
                  <a:cubicBezTo>
                    <a:pt x="899" y="4214"/>
                    <a:pt x="832" y="4148"/>
                    <a:pt x="750" y="4148"/>
                  </a:cubicBezTo>
                  <a:close/>
                  <a:moveTo>
                    <a:pt x="3309" y="4148"/>
                  </a:moveTo>
                  <a:cubicBezTo>
                    <a:pt x="3227" y="4157"/>
                    <a:pt x="3169" y="4232"/>
                    <a:pt x="3178" y="4314"/>
                  </a:cubicBezTo>
                  <a:cubicBezTo>
                    <a:pt x="3187" y="4382"/>
                    <a:pt x="3241" y="4436"/>
                    <a:pt x="3309" y="4445"/>
                  </a:cubicBezTo>
                  <a:lnTo>
                    <a:pt x="4887" y="4445"/>
                  </a:lnTo>
                  <a:cubicBezTo>
                    <a:pt x="4969" y="4445"/>
                    <a:pt x="5036" y="4378"/>
                    <a:pt x="5036" y="4294"/>
                  </a:cubicBezTo>
                  <a:cubicBezTo>
                    <a:pt x="5035" y="4214"/>
                    <a:pt x="4968" y="4148"/>
                    <a:pt x="4887" y="4148"/>
                  </a:cubicBezTo>
                  <a:close/>
                  <a:moveTo>
                    <a:pt x="5942" y="4766"/>
                  </a:moveTo>
                  <a:cubicBezTo>
                    <a:pt x="5846" y="4766"/>
                    <a:pt x="5769" y="4844"/>
                    <a:pt x="5769" y="4939"/>
                  </a:cubicBezTo>
                  <a:cubicBezTo>
                    <a:pt x="5769" y="5034"/>
                    <a:pt x="5846" y="5112"/>
                    <a:pt x="5942" y="5112"/>
                  </a:cubicBezTo>
                  <a:lnTo>
                    <a:pt x="5945" y="5112"/>
                  </a:lnTo>
                  <a:cubicBezTo>
                    <a:pt x="6038" y="5112"/>
                    <a:pt x="6114" y="5036"/>
                    <a:pt x="6114" y="4940"/>
                  </a:cubicBezTo>
                  <a:lnTo>
                    <a:pt x="6114" y="4939"/>
                  </a:lnTo>
                  <a:cubicBezTo>
                    <a:pt x="6114" y="4844"/>
                    <a:pt x="6037" y="4766"/>
                    <a:pt x="5942" y="4766"/>
                  </a:cubicBezTo>
                  <a:close/>
                  <a:moveTo>
                    <a:pt x="6972" y="4766"/>
                  </a:moveTo>
                  <a:cubicBezTo>
                    <a:pt x="6877" y="4766"/>
                    <a:pt x="6799" y="4844"/>
                    <a:pt x="6799" y="4939"/>
                  </a:cubicBezTo>
                  <a:cubicBezTo>
                    <a:pt x="6799" y="5034"/>
                    <a:pt x="6877" y="5112"/>
                    <a:pt x="6972" y="5112"/>
                  </a:cubicBezTo>
                  <a:lnTo>
                    <a:pt x="6975" y="5112"/>
                  </a:lnTo>
                  <a:cubicBezTo>
                    <a:pt x="7069" y="5112"/>
                    <a:pt x="7145" y="5036"/>
                    <a:pt x="7145" y="4940"/>
                  </a:cubicBezTo>
                  <a:lnTo>
                    <a:pt x="7145" y="4939"/>
                  </a:lnTo>
                  <a:cubicBezTo>
                    <a:pt x="7145" y="4844"/>
                    <a:pt x="7067" y="4766"/>
                    <a:pt x="6972" y="4766"/>
                  </a:cubicBezTo>
                  <a:close/>
                  <a:moveTo>
                    <a:pt x="8004" y="4766"/>
                  </a:moveTo>
                  <a:cubicBezTo>
                    <a:pt x="7908" y="4766"/>
                    <a:pt x="7831" y="4844"/>
                    <a:pt x="7831" y="4939"/>
                  </a:cubicBezTo>
                  <a:cubicBezTo>
                    <a:pt x="7831" y="5034"/>
                    <a:pt x="7908" y="5112"/>
                    <a:pt x="8004" y="5112"/>
                  </a:cubicBezTo>
                  <a:cubicBezTo>
                    <a:pt x="8099" y="5112"/>
                    <a:pt x="8175" y="5036"/>
                    <a:pt x="8175" y="4940"/>
                  </a:cubicBezTo>
                  <a:lnTo>
                    <a:pt x="8175" y="4939"/>
                  </a:lnTo>
                  <a:lnTo>
                    <a:pt x="8176" y="4939"/>
                  </a:lnTo>
                  <a:cubicBezTo>
                    <a:pt x="8176" y="4844"/>
                    <a:pt x="8099" y="4766"/>
                    <a:pt x="8004" y="4766"/>
                  </a:cubicBezTo>
                  <a:close/>
                  <a:moveTo>
                    <a:pt x="5428" y="4766"/>
                  </a:moveTo>
                  <a:cubicBezTo>
                    <a:pt x="5333" y="4766"/>
                    <a:pt x="5255" y="4844"/>
                    <a:pt x="5255" y="4939"/>
                  </a:cubicBezTo>
                  <a:cubicBezTo>
                    <a:pt x="5255" y="5034"/>
                    <a:pt x="5333" y="5112"/>
                    <a:pt x="5428" y="5112"/>
                  </a:cubicBezTo>
                  <a:cubicBezTo>
                    <a:pt x="5429" y="5112"/>
                    <a:pt x="5430" y="5112"/>
                    <a:pt x="5431" y="5112"/>
                  </a:cubicBezTo>
                  <a:cubicBezTo>
                    <a:pt x="5525" y="5112"/>
                    <a:pt x="5601" y="5036"/>
                    <a:pt x="5601" y="4943"/>
                  </a:cubicBezTo>
                  <a:lnTo>
                    <a:pt x="5601" y="4939"/>
                  </a:lnTo>
                  <a:cubicBezTo>
                    <a:pt x="5601" y="4844"/>
                    <a:pt x="5523" y="4766"/>
                    <a:pt x="5428" y="4766"/>
                  </a:cubicBezTo>
                  <a:close/>
                  <a:moveTo>
                    <a:pt x="6458" y="4766"/>
                  </a:moveTo>
                  <a:cubicBezTo>
                    <a:pt x="6363" y="4766"/>
                    <a:pt x="6286" y="4844"/>
                    <a:pt x="6286" y="4939"/>
                  </a:cubicBezTo>
                  <a:cubicBezTo>
                    <a:pt x="6286" y="5034"/>
                    <a:pt x="6363" y="5112"/>
                    <a:pt x="6458" y="5112"/>
                  </a:cubicBezTo>
                  <a:cubicBezTo>
                    <a:pt x="6459" y="5112"/>
                    <a:pt x="6460" y="5112"/>
                    <a:pt x="6461" y="5112"/>
                  </a:cubicBezTo>
                  <a:cubicBezTo>
                    <a:pt x="6554" y="5112"/>
                    <a:pt x="6630" y="5036"/>
                    <a:pt x="6631" y="4943"/>
                  </a:cubicBezTo>
                  <a:lnTo>
                    <a:pt x="6631" y="4939"/>
                  </a:lnTo>
                  <a:cubicBezTo>
                    <a:pt x="6631" y="4844"/>
                    <a:pt x="6554" y="4766"/>
                    <a:pt x="6458" y="4766"/>
                  </a:cubicBezTo>
                  <a:close/>
                  <a:moveTo>
                    <a:pt x="7489" y="4766"/>
                  </a:moveTo>
                  <a:cubicBezTo>
                    <a:pt x="7393" y="4766"/>
                    <a:pt x="7316" y="4844"/>
                    <a:pt x="7316" y="4939"/>
                  </a:cubicBezTo>
                  <a:cubicBezTo>
                    <a:pt x="7316" y="5034"/>
                    <a:pt x="7393" y="5112"/>
                    <a:pt x="7489" y="5112"/>
                  </a:cubicBezTo>
                  <a:cubicBezTo>
                    <a:pt x="7490" y="5112"/>
                    <a:pt x="7490" y="5112"/>
                    <a:pt x="7491" y="5112"/>
                  </a:cubicBezTo>
                  <a:cubicBezTo>
                    <a:pt x="7584" y="5112"/>
                    <a:pt x="7660" y="5036"/>
                    <a:pt x="7661" y="4943"/>
                  </a:cubicBezTo>
                  <a:lnTo>
                    <a:pt x="7661" y="4939"/>
                  </a:lnTo>
                  <a:cubicBezTo>
                    <a:pt x="7661" y="4844"/>
                    <a:pt x="7584" y="4766"/>
                    <a:pt x="7489" y="4766"/>
                  </a:cubicBezTo>
                  <a:close/>
                  <a:moveTo>
                    <a:pt x="148" y="4835"/>
                  </a:moveTo>
                  <a:cubicBezTo>
                    <a:pt x="66" y="4845"/>
                    <a:pt x="8" y="4919"/>
                    <a:pt x="19" y="5001"/>
                  </a:cubicBezTo>
                  <a:cubicBezTo>
                    <a:pt x="26" y="5068"/>
                    <a:pt x="80" y="5123"/>
                    <a:pt x="148" y="5131"/>
                  </a:cubicBezTo>
                  <a:lnTo>
                    <a:pt x="750" y="5131"/>
                  </a:lnTo>
                  <a:cubicBezTo>
                    <a:pt x="832" y="5131"/>
                    <a:pt x="899" y="5065"/>
                    <a:pt x="899" y="4984"/>
                  </a:cubicBezTo>
                  <a:cubicBezTo>
                    <a:pt x="899" y="4902"/>
                    <a:pt x="832" y="4835"/>
                    <a:pt x="750" y="4835"/>
                  </a:cubicBezTo>
                  <a:close/>
                  <a:moveTo>
                    <a:pt x="3309" y="4835"/>
                  </a:moveTo>
                  <a:cubicBezTo>
                    <a:pt x="3227" y="4844"/>
                    <a:pt x="3169" y="4918"/>
                    <a:pt x="3178" y="5000"/>
                  </a:cubicBezTo>
                  <a:cubicBezTo>
                    <a:pt x="3187" y="5068"/>
                    <a:pt x="3241" y="5122"/>
                    <a:pt x="3309" y="5131"/>
                  </a:cubicBezTo>
                  <a:lnTo>
                    <a:pt x="4887" y="5131"/>
                  </a:lnTo>
                  <a:cubicBezTo>
                    <a:pt x="4969" y="5131"/>
                    <a:pt x="5035" y="5065"/>
                    <a:pt x="5036" y="4984"/>
                  </a:cubicBezTo>
                  <a:cubicBezTo>
                    <a:pt x="5036" y="4902"/>
                    <a:pt x="4969" y="4835"/>
                    <a:pt x="4887" y="4835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37"/>
            <p:cNvSpPr/>
            <p:nvPr/>
          </p:nvSpPr>
          <p:spPr>
            <a:xfrm>
              <a:off x="4779175" y="4910650"/>
              <a:ext cx="1850" cy="300"/>
            </a:xfrm>
            <a:custGeom>
              <a:rect b="b" l="l" r="r" t="t"/>
              <a:pathLst>
                <a:path extrusionOk="0" h="12" w="74">
                  <a:moveTo>
                    <a:pt x="1" y="1"/>
                  </a:moveTo>
                  <a:lnTo>
                    <a:pt x="74" y="1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37"/>
            <p:cNvSpPr/>
            <p:nvPr/>
          </p:nvSpPr>
          <p:spPr>
            <a:xfrm>
              <a:off x="4776500" y="4907975"/>
              <a:ext cx="7175" cy="5600"/>
            </a:xfrm>
            <a:custGeom>
              <a:rect b="b" l="l" r="r" t="t"/>
              <a:pathLst>
                <a:path extrusionOk="0" h="224" w="287">
                  <a:moveTo>
                    <a:pt x="106" y="1"/>
                  </a:moveTo>
                  <a:cubicBezTo>
                    <a:pt x="55" y="1"/>
                    <a:pt x="10" y="39"/>
                    <a:pt x="2" y="91"/>
                  </a:cubicBezTo>
                  <a:cubicBezTo>
                    <a:pt x="0" y="97"/>
                    <a:pt x="0" y="102"/>
                    <a:pt x="0" y="108"/>
                  </a:cubicBezTo>
                  <a:cubicBezTo>
                    <a:pt x="0" y="160"/>
                    <a:pt x="39" y="205"/>
                    <a:pt x="91" y="214"/>
                  </a:cubicBezTo>
                  <a:lnTo>
                    <a:pt x="164" y="224"/>
                  </a:lnTo>
                  <a:lnTo>
                    <a:pt x="181" y="224"/>
                  </a:lnTo>
                  <a:cubicBezTo>
                    <a:pt x="233" y="224"/>
                    <a:pt x="277" y="187"/>
                    <a:pt x="285" y="133"/>
                  </a:cubicBezTo>
                  <a:cubicBezTo>
                    <a:pt x="286" y="129"/>
                    <a:pt x="286" y="123"/>
                    <a:pt x="286" y="118"/>
                  </a:cubicBezTo>
                  <a:cubicBezTo>
                    <a:pt x="286" y="66"/>
                    <a:pt x="249" y="20"/>
                    <a:pt x="195" y="12"/>
                  </a:cubicBezTo>
                  <a:lnTo>
                    <a:pt x="122" y="2"/>
                  </a:lnTo>
                  <a:cubicBezTo>
                    <a:pt x="117" y="1"/>
                    <a:pt x="112" y="1"/>
                    <a:pt x="1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37"/>
            <p:cNvSpPr/>
            <p:nvPr/>
          </p:nvSpPr>
          <p:spPr>
            <a:xfrm>
              <a:off x="4804825" y="4914350"/>
              <a:ext cx="23625" cy="2650"/>
            </a:xfrm>
            <a:custGeom>
              <a:rect b="b" l="l" r="r" t="t"/>
              <a:pathLst>
                <a:path extrusionOk="0" h="106" w="945">
                  <a:moveTo>
                    <a:pt x="0" y="0"/>
                  </a:moveTo>
                  <a:cubicBezTo>
                    <a:pt x="49" y="6"/>
                    <a:pt x="97" y="12"/>
                    <a:pt x="146" y="18"/>
                  </a:cubicBezTo>
                  <a:lnTo>
                    <a:pt x="146" y="18"/>
                  </a:lnTo>
                  <a:cubicBezTo>
                    <a:pt x="97" y="12"/>
                    <a:pt x="49" y="6"/>
                    <a:pt x="0" y="0"/>
                  </a:cubicBezTo>
                  <a:close/>
                  <a:moveTo>
                    <a:pt x="146" y="18"/>
                  </a:moveTo>
                  <a:lnTo>
                    <a:pt x="146" y="18"/>
                  </a:lnTo>
                  <a:cubicBezTo>
                    <a:pt x="370" y="46"/>
                    <a:pt x="593" y="71"/>
                    <a:pt x="815" y="93"/>
                  </a:cubicBezTo>
                  <a:lnTo>
                    <a:pt x="815" y="93"/>
                  </a:lnTo>
                  <a:cubicBezTo>
                    <a:pt x="593" y="69"/>
                    <a:pt x="369" y="45"/>
                    <a:pt x="146" y="18"/>
                  </a:cubicBezTo>
                  <a:close/>
                  <a:moveTo>
                    <a:pt x="815" y="93"/>
                  </a:moveTo>
                  <a:cubicBezTo>
                    <a:pt x="822" y="94"/>
                    <a:pt x="829" y="95"/>
                    <a:pt x="836" y="95"/>
                  </a:cubicBezTo>
                  <a:lnTo>
                    <a:pt x="911" y="103"/>
                  </a:lnTo>
                  <a:lnTo>
                    <a:pt x="911" y="103"/>
                  </a:lnTo>
                  <a:cubicBezTo>
                    <a:pt x="879" y="100"/>
                    <a:pt x="847" y="96"/>
                    <a:pt x="815" y="93"/>
                  </a:cubicBezTo>
                  <a:close/>
                  <a:moveTo>
                    <a:pt x="911" y="103"/>
                  </a:moveTo>
                  <a:cubicBezTo>
                    <a:pt x="922" y="104"/>
                    <a:pt x="933" y="105"/>
                    <a:pt x="944" y="106"/>
                  </a:cubicBezTo>
                  <a:lnTo>
                    <a:pt x="911" y="103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37"/>
            <p:cNvSpPr/>
            <p:nvPr/>
          </p:nvSpPr>
          <p:spPr>
            <a:xfrm>
              <a:off x="4801950" y="4911675"/>
              <a:ext cx="29300" cy="8025"/>
            </a:xfrm>
            <a:custGeom>
              <a:rect b="b" l="l" r="r" t="t"/>
              <a:pathLst>
                <a:path extrusionOk="0" h="321" w="1172">
                  <a:moveTo>
                    <a:pt x="115" y="1"/>
                  </a:moveTo>
                  <a:cubicBezTo>
                    <a:pt x="62" y="1"/>
                    <a:pt x="16" y="39"/>
                    <a:pt x="8" y="94"/>
                  </a:cubicBezTo>
                  <a:cubicBezTo>
                    <a:pt x="1" y="152"/>
                    <a:pt x="42" y="205"/>
                    <a:pt x="101" y="213"/>
                  </a:cubicBezTo>
                  <a:cubicBezTo>
                    <a:pt x="171" y="222"/>
                    <a:pt x="239" y="229"/>
                    <a:pt x="307" y="238"/>
                  </a:cubicBezTo>
                  <a:cubicBezTo>
                    <a:pt x="574" y="271"/>
                    <a:pt x="818" y="298"/>
                    <a:pt x="1049" y="320"/>
                  </a:cubicBezTo>
                  <a:lnTo>
                    <a:pt x="1059" y="320"/>
                  </a:lnTo>
                  <a:cubicBezTo>
                    <a:pt x="1114" y="320"/>
                    <a:pt x="1161" y="278"/>
                    <a:pt x="1165" y="223"/>
                  </a:cubicBezTo>
                  <a:cubicBezTo>
                    <a:pt x="1171" y="165"/>
                    <a:pt x="1128" y="113"/>
                    <a:pt x="1070" y="107"/>
                  </a:cubicBezTo>
                  <a:lnTo>
                    <a:pt x="934" y="94"/>
                  </a:lnTo>
                  <a:cubicBezTo>
                    <a:pt x="735" y="71"/>
                    <a:pt x="535" y="51"/>
                    <a:pt x="334" y="27"/>
                  </a:cubicBezTo>
                  <a:cubicBezTo>
                    <a:pt x="267" y="18"/>
                    <a:pt x="199" y="10"/>
                    <a:pt x="129" y="1"/>
                  </a:cubicBezTo>
                  <a:cubicBezTo>
                    <a:pt x="124" y="1"/>
                    <a:pt x="120" y="1"/>
                    <a:pt x="11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37"/>
            <p:cNvSpPr/>
            <p:nvPr/>
          </p:nvSpPr>
          <p:spPr>
            <a:xfrm>
              <a:off x="5252950" y="3360675"/>
              <a:ext cx="3575" cy="1250"/>
            </a:xfrm>
            <a:custGeom>
              <a:rect b="b" l="l" r="r" t="t"/>
              <a:pathLst>
                <a:path extrusionOk="0" h="50" w="143">
                  <a:moveTo>
                    <a:pt x="1" y="0"/>
                  </a:moveTo>
                  <a:lnTo>
                    <a:pt x="45" y="17"/>
                  </a:lnTo>
                  <a:lnTo>
                    <a:pt x="142" y="50"/>
                  </a:lnTo>
                  <a:lnTo>
                    <a:pt x="142" y="5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37"/>
            <p:cNvSpPr/>
            <p:nvPr/>
          </p:nvSpPr>
          <p:spPr>
            <a:xfrm>
              <a:off x="5249975" y="3358000"/>
              <a:ext cx="9525" cy="6575"/>
            </a:xfrm>
            <a:custGeom>
              <a:rect b="b" l="l" r="r" t="t"/>
              <a:pathLst>
                <a:path extrusionOk="0" h="263" w="381">
                  <a:moveTo>
                    <a:pt x="120" y="0"/>
                  </a:moveTo>
                  <a:cubicBezTo>
                    <a:pt x="77" y="0"/>
                    <a:pt x="36" y="27"/>
                    <a:pt x="20" y="70"/>
                  </a:cubicBezTo>
                  <a:cubicBezTo>
                    <a:pt x="1" y="125"/>
                    <a:pt x="27" y="186"/>
                    <a:pt x="82" y="207"/>
                  </a:cubicBezTo>
                  <a:lnTo>
                    <a:pt x="227" y="258"/>
                  </a:lnTo>
                  <a:cubicBezTo>
                    <a:pt x="239" y="261"/>
                    <a:pt x="249" y="262"/>
                    <a:pt x="261" y="262"/>
                  </a:cubicBezTo>
                  <a:cubicBezTo>
                    <a:pt x="304" y="262"/>
                    <a:pt x="346" y="236"/>
                    <a:pt x="361" y="191"/>
                  </a:cubicBezTo>
                  <a:cubicBezTo>
                    <a:pt x="380" y="134"/>
                    <a:pt x="350" y="75"/>
                    <a:pt x="295" y="55"/>
                  </a:cubicBezTo>
                  <a:lnTo>
                    <a:pt x="155" y="6"/>
                  </a:lnTo>
                  <a:cubicBezTo>
                    <a:pt x="144" y="2"/>
                    <a:pt x="132" y="0"/>
                    <a:pt x="1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37"/>
            <p:cNvSpPr/>
            <p:nvPr/>
          </p:nvSpPr>
          <p:spPr>
            <a:xfrm>
              <a:off x="4811750" y="4674325"/>
              <a:ext cx="539975" cy="642400"/>
            </a:xfrm>
            <a:custGeom>
              <a:rect b="b" l="l" r="r" t="t"/>
              <a:pathLst>
                <a:path extrusionOk="0" h="25696" w="21599">
                  <a:moveTo>
                    <a:pt x="0" y="1"/>
                  </a:moveTo>
                  <a:lnTo>
                    <a:pt x="0" y="14896"/>
                  </a:lnTo>
                  <a:cubicBezTo>
                    <a:pt x="0" y="20861"/>
                    <a:pt x="4835" y="25695"/>
                    <a:pt x="10800" y="25695"/>
                  </a:cubicBezTo>
                  <a:cubicBezTo>
                    <a:pt x="16764" y="25695"/>
                    <a:pt x="21599" y="20861"/>
                    <a:pt x="21599" y="14896"/>
                  </a:cubicBezTo>
                  <a:lnTo>
                    <a:pt x="21599" y="37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37"/>
            <p:cNvSpPr/>
            <p:nvPr/>
          </p:nvSpPr>
          <p:spPr>
            <a:xfrm>
              <a:off x="4809075" y="4671650"/>
              <a:ext cx="545325" cy="647700"/>
            </a:xfrm>
            <a:custGeom>
              <a:rect b="b" l="l" r="r" t="t"/>
              <a:pathLst>
                <a:path extrusionOk="0" h="25908" w="21813">
                  <a:moveTo>
                    <a:pt x="215" y="215"/>
                  </a:moveTo>
                  <a:lnTo>
                    <a:pt x="21599" y="585"/>
                  </a:lnTo>
                  <a:lnTo>
                    <a:pt x="21599" y="15003"/>
                  </a:lnTo>
                  <a:cubicBezTo>
                    <a:pt x="21599" y="20899"/>
                    <a:pt x="16803" y="25695"/>
                    <a:pt x="10907" y="25695"/>
                  </a:cubicBezTo>
                  <a:cubicBezTo>
                    <a:pt x="5010" y="25695"/>
                    <a:pt x="215" y="20899"/>
                    <a:pt x="215" y="15003"/>
                  </a:cubicBezTo>
                  <a:lnTo>
                    <a:pt x="215" y="215"/>
                  </a:lnTo>
                  <a:close/>
                  <a:moveTo>
                    <a:pt x="103" y="0"/>
                  </a:moveTo>
                  <a:cubicBezTo>
                    <a:pt x="73" y="0"/>
                    <a:pt x="51" y="12"/>
                    <a:pt x="33" y="32"/>
                  </a:cubicBezTo>
                  <a:cubicBezTo>
                    <a:pt x="12" y="51"/>
                    <a:pt x="0" y="78"/>
                    <a:pt x="0" y="108"/>
                  </a:cubicBezTo>
                  <a:lnTo>
                    <a:pt x="0" y="15003"/>
                  </a:lnTo>
                  <a:cubicBezTo>
                    <a:pt x="0" y="21017"/>
                    <a:pt x="4893" y="25908"/>
                    <a:pt x="10907" y="25908"/>
                  </a:cubicBezTo>
                  <a:cubicBezTo>
                    <a:pt x="16920" y="25908"/>
                    <a:pt x="21813" y="21017"/>
                    <a:pt x="21813" y="15003"/>
                  </a:cubicBezTo>
                  <a:lnTo>
                    <a:pt x="21813" y="480"/>
                  </a:lnTo>
                  <a:cubicBezTo>
                    <a:pt x="21813" y="422"/>
                    <a:pt x="21765" y="374"/>
                    <a:pt x="21707" y="374"/>
                  </a:cubicBezTo>
                  <a:lnTo>
                    <a:pt x="109" y="0"/>
                  </a:lnTo>
                  <a:cubicBezTo>
                    <a:pt x="107" y="0"/>
                    <a:pt x="105" y="0"/>
                    <a:pt x="10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37"/>
            <p:cNvSpPr/>
            <p:nvPr/>
          </p:nvSpPr>
          <p:spPr>
            <a:xfrm>
              <a:off x="5232225" y="4898700"/>
              <a:ext cx="65000" cy="94025"/>
            </a:xfrm>
            <a:custGeom>
              <a:rect b="b" l="l" r="r" t="t"/>
              <a:pathLst>
                <a:path extrusionOk="0" h="3761" w="2600">
                  <a:moveTo>
                    <a:pt x="1299" y="1"/>
                  </a:moveTo>
                  <a:cubicBezTo>
                    <a:pt x="582" y="1"/>
                    <a:pt x="0" y="841"/>
                    <a:pt x="0" y="1880"/>
                  </a:cubicBezTo>
                  <a:cubicBezTo>
                    <a:pt x="0" y="2918"/>
                    <a:pt x="581" y="3760"/>
                    <a:pt x="1299" y="3760"/>
                  </a:cubicBezTo>
                  <a:cubicBezTo>
                    <a:pt x="2018" y="3760"/>
                    <a:pt x="2600" y="2918"/>
                    <a:pt x="2600" y="1880"/>
                  </a:cubicBezTo>
                  <a:cubicBezTo>
                    <a:pt x="2600" y="841"/>
                    <a:pt x="2016" y="1"/>
                    <a:pt x="1299" y="1"/>
                  </a:cubicBezTo>
                  <a:close/>
                </a:path>
              </a:pathLst>
            </a:custGeom>
            <a:solidFill>
              <a:srgbClr val="3D3D3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37"/>
            <p:cNvSpPr/>
            <p:nvPr/>
          </p:nvSpPr>
          <p:spPr>
            <a:xfrm>
              <a:off x="5229550" y="4896025"/>
              <a:ext cx="70375" cy="99375"/>
            </a:xfrm>
            <a:custGeom>
              <a:rect b="b" l="l" r="r" t="t"/>
              <a:pathLst>
                <a:path extrusionOk="0" h="3975" w="2815">
                  <a:moveTo>
                    <a:pt x="1406" y="215"/>
                  </a:moveTo>
                  <a:cubicBezTo>
                    <a:pt x="2065" y="215"/>
                    <a:pt x="2600" y="1009"/>
                    <a:pt x="2600" y="1987"/>
                  </a:cubicBezTo>
                  <a:cubicBezTo>
                    <a:pt x="2600" y="2965"/>
                    <a:pt x="2064" y="3760"/>
                    <a:pt x="1406" y="3760"/>
                  </a:cubicBezTo>
                  <a:cubicBezTo>
                    <a:pt x="749" y="3760"/>
                    <a:pt x="215" y="2964"/>
                    <a:pt x="215" y="1987"/>
                  </a:cubicBezTo>
                  <a:cubicBezTo>
                    <a:pt x="215" y="1010"/>
                    <a:pt x="749" y="215"/>
                    <a:pt x="1406" y="215"/>
                  </a:cubicBezTo>
                  <a:close/>
                  <a:moveTo>
                    <a:pt x="1406" y="1"/>
                  </a:moveTo>
                  <a:cubicBezTo>
                    <a:pt x="631" y="1"/>
                    <a:pt x="0" y="891"/>
                    <a:pt x="0" y="1987"/>
                  </a:cubicBezTo>
                  <a:cubicBezTo>
                    <a:pt x="0" y="3083"/>
                    <a:pt x="631" y="3975"/>
                    <a:pt x="1406" y="3975"/>
                  </a:cubicBezTo>
                  <a:cubicBezTo>
                    <a:pt x="2181" y="3975"/>
                    <a:pt x="2814" y="3081"/>
                    <a:pt x="2814" y="1987"/>
                  </a:cubicBezTo>
                  <a:cubicBezTo>
                    <a:pt x="2814" y="893"/>
                    <a:pt x="2181" y="1"/>
                    <a:pt x="14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37"/>
            <p:cNvSpPr/>
            <p:nvPr/>
          </p:nvSpPr>
          <p:spPr>
            <a:xfrm>
              <a:off x="5232225" y="5059450"/>
              <a:ext cx="65000" cy="94000"/>
            </a:xfrm>
            <a:custGeom>
              <a:rect b="b" l="l" r="r" t="t"/>
              <a:pathLst>
                <a:path extrusionOk="0" h="3760" w="2600">
                  <a:moveTo>
                    <a:pt x="1299" y="0"/>
                  </a:moveTo>
                  <a:cubicBezTo>
                    <a:pt x="582" y="0"/>
                    <a:pt x="0" y="852"/>
                    <a:pt x="0" y="1879"/>
                  </a:cubicBezTo>
                  <a:cubicBezTo>
                    <a:pt x="0" y="2906"/>
                    <a:pt x="581" y="3760"/>
                    <a:pt x="1299" y="3760"/>
                  </a:cubicBezTo>
                  <a:cubicBezTo>
                    <a:pt x="2018" y="3760"/>
                    <a:pt x="2600" y="2917"/>
                    <a:pt x="2600" y="1879"/>
                  </a:cubicBezTo>
                  <a:cubicBezTo>
                    <a:pt x="2600" y="843"/>
                    <a:pt x="2016" y="0"/>
                    <a:pt x="1299" y="0"/>
                  </a:cubicBezTo>
                  <a:close/>
                </a:path>
              </a:pathLst>
            </a:custGeom>
            <a:solidFill>
              <a:srgbClr val="3D3D3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37"/>
            <p:cNvSpPr/>
            <p:nvPr/>
          </p:nvSpPr>
          <p:spPr>
            <a:xfrm>
              <a:off x="5229550" y="5056750"/>
              <a:ext cx="70375" cy="99375"/>
            </a:xfrm>
            <a:custGeom>
              <a:rect b="b" l="l" r="r" t="t"/>
              <a:pathLst>
                <a:path extrusionOk="0" h="3975" w="2815">
                  <a:moveTo>
                    <a:pt x="1406" y="215"/>
                  </a:moveTo>
                  <a:cubicBezTo>
                    <a:pt x="2065" y="215"/>
                    <a:pt x="2600" y="1009"/>
                    <a:pt x="2600" y="1987"/>
                  </a:cubicBezTo>
                  <a:cubicBezTo>
                    <a:pt x="2600" y="2965"/>
                    <a:pt x="2064" y="3762"/>
                    <a:pt x="1406" y="3762"/>
                  </a:cubicBezTo>
                  <a:cubicBezTo>
                    <a:pt x="749" y="3762"/>
                    <a:pt x="215" y="2947"/>
                    <a:pt x="215" y="1987"/>
                  </a:cubicBezTo>
                  <a:cubicBezTo>
                    <a:pt x="215" y="1027"/>
                    <a:pt x="759" y="215"/>
                    <a:pt x="1406" y="215"/>
                  </a:cubicBezTo>
                  <a:close/>
                  <a:moveTo>
                    <a:pt x="1406" y="1"/>
                  </a:moveTo>
                  <a:cubicBezTo>
                    <a:pt x="631" y="1"/>
                    <a:pt x="0" y="891"/>
                    <a:pt x="0" y="1987"/>
                  </a:cubicBezTo>
                  <a:cubicBezTo>
                    <a:pt x="0" y="3083"/>
                    <a:pt x="631" y="3975"/>
                    <a:pt x="1406" y="3975"/>
                  </a:cubicBezTo>
                  <a:cubicBezTo>
                    <a:pt x="2181" y="3975"/>
                    <a:pt x="2814" y="3081"/>
                    <a:pt x="2814" y="1987"/>
                  </a:cubicBezTo>
                  <a:cubicBezTo>
                    <a:pt x="2814" y="893"/>
                    <a:pt x="2181" y="1"/>
                    <a:pt x="14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37"/>
            <p:cNvSpPr/>
            <p:nvPr/>
          </p:nvSpPr>
          <p:spPr>
            <a:xfrm>
              <a:off x="4441675" y="3321075"/>
              <a:ext cx="1197300" cy="1599800"/>
            </a:xfrm>
            <a:custGeom>
              <a:rect b="b" l="l" r="r" t="t"/>
              <a:pathLst>
                <a:path extrusionOk="0" h="63992" w="47892">
                  <a:moveTo>
                    <a:pt x="23543" y="0"/>
                  </a:moveTo>
                  <a:cubicBezTo>
                    <a:pt x="21917" y="0"/>
                    <a:pt x="20292" y="147"/>
                    <a:pt x="18686" y="441"/>
                  </a:cubicBezTo>
                  <a:cubicBezTo>
                    <a:pt x="8131" y="2383"/>
                    <a:pt x="2307" y="12573"/>
                    <a:pt x="1458" y="16821"/>
                  </a:cubicBezTo>
                  <a:cubicBezTo>
                    <a:pt x="609" y="21069"/>
                    <a:pt x="970" y="29441"/>
                    <a:pt x="970" y="32236"/>
                  </a:cubicBezTo>
                  <a:cubicBezTo>
                    <a:pt x="970" y="35029"/>
                    <a:pt x="0" y="39514"/>
                    <a:pt x="1577" y="43884"/>
                  </a:cubicBezTo>
                  <a:cubicBezTo>
                    <a:pt x="3155" y="48252"/>
                    <a:pt x="6794" y="56252"/>
                    <a:pt x="7762" y="58320"/>
                  </a:cubicBezTo>
                  <a:cubicBezTo>
                    <a:pt x="8730" y="60389"/>
                    <a:pt x="9824" y="62932"/>
                    <a:pt x="13465" y="63539"/>
                  </a:cubicBezTo>
                  <a:cubicBezTo>
                    <a:pt x="13475" y="63555"/>
                    <a:pt x="13487" y="63572"/>
                    <a:pt x="13501" y="63588"/>
                  </a:cubicBezTo>
                  <a:lnTo>
                    <a:pt x="13574" y="63599"/>
                  </a:lnTo>
                  <a:cubicBezTo>
                    <a:pt x="14175" y="63692"/>
                    <a:pt x="14772" y="63767"/>
                    <a:pt x="15363" y="63829"/>
                  </a:cubicBezTo>
                  <a:lnTo>
                    <a:pt x="15473" y="63840"/>
                  </a:lnTo>
                  <a:cubicBezTo>
                    <a:pt x="15817" y="63873"/>
                    <a:pt x="16158" y="63901"/>
                    <a:pt x="16495" y="63925"/>
                  </a:cubicBezTo>
                  <a:cubicBezTo>
                    <a:pt x="16831" y="63946"/>
                    <a:pt x="17162" y="63963"/>
                    <a:pt x="17488" y="63975"/>
                  </a:cubicBezTo>
                  <a:cubicBezTo>
                    <a:pt x="17812" y="63986"/>
                    <a:pt x="18130" y="63992"/>
                    <a:pt x="18441" y="63992"/>
                  </a:cubicBezTo>
                  <a:cubicBezTo>
                    <a:pt x="20064" y="63992"/>
                    <a:pt x="21490" y="63842"/>
                    <a:pt x="22519" y="63539"/>
                  </a:cubicBezTo>
                  <a:cubicBezTo>
                    <a:pt x="24584" y="62930"/>
                    <a:pt x="38780" y="55771"/>
                    <a:pt x="40842" y="53589"/>
                  </a:cubicBezTo>
                  <a:cubicBezTo>
                    <a:pt x="42335" y="52000"/>
                    <a:pt x="43264" y="45020"/>
                    <a:pt x="43654" y="41333"/>
                  </a:cubicBezTo>
                  <a:lnTo>
                    <a:pt x="43654" y="41333"/>
                  </a:lnTo>
                  <a:cubicBezTo>
                    <a:pt x="43098" y="41546"/>
                    <a:pt x="42505" y="41656"/>
                    <a:pt x="41908" y="41656"/>
                  </a:cubicBezTo>
                  <a:cubicBezTo>
                    <a:pt x="38093" y="41656"/>
                    <a:pt x="35001" y="37179"/>
                    <a:pt x="35001" y="31665"/>
                  </a:cubicBezTo>
                  <a:cubicBezTo>
                    <a:pt x="35001" y="26153"/>
                    <a:pt x="38093" y="21678"/>
                    <a:pt x="41908" y="21678"/>
                  </a:cubicBezTo>
                  <a:cubicBezTo>
                    <a:pt x="44299" y="21678"/>
                    <a:pt x="46406" y="23435"/>
                    <a:pt x="47645" y="26104"/>
                  </a:cubicBezTo>
                  <a:cubicBezTo>
                    <a:pt x="47814" y="24839"/>
                    <a:pt x="47892" y="23561"/>
                    <a:pt x="47878" y="22285"/>
                  </a:cubicBezTo>
                  <a:cubicBezTo>
                    <a:pt x="47759" y="14397"/>
                    <a:pt x="41208" y="6267"/>
                    <a:pt x="36840" y="3597"/>
                  </a:cubicBezTo>
                  <a:lnTo>
                    <a:pt x="36838" y="3597"/>
                  </a:lnTo>
                  <a:cubicBezTo>
                    <a:pt x="36838" y="3597"/>
                    <a:pt x="36688" y="3499"/>
                    <a:pt x="36412" y="3343"/>
                  </a:cubicBezTo>
                  <a:cubicBezTo>
                    <a:pt x="36235" y="3243"/>
                    <a:pt x="36004" y="3117"/>
                    <a:pt x="35726" y="2975"/>
                  </a:cubicBezTo>
                  <a:lnTo>
                    <a:pt x="35706" y="2975"/>
                  </a:lnTo>
                  <a:lnTo>
                    <a:pt x="35431" y="2835"/>
                  </a:lnTo>
                  <a:lnTo>
                    <a:pt x="35397" y="2819"/>
                  </a:lnTo>
                  <a:lnTo>
                    <a:pt x="35103" y="2677"/>
                  </a:lnTo>
                  <a:lnTo>
                    <a:pt x="35050" y="2652"/>
                  </a:lnTo>
                  <a:lnTo>
                    <a:pt x="34736" y="2508"/>
                  </a:lnTo>
                  <a:lnTo>
                    <a:pt x="34672" y="2478"/>
                  </a:lnTo>
                  <a:lnTo>
                    <a:pt x="34331" y="2326"/>
                  </a:lnTo>
                  <a:lnTo>
                    <a:pt x="34265" y="2299"/>
                  </a:lnTo>
                  <a:lnTo>
                    <a:pt x="33891" y="2141"/>
                  </a:lnTo>
                  <a:lnTo>
                    <a:pt x="33728" y="2074"/>
                  </a:lnTo>
                  <a:lnTo>
                    <a:pt x="33422" y="1954"/>
                  </a:lnTo>
                  <a:lnTo>
                    <a:pt x="33229" y="1878"/>
                  </a:lnTo>
                  <a:lnTo>
                    <a:pt x="32947" y="1772"/>
                  </a:lnTo>
                  <a:lnTo>
                    <a:pt x="32947" y="1772"/>
                  </a:lnTo>
                  <a:lnTo>
                    <a:pt x="33086" y="1823"/>
                  </a:lnTo>
                  <a:lnTo>
                    <a:pt x="33011" y="1793"/>
                  </a:lnTo>
                  <a:lnTo>
                    <a:pt x="32755" y="1702"/>
                  </a:lnTo>
                  <a:lnTo>
                    <a:pt x="32498" y="1610"/>
                  </a:lnTo>
                  <a:lnTo>
                    <a:pt x="32216" y="1511"/>
                  </a:lnTo>
                  <a:lnTo>
                    <a:pt x="31932" y="1418"/>
                  </a:lnTo>
                  <a:lnTo>
                    <a:pt x="32070" y="1462"/>
                  </a:lnTo>
                  <a:lnTo>
                    <a:pt x="31913" y="1409"/>
                  </a:lnTo>
                  <a:cubicBezTo>
                    <a:pt x="31680" y="1333"/>
                    <a:pt x="31439" y="1258"/>
                    <a:pt x="31192" y="1185"/>
                  </a:cubicBezTo>
                  <a:lnTo>
                    <a:pt x="30979" y="1124"/>
                  </a:lnTo>
                  <a:lnTo>
                    <a:pt x="30961" y="1124"/>
                  </a:lnTo>
                  <a:cubicBezTo>
                    <a:pt x="30789" y="1072"/>
                    <a:pt x="30613" y="1023"/>
                    <a:pt x="30433" y="977"/>
                  </a:cubicBezTo>
                  <a:lnTo>
                    <a:pt x="30186" y="888"/>
                  </a:lnTo>
                  <a:lnTo>
                    <a:pt x="29590" y="742"/>
                  </a:lnTo>
                  <a:lnTo>
                    <a:pt x="29401" y="696"/>
                  </a:lnTo>
                  <a:lnTo>
                    <a:pt x="29603" y="678"/>
                  </a:lnTo>
                  <a:lnTo>
                    <a:pt x="29474" y="649"/>
                  </a:lnTo>
                  <a:cubicBezTo>
                    <a:pt x="29242" y="599"/>
                    <a:pt x="29008" y="550"/>
                    <a:pt x="28770" y="503"/>
                  </a:cubicBezTo>
                  <a:lnTo>
                    <a:pt x="28741" y="503"/>
                  </a:lnTo>
                  <a:cubicBezTo>
                    <a:pt x="28490" y="456"/>
                    <a:pt x="28232" y="411"/>
                    <a:pt x="27971" y="367"/>
                  </a:cubicBezTo>
                  <a:cubicBezTo>
                    <a:pt x="26505" y="122"/>
                    <a:pt x="25024" y="0"/>
                    <a:pt x="235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37"/>
            <p:cNvSpPr/>
            <p:nvPr/>
          </p:nvSpPr>
          <p:spPr>
            <a:xfrm>
              <a:off x="4448775" y="3318375"/>
              <a:ext cx="1192850" cy="1605175"/>
            </a:xfrm>
            <a:custGeom>
              <a:rect b="b" l="l" r="r" t="t"/>
              <a:pathLst>
                <a:path extrusionOk="0" h="64207" w="47714">
                  <a:moveTo>
                    <a:pt x="23259" y="214"/>
                  </a:moveTo>
                  <a:cubicBezTo>
                    <a:pt x="24732" y="214"/>
                    <a:pt x="26205" y="335"/>
                    <a:pt x="27670" y="579"/>
                  </a:cubicBezTo>
                  <a:cubicBezTo>
                    <a:pt x="27929" y="623"/>
                    <a:pt x="28186" y="670"/>
                    <a:pt x="28457" y="717"/>
                  </a:cubicBezTo>
                  <a:lnTo>
                    <a:pt x="28465" y="716"/>
                  </a:lnTo>
                  <a:cubicBezTo>
                    <a:pt x="28651" y="751"/>
                    <a:pt x="28832" y="790"/>
                    <a:pt x="29013" y="829"/>
                  </a:cubicBezTo>
                  <a:cubicBezTo>
                    <a:pt x="29022" y="866"/>
                    <a:pt x="29051" y="896"/>
                    <a:pt x="29090" y="906"/>
                  </a:cubicBezTo>
                  <a:lnTo>
                    <a:pt x="29864" y="1095"/>
                  </a:lnTo>
                  <a:lnTo>
                    <a:pt x="30122" y="1188"/>
                  </a:lnTo>
                  <a:cubicBezTo>
                    <a:pt x="30299" y="1234"/>
                    <a:pt x="30475" y="1283"/>
                    <a:pt x="30647" y="1334"/>
                  </a:cubicBezTo>
                  <a:cubicBezTo>
                    <a:pt x="30656" y="1337"/>
                    <a:pt x="30667" y="1338"/>
                    <a:pt x="30677" y="1338"/>
                  </a:cubicBezTo>
                  <a:lnTo>
                    <a:pt x="30878" y="1396"/>
                  </a:lnTo>
                  <a:cubicBezTo>
                    <a:pt x="31124" y="1468"/>
                    <a:pt x="31364" y="1542"/>
                    <a:pt x="31594" y="1618"/>
                  </a:cubicBezTo>
                  <a:lnTo>
                    <a:pt x="31596" y="1618"/>
                  </a:lnTo>
                  <a:cubicBezTo>
                    <a:pt x="31602" y="1622"/>
                    <a:pt x="31608" y="1625"/>
                    <a:pt x="31614" y="1627"/>
                  </a:cubicBezTo>
                  <a:lnTo>
                    <a:pt x="32610" y="1972"/>
                  </a:lnTo>
                  <a:cubicBezTo>
                    <a:pt x="32614" y="1975"/>
                    <a:pt x="32620" y="1977"/>
                    <a:pt x="32625" y="1980"/>
                  </a:cubicBezTo>
                  <a:lnTo>
                    <a:pt x="32906" y="2086"/>
                  </a:lnTo>
                  <a:lnTo>
                    <a:pt x="33939" y="2505"/>
                  </a:lnTo>
                  <a:lnTo>
                    <a:pt x="34718" y="2857"/>
                  </a:lnTo>
                  <a:lnTo>
                    <a:pt x="35373" y="3178"/>
                  </a:lnTo>
                  <a:cubicBezTo>
                    <a:pt x="35382" y="3181"/>
                    <a:pt x="35397" y="3184"/>
                    <a:pt x="35411" y="3187"/>
                  </a:cubicBezTo>
                  <a:cubicBezTo>
                    <a:pt x="35644" y="3306"/>
                    <a:pt x="35868" y="3427"/>
                    <a:pt x="36075" y="3545"/>
                  </a:cubicBezTo>
                  <a:cubicBezTo>
                    <a:pt x="36344" y="3697"/>
                    <a:pt x="36494" y="3793"/>
                    <a:pt x="36496" y="3795"/>
                  </a:cubicBezTo>
                  <a:cubicBezTo>
                    <a:pt x="36497" y="3795"/>
                    <a:pt x="36497" y="3796"/>
                    <a:pt x="36499" y="3796"/>
                  </a:cubicBezTo>
                  <a:cubicBezTo>
                    <a:pt x="40917" y="6494"/>
                    <a:pt x="47371" y="14672"/>
                    <a:pt x="47487" y="22393"/>
                  </a:cubicBezTo>
                  <a:cubicBezTo>
                    <a:pt x="47499" y="23541"/>
                    <a:pt x="47437" y="24700"/>
                    <a:pt x="47300" y="25842"/>
                  </a:cubicBezTo>
                  <a:cubicBezTo>
                    <a:pt x="45980" y="23227"/>
                    <a:pt x="43880" y="21678"/>
                    <a:pt x="41624" y="21678"/>
                  </a:cubicBezTo>
                  <a:cubicBezTo>
                    <a:pt x="37756" y="21678"/>
                    <a:pt x="34610" y="26206"/>
                    <a:pt x="34610" y="31773"/>
                  </a:cubicBezTo>
                  <a:cubicBezTo>
                    <a:pt x="34610" y="37342"/>
                    <a:pt x="37756" y="41871"/>
                    <a:pt x="41624" y="41871"/>
                  </a:cubicBezTo>
                  <a:cubicBezTo>
                    <a:pt x="42178" y="41870"/>
                    <a:pt x="42723" y="41779"/>
                    <a:pt x="43245" y="41599"/>
                  </a:cubicBezTo>
                  <a:lnTo>
                    <a:pt x="43245" y="41599"/>
                  </a:lnTo>
                  <a:cubicBezTo>
                    <a:pt x="42900" y="44818"/>
                    <a:pt x="41972" y="52035"/>
                    <a:pt x="40480" y="53622"/>
                  </a:cubicBezTo>
                  <a:cubicBezTo>
                    <a:pt x="38390" y="55836"/>
                    <a:pt x="24096" y="62988"/>
                    <a:pt x="22204" y="63544"/>
                  </a:cubicBezTo>
                  <a:cubicBezTo>
                    <a:pt x="21204" y="63839"/>
                    <a:pt x="19784" y="63994"/>
                    <a:pt x="18140" y="63994"/>
                  </a:cubicBezTo>
                  <a:cubicBezTo>
                    <a:pt x="17837" y="63994"/>
                    <a:pt x="17526" y="63988"/>
                    <a:pt x="17208" y="63978"/>
                  </a:cubicBezTo>
                  <a:cubicBezTo>
                    <a:pt x="16882" y="63964"/>
                    <a:pt x="16553" y="63948"/>
                    <a:pt x="16217" y="63926"/>
                  </a:cubicBezTo>
                  <a:cubicBezTo>
                    <a:pt x="15853" y="63900"/>
                    <a:pt x="15520" y="63873"/>
                    <a:pt x="15198" y="63841"/>
                  </a:cubicBezTo>
                  <a:lnTo>
                    <a:pt x="15090" y="63830"/>
                  </a:lnTo>
                  <a:cubicBezTo>
                    <a:pt x="14452" y="63763"/>
                    <a:pt x="13869" y="63689"/>
                    <a:pt x="13304" y="63601"/>
                  </a:cubicBezTo>
                  <a:lnTo>
                    <a:pt x="13275" y="63596"/>
                  </a:lnTo>
                  <a:cubicBezTo>
                    <a:pt x="13273" y="63594"/>
                    <a:pt x="13272" y="63592"/>
                    <a:pt x="13270" y="63589"/>
                  </a:cubicBezTo>
                  <a:cubicBezTo>
                    <a:pt x="13254" y="63564"/>
                    <a:pt x="13227" y="63546"/>
                    <a:pt x="13197" y="63541"/>
                  </a:cubicBezTo>
                  <a:cubicBezTo>
                    <a:pt x="9710" y="62959"/>
                    <a:pt x="8617" y="60617"/>
                    <a:pt x="7652" y="58550"/>
                  </a:cubicBezTo>
                  <a:lnTo>
                    <a:pt x="7573" y="58384"/>
                  </a:lnTo>
                  <a:cubicBezTo>
                    <a:pt x="6677" y="56466"/>
                    <a:pt x="3000" y="48400"/>
                    <a:pt x="1393" y="43954"/>
                  </a:cubicBezTo>
                  <a:cubicBezTo>
                    <a:pt x="217" y="40695"/>
                    <a:pt x="465" y="37387"/>
                    <a:pt x="665" y="34727"/>
                  </a:cubicBezTo>
                  <a:cubicBezTo>
                    <a:pt x="730" y="33861"/>
                    <a:pt x="791" y="33044"/>
                    <a:pt x="791" y="32342"/>
                  </a:cubicBezTo>
                  <a:cubicBezTo>
                    <a:pt x="791" y="31818"/>
                    <a:pt x="780" y="31090"/>
                    <a:pt x="765" y="30246"/>
                  </a:cubicBezTo>
                  <a:cubicBezTo>
                    <a:pt x="699" y="26559"/>
                    <a:pt x="590" y="20391"/>
                    <a:pt x="1278" y="16950"/>
                  </a:cubicBezTo>
                  <a:cubicBezTo>
                    <a:pt x="2006" y="13306"/>
                    <a:pt x="7422" y="2677"/>
                    <a:pt x="18422" y="653"/>
                  </a:cubicBezTo>
                  <a:cubicBezTo>
                    <a:pt x="20025" y="360"/>
                    <a:pt x="21642" y="214"/>
                    <a:pt x="23259" y="214"/>
                  </a:cubicBezTo>
                  <a:close/>
                  <a:moveTo>
                    <a:pt x="23260" y="1"/>
                  </a:moveTo>
                  <a:cubicBezTo>
                    <a:pt x="21629" y="1"/>
                    <a:pt x="19999" y="149"/>
                    <a:pt x="18383" y="445"/>
                  </a:cubicBezTo>
                  <a:cubicBezTo>
                    <a:pt x="7274" y="2486"/>
                    <a:pt x="1805" y="13227"/>
                    <a:pt x="1070" y="16908"/>
                  </a:cubicBezTo>
                  <a:cubicBezTo>
                    <a:pt x="377" y="20371"/>
                    <a:pt x="486" y="26555"/>
                    <a:pt x="552" y="30249"/>
                  </a:cubicBezTo>
                  <a:cubicBezTo>
                    <a:pt x="567" y="31092"/>
                    <a:pt x="578" y="31820"/>
                    <a:pt x="578" y="32342"/>
                  </a:cubicBezTo>
                  <a:cubicBezTo>
                    <a:pt x="578" y="33035"/>
                    <a:pt x="517" y="33849"/>
                    <a:pt x="452" y="34711"/>
                  </a:cubicBezTo>
                  <a:cubicBezTo>
                    <a:pt x="251" y="37390"/>
                    <a:pt x="1" y="40725"/>
                    <a:pt x="1193" y="44027"/>
                  </a:cubicBezTo>
                  <a:cubicBezTo>
                    <a:pt x="2801" y="48481"/>
                    <a:pt x="6484" y="56555"/>
                    <a:pt x="7381" y="58473"/>
                  </a:cubicBezTo>
                  <a:lnTo>
                    <a:pt x="7459" y="58641"/>
                  </a:lnTo>
                  <a:cubicBezTo>
                    <a:pt x="8394" y="60642"/>
                    <a:pt x="9555" y="63130"/>
                    <a:pt x="13118" y="63744"/>
                  </a:cubicBezTo>
                  <a:cubicBezTo>
                    <a:pt x="13124" y="63751"/>
                    <a:pt x="13129" y="63759"/>
                    <a:pt x="13135" y="63765"/>
                  </a:cubicBezTo>
                  <a:cubicBezTo>
                    <a:pt x="13153" y="63784"/>
                    <a:pt x="13175" y="63798"/>
                    <a:pt x="13200" y="63800"/>
                  </a:cubicBezTo>
                  <a:lnTo>
                    <a:pt x="13272" y="63812"/>
                  </a:lnTo>
                  <a:cubicBezTo>
                    <a:pt x="13840" y="63900"/>
                    <a:pt x="14427" y="63976"/>
                    <a:pt x="15067" y="64043"/>
                  </a:cubicBezTo>
                  <a:lnTo>
                    <a:pt x="15177" y="64054"/>
                  </a:lnTo>
                  <a:cubicBezTo>
                    <a:pt x="15501" y="64086"/>
                    <a:pt x="15837" y="64113"/>
                    <a:pt x="16203" y="64138"/>
                  </a:cubicBezTo>
                  <a:cubicBezTo>
                    <a:pt x="16541" y="64161"/>
                    <a:pt x="16873" y="64177"/>
                    <a:pt x="17201" y="64191"/>
                  </a:cubicBezTo>
                  <a:cubicBezTo>
                    <a:pt x="17521" y="64201"/>
                    <a:pt x="17835" y="64207"/>
                    <a:pt x="18142" y="64207"/>
                  </a:cubicBezTo>
                  <a:cubicBezTo>
                    <a:pt x="19805" y="64207"/>
                    <a:pt x="21246" y="64048"/>
                    <a:pt x="22265" y="63748"/>
                  </a:cubicBezTo>
                  <a:cubicBezTo>
                    <a:pt x="24165" y="63190"/>
                    <a:pt x="38531" y="55997"/>
                    <a:pt x="40635" y="53770"/>
                  </a:cubicBezTo>
                  <a:cubicBezTo>
                    <a:pt x="42142" y="52164"/>
                    <a:pt x="43062" y="45363"/>
                    <a:pt x="43476" y="41452"/>
                  </a:cubicBezTo>
                  <a:cubicBezTo>
                    <a:pt x="43481" y="41416"/>
                    <a:pt x="43464" y="41379"/>
                    <a:pt x="43434" y="41356"/>
                  </a:cubicBezTo>
                  <a:cubicBezTo>
                    <a:pt x="43416" y="41342"/>
                    <a:pt x="43393" y="41334"/>
                    <a:pt x="43370" y="41334"/>
                  </a:cubicBezTo>
                  <a:cubicBezTo>
                    <a:pt x="43357" y="41334"/>
                    <a:pt x="43344" y="41337"/>
                    <a:pt x="43332" y="41341"/>
                  </a:cubicBezTo>
                  <a:cubicBezTo>
                    <a:pt x="42784" y="41551"/>
                    <a:pt x="42209" y="41657"/>
                    <a:pt x="41624" y="41659"/>
                  </a:cubicBezTo>
                  <a:cubicBezTo>
                    <a:pt x="37873" y="41659"/>
                    <a:pt x="34822" y="37223"/>
                    <a:pt x="34822" y="31773"/>
                  </a:cubicBezTo>
                  <a:cubicBezTo>
                    <a:pt x="34822" y="26324"/>
                    <a:pt x="37873" y="21891"/>
                    <a:pt x="41624" y="21891"/>
                  </a:cubicBezTo>
                  <a:cubicBezTo>
                    <a:pt x="43886" y="21891"/>
                    <a:pt x="45994" y="23523"/>
                    <a:pt x="47264" y="26257"/>
                  </a:cubicBezTo>
                  <a:cubicBezTo>
                    <a:pt x="47281" y="26296"/>
                    <a:pt x="47319" y="26319"/>
                    <a:pt x="47361" y="26319"/>
                  </a:cubicBezTo>
                  <a:cubicBezTo>
                    <a:pt x="47366" y="26319"/>
                    <a:pt x="47371" y="26319"/>
                    <a:pt x="47376" y="26318"/>
                  </a:cubicBezTo>
                  <a:cubicBezTo>
                    <a:pt x="47423" y="26311"/>
                    <a:pt x="47459" y="26273"/>
                    <a:pt x="47465" y="26226"/>
                  </a:cubicBezTo>
                  <a:cubicBezTo>
                    <a:pt x="47635" y="24959"/>
                    <a:pt x="47714" y="23668"/>
                    <a:pt x="47702" y="22390"/>
                  </a:cubicBezTo>
                  <a:cubicBezTo>
                    <a:pt x="47583" y="14593"/>
                    <a:pt x="41070" y="6339"/>
                    <a:pt x="36611" y="3615"/>
                  </a:cubicBezTo>
                  <a:cubicBezTo>
                    <a:pt x="36596" y="3604"/>
                    <a:pt x="36445" y="3509"/>
                    <a:pt x="36180" y="3359"/>
                  </a:cubicBezTo>
                  <a:cubicBezTo>
                    <a:pt x="35966" y="3236"/>
                    <a:pt x="35734" y="3111"/>
                    <a:pt x="35489" y="2988"/>
                  </a:cubicBezTo>
                  <a:cubicBezTo>
                    <a:pt x="35482" y="2983"/>
                    <a:pt x="35466" y="2980"/>
                    <a:pt x="35452" y="2977"/>
                  </a:cubicBezTo>
                  <a:lnTo>
                    <a:pt x="34496" y="2519"/>
                  </a:lnTo>
                  <a:lnTo>
                    <a:pt x="33646" y="2150"/>
                  </a:lnTo>
                  <a:lnTo>
                    <a:pt x="32853" y="1838"/>
                  </a:lnTo>
                  <a:cubicBezTo>
                    <a:pt x="32850" y="1835"/>
                    <a:pt x="32845" y="1834"/>
                    <a:pt x="32841" y="1832"/>
                  </a:cubicBezTo>
                  <a:lnTo>
                    <a:pt x="31834" y="1475"/>
                  </a:lnTo>
                  <a:cubicBezTo>
                    <a:pt x="31830" y="1474"/>
                    <a:pt x="31825" y="1471"/>
                    <a:pt x="31821" y="1469"/>
                  </a:cubicBezTo>
                  <a:lnTo>
                    <a:pt x="31661" y="1416"/>
                  </a:lnTo>
                  <a:cubicBezTo>
                    <a:pt x="31428" y="1338"/>
                    <a:pt x="31186" y="1264"/>
                    <a:pt x="30938" y="1191"/>
                  </a:cubicBezTo>
                  <a:lnTo>
                    <a:pt x="30758" y="1139"/>
                  </a:lnTo>
                  <a:cubicBezTo>
                    <a:pt x="30743" y="1130"/>
                    <a:pt x="30725" y="1125"/>
                    <a:pt x="30706" y="1125"/>
                  </a:cubicBezTo>
                  <a:lnTo>
                    <a:pt x="30692" y="1125"/>
                  </a:lnTo>
                  <a:cubicBezTo>
                    <a:pt x="30524" y="1075"/>
                    <a:pt x="30351" y="1027"/>
                    <a:pt x="30184" y="984"/>
                  </a:cubicBezTo>
                  <a:lnTo>
                    <a:pt x="29927" y="891"/>
                  </a:lnTo>
                  <a:lnTo>
                    <a:pt x="29424" y="768"/>
                  </a:lnTo>
                  <a:cubicBezTo>
                    <a:pt x="29418" y="726"/>
                    <a:pt x="29385" y="690"/>
                    <a:pt x="29342" y="681"/>
                  </a:cubicBezTo>
                  <a:lnTo>
                    <a:pt x="29212" y="653"/>
                  </a:lnTo>
                  <a:cubicBezTo>
                    <a:pt x="28978" y="603"/>
                    <a:pt x="28745" y="553"/>
                    <a:pt x="28486" y="504"/>
                  </a:cubicBezTo>
                  <a:lnTo>
                    <a:pt x="28477" y="506"/>
                  </a:lnTo>
                  <a:cubicBezTo>
                    <a:pt x="28225" y="460"/>
                    <a:pt x="27966" y="413"/>
                    <a:pt x="27705" y="369"/>
                  </a:cubicBezTo>
                  <a:cubicBezTo>
                    <a:pt x="26229" y="123"/>
                    <a:pt x="24744" y="1"/>
                    <a:pt x="2326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37"/>
            <p:cNvSpPr/>
            <p:nvPr/>
          </p:nvSpPr>
          <p:spPr>
            <a:xfrm>
              <a:off x="5277475" y="3369800"/>
              <a:ext cx="3650" cy="1400"/>
            </a:xfrm>
            <a:custGeom>
              <a:rect b="b" l="l" r="r" t="t"/>
              <a:pathLst>
                <a:path extrusionOk="0" h="56" w="146">
                  <a:moveTo>
                    <a:pt x="1" y="0"/>
                  </a:moveTo>
                  <a:lnTo>
                    <a:pt x="145" y="55"/>
                  </a:lnTo>
                  <a:lnTo>
                    <a:pt x="123" y="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37"/>
            <p:cNvSpPr/>
            <p:nvPr/>
          </p:nvSpPr>
          <p:spPr>
            <a:xfrm>
              <a:off x="5274475" y="3367125"/>
              <a:ext cx="9650" cy="6750"/>
            </a:xfrm>
            <a:custGeom>
              <a:rect b="b" l="l" r="r" t="t"/>
              <a:pathLst>
                <a:path extrusionOk="0" h="270" w="386">
                  <a:moveTo>
                    <a:pt x="121" y="1"/>
                  </a:moveTo>
                  <a:cubicBezTo>
                    <a:pt x="78" y="1"/>
                    <a:pt x="37" y="27"/>
                    <a:pt x="21" y="70"/>
                  </a:cubicBezTo>
                  <a:cubicBezTo>
                    <a:pt x="0" y="124"/>
                    <a:pt x="29" y="186"/>
                    <a:pt x="82" y="207"/>
                  </a:cubicBezTo>
                  <a:lnTo>
                    <a:pt x="228" y="262"/>
                  </a:lnTo>
                  <a:cubicBezTo>
                    <a:pt x="240" y="267"/>
                    <a:pt x="253" y="270"/>
                    <a:pt x="265" y="270"/>
                  </a:cubicBezTo>
                  <a:cubicBezTo>
                    <a:pt x="307" y="270"/>
                    <a:pt x="347" y="244"/>
                    <a:pt x="364" y="204"/>
                  </a:cubicBezTo>
                  <a:cubicBezTo>
                    <a:pt x="386" y="150"/>
                    <a:pt x="362" y="89"/>
                    <a:pt x="310" y="66"/>
                  </a:cubicBezTo>
                  <a:lnTo>
                    <a:pt x="286" y="55"/>
                  </a:lnTo>
                  <a:cubicBezTo>
                    <a:pt x="285" y="54"/>
                    <a:pt x="282" y="52"/>
                    <a:pt x="279" y="52"/>
                  </a:cubicBezTo>
                  <a:lnTo>
                    <a:pt x="158" y="7"/>
                  </a:lnTo>
                  <a:cubicBezTo>
                    <a:pt x="146" y="3"/>
                    <a:pt x="133" y="1"/>
                    <a:pt x="12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37"/>
            <p:cNvSpPr/>
            <p:nvPr/>
          </p:nvSpPr>
          <p:spPr>
            <a:xfrm>
              <a:off x="5253800" y="3361050"/>
              <a:ext cx="13125" cy="4625"/>
            </a:xfrm>
            <a:custGeom>
              <a:rect b="b" l="l" r="r" t="t"/>
              <a:pathLst>
                <a:path extrusionOk="0" h="185" w="525">
                  <a:moveTo>
                    <a:pt x="1" y="0"/>
                  </a:moveTo>
                  <a:lnTo>
                    <a:pt x="104" y="38"/>
                  </a:lnTo>
                  <a:lnTo>
                    <a:pt x="113" y="38"/>
                  </a:lnTo>
                  <a:lnTo>
                    <a:pt x="1" y="0"/>
                  </a:lnTo>
                  <a:close/>
                  <a:moveTo>
                    <a:pt x="99" y="38"/>
                  </a:moveTo>
                  <a:lnTo>
                    <a:pt x="261" y="99"/>
                  </a:lnTo>
                  <a:lnTo>
                    <a:pt x="282" y="99"/>
                  </a:lnTo>
                  <a:lnTo>
                    <a:pt x="113" y="41"/>
                  </a:lnTo>
                  <a:lnTo>
                    <a:pt x="104" y="38"/>
                  </a:lnTo>
                  <a:close/>
                  <a:moveTo>
                    <a:pt x="282" y="99"/>
                  </a:moveTo>
                  <a:lnTo>
                    <a:pt x="289" y="101"/>
                  </a:lnTo>
                  <a:lnTo>
                    <a:pt x="289" y="101"/>
                  </a:lnTo>
                  <a:lnTo>
                    <a:pt x="282" y="99"/>
                  </a:lnTo>
                  <a:close/>
                  <a:moveTo>
                    <a:pt x="289" y="101"/>
                  </a:moveTo>
                  <a:lnTo>
                    <a:pt x="525" y="185"/>
                  </a:lnTo>
                  <a:lnTo>
                    <a:pt x="525" y="185"/>
                  </a:lnTo>
                  <a:lnTo>
                    <a:pt x="413" y="145"/>
                  </a:lnTo>
                  <a:lnTo>
                    <a:pt x="325" y="114"/>
                  </a:lnTo>
                  <a:lnTo>
                    <a:pt x="289" y="10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37"/>
            <p:cNvSpPr/>
            <p:nvPr/>
          </p:nvSpPr>
          <p:spPr>
            <a:xfrm>
              <a:off x="5250800" y="3358375"/>
              <a:ext cx="19150" cy="10000"/>
            </a:xfrm>
            <a:custGeom>
              <a:rect b="b" l="l" r="r" t="t"/>
              <a:pathLst>
                <a:path extrusionOk="0" h="400" w="766">
                  <a:moveTo>
                    <a:pt x="120" y="0"/>
                  </a:moveTo>
                  <a:cubicBezTo>
                    <a:pt x="77" y="0"/>
                    <a:pt x="36" y="27"/>
                    <a:pt x="21" y="70"/>
                  </a:cubicBezTo>
                  <a:cubicBezTo>
                    <a:pt x="0" y="127"/>
                    <a:pt x="29" y="186"/>
                    <a:pt x="84" y="207"/>
                  </a:cubicBezTo>
                  <a:lnTo>
                    <a:pt x="163" y="235"/>
                  </a:lnTo>
                  <a:cubicBezTo>
                    <a:pt x="169" y="240"/>
                    <a:pt x="175" y="243"/>
                    <a:pt x="182" y="246"/>
                  </a:cubicBezTo>
                  <a:lnTo>
                    <a:pt x="344" y="305"/>
                  </a:lnTo>
                  <a:cubicBezTo>
                    <a:pt x="356" y="310"/>
                    <a:pt x="368" y="311"/>
                    <a:pt x="381" y="311"/>
                  </a:cubicBezTo>
                  <a:lnTo>
                    <a:pt x="609" y="393"/>
                  </a:lnTo>
                  <a:cubicBezTo>
                    <a:pt x="621" y="398"/>
                    <a:pt x="633" y="399"/>
                    <a:pt x="645" y="399"/>
                  </a:cubicBezTo>
                  <a:cubicBezTo>
                    <a:pt x="690" y="399"/>
                    <a:pt x="730" y="372"/>
                    <a:pt x="746" y="328"/>
                  </a:cubicBezTo>
                  <a:cubicBezTo>
                    <a:pt x="766" y="273"/>
                    <a:pt x="737" y="212"/>
                    <a:pt x="681" y="192"/>
                  </a:cubicBezTo>
                  <a:lnTo>
                    <a:pt x="438" y="104"/>
                  </a:lnTo>
                  <a:cubicBezTo>
                    <a:pt x="435" y="103"/>
                    <a:pt x="431" y="101"/>
                    <a:pt x="426" y="101"/>
                  </a:cubicBezTo>
                  <a:lnTo>
                    <a:pt x="285" y="52"/>
                  </a:lnTo>
                  <a:cubicBezTo>
                    <a:pt x="279" y="49"/>
                    <a:pt x="273" y="46"/>
                    <a:pt x="267" y="45"/>
                  </a:cubicBezTo>
                  <a:lnTo>
                    <a:pt x="157" y="6"/>
                  </a:lnTo>
                  <a:cubicBezTo>
                    <a:pt x="145" y="2"/>
                    <a:pt x="132" y="0"/>
                    <a:pt x="1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37"/>
            <p:cNvSpPr/>
            <p:nvPr/>
          </p:nvSpPr>
          <p:spPr>
            <a:xfrm>
              <a:off x="5274575" y="3367225"/>
              <a:ext cx="5500" cy="5350"/>
            </a:xfrm>
            <a:custGeom>
              <a:rect b="b" l="l" r="r" t="t"/>
              <a:pathLst>
                <a:path extrusionOk="0" h="214" w="220">
                  <a:moveTo>
                    <a:pt x="102" y="1"/>
                  </a:moveTo>
                  <a:cubicBezTo>
                    <a:pt x="42" y="1"/>
                    <a:pt x="1" y="48"/>
                    <a:pt x="1" y="108"/>
                  </a:cubicBezTo>
                  <a:cubicBezTo>
                    <a:pt x="1" y="166"/>
                    <a:pt x="54" y="213"/>
                    <a:pt x="112" y="213"/>
                  </a:cubicBezTo>
                  <a:cubicBezTo>
                    <a:pt x="172" y="213"/>
                    <a:pt x="220" y="166"/>
                    <a:pt x="220" y="108"/>
                  </a:cubicBezTo>
                  <a:cubicBezTo>
                    <a:pt x="220" y="48"/>
                    <a:pt x="172" y="1"/>
                    <a:pt x="11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37"/>
            <p:cNvSpPr/>
            <p:nvPr/>
          </p:nvSpPr>
          <p:spPr>
            <a:xfrm>
              <a:off x="5239475" y="3356100"/>
              <a:ext cx="3975" cy="1325"/>
            </a:xfrm>
            <a:custGeom>
              <a:rect b="b" l="l" r="r" t="t"/>
              <a:pathLst>
                <a:path extrusionOk="0" h="53" w="159">
                  <a:moveTo>
                    <a:pt x="158" y="5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37"/>
            <p:cNvSpPr/>
            <p:nvPr/>
          </p:nvSpPr>
          <p:spPr>
            <a:xfrm>
              <a:off x="5236800" y="3353425"/>
              <a:ext cx="9300" cy="6675"/>
            </a:xfrm>
            <a:custGeom>
              <a:rect b="b" l="l" r="r" t="t"/>
              <a:pathLst>
                <a:path extrusionOk="0" h="267" w="372">
                  <a:moveTo>
                    <a:pt x="107" y="0"/>
                  </a:moveTo>
                  <a:cubicBezTo>
                    <a:pt x="62" y="0"/>
                    <a:pt x="22" y="28"/>
                    <a:pt x="6" y="73"/>
                  </a:cubicBezTo>
                  <a:cubicBezTo>
                    <a:pt x="2" y="83"/>
                    <a:pt x="0" y="95"/>
                    <a:pt x="0" y="107"/>
                  </a:cubicBezTo>
                  <a:cubicBezTo>
                    <a:pt x="0" y="152"/>
                    <a:pt x="29" y="192"/>
                    <a:pt x="73" y="207"/>
                  </a:cubicBezTo>
                  <a:lnTo>
                    <a:pt x="231" y="261"/>
                  </a:lnTo>
                  <a:cubicBezTo>
                    <a:pt x="242" y="265"/>
                    <a:pt x="254" y="267"/>
                    <a:pt x="265" y="267"/>
                  </a:cubicBezTo>
                  <a:cubicBezTo>
                    <a:pt x="310" y="267"/>
                    <a:pt x="350" y="238"/>
                    <a:pt x="365" y="194"/>
                  </a:cubicBezTo>
                  <a:cubicBezTo>
                    <a:pt x="370" y="183"/>
                    <a:pt x="371" y="171"/>
                    <a:pt x="371" y="159"/>
                  </a:cubicBezTo>
                  <a:cubicBezTo>
                    <a:pt x="371" y="115"/>
                    <a:pt x="343" y="75"/>
                    <a:pt x="300" y="60"/>
                  </a:cubicBezTo>
                  <a:lnTo>
                    <a:pt x="142" y="6"/>
                  </a:lnTo>
                  <a:cubicBezTo>
                    <a:pt x="130" y="2"/>
                    <a:pt x="118" y="0"/>
                    <a:pt x="10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37"/>
            <p:cNvSpPr/>
            <p:nvPr/>
          </p:nvSpPr>
          <p:spPr>
            <a:xfrm>
              <a:off x="5267775" y="3366000"/>
              <a:ext cx="12050" cy="4675"/>
            </a:xfrm>
            <a:custGeom>
              <a:rect b="b" l="l" r="r" t="t"/>
              <a:pathLst>
                <a:path extrusionOk="0" h="187" w="482">
                  <a:moveTo>
                    <a:pt x="0" y="0"/>
                  </a:moveTo>
                  <a:lnTo>
                    <a:pt x="64" y="26"/>
                  </a:lnTo>
                  <a:lnTo>
                    <a:pt x="42" y="26"/>
                  </a:lnTo>
                  <a:lnTo>
                    <a:pt x="185" y="81"/>
                  </a:lnTo>
                  <a:lnTo>
                    <a:pt x="230" y="90"/>
                  </a:lnTo>
                  <a:lnTo>
                    <a:pt x="230" y="90"/>
                  </a:lnTo>
                  <a:lnTo>
                    <a:pt x="481" y="186"/>
                  </a:lnTo>
                  <a:lnTo>
                    <a:pt x="481" y="186"/>
                  </a:lnTo>
                  <a:lnTo>
                    <a:pt x="350" y="136"/>
                  </a:lnTo>
                  <a:lnTo>
                    <a:pt x="255" y="99"/>
                  </a:lnTo>
                  <a:lnTo>
                    <a:pt x="67" y="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37"/>
            <p:cNvSpPr/>
            <p:nvPr/>
          </p:nvSpPr>
          <p:spPr>
            <a:xfrm>
              <a:off x="5264750" y="3363325"/>
              <a:ext cx="18075" cy="10000"/>
            </a:xfrm>
            <a:custGeom>
              <a:rect b="b" l="l" r="r" t="t"/>
              <a:pathLst>
                <a:path extrusionOk="0" h="400" w="723">
                  <a:moveTo>
                    <a:pt x="122" y="1"/>
                  </a:moveTo>
                  <a:cubicBezTo>
                    <a:pt x="80" y="1"/>
                    <a:pt x="39" y="26"/>
                    <a:pt x="23" y="69"/>
                  </a:cubicBezTo>
                  <a:cubicBezTo>
                    <a:pt x="1" y="122"/>
                    <a:pt x="27" y="185"/>
                    <a:pt x="83" y="206"/>
                  </a:cubicBezTo>
                  <a:lnTo>
                    <a:pt x="87" y="209"/>
                  </a:lnTo>
                  <a:cubicBezTo>
                    <a:pt x="97" y="219"/>
                    <a:pt x="109" y="226"/>
                    <a:pt x="124" y="232"/>
                  </a:cubicBezTo>
                  <a:lnTo>
                    <a:pt x="563" y="393"/>
                  </a:lnTo>
                  <a:cubicBezTo>
                    <a:pt x="577" y="398"/>
                    <a:pt x="589" y="399"/>
                    <a:pt x="602" y="399"/>
                  </a:cubicBezTo>
                  <a:cubicBezTo>
                    <a:pt x="645" y="399"/>
                    <a:pt x="686" y="374"/>
                    <a:pt x="702" y="331"/>
                  </a:cubicBezTo>
                  <a:cubicBezTo>
                    <a:pt x="723" y="276"/>
                    <a:pt x="694" y="215"/>
                    <a:pt x="639" y="194"/>
                  </a:cubicBezTo>
                  <a:lnTo>
                    <a:pt x="160" y="8"/>
                  </a:lnTo>
                  <a:cubicBezTo>
                    <a:pt x="148" y="3"/>
                    <a:pt x="135" y="1"/>
                    <a:pt x="12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37"/>
            <p:cNvSpPr/>
            <p:nvPr/>
          </p:nvSpPr>
          <p:spPr>
            <a:xfrm>
              <a:off x="5243525" y="3357400"/>
              <a:ext cx="9800" cy="3400"/>
            </a:xfrm>
            <a:custGeom>
              <a:rect b="b" l="l" r="r" t="t"/>
              <a:pathLst>
                <a:path extrusionOk="0" h="136" w="392">
                  <a:moveTo>
                    <a:pt x="1" y="0"/>
                  </a:moveTo>
                  <a:lnTo>
                    <a:pt x="141" y="50"/>
                  </a:lnTo>
                  <a:lnTo>
                    <a:pt x="186" y="65"/>
                  </a:lnTo>
                  <a:lnTo>
                    <a:pt x="186" y="65"/>
                  </a:lnTo>
                  <a:lnTo>
                    <a:pt x="1" y="0"/>
                  </a:lnTo>
                  <a:close/>
                  <a:moveTo>
                    <a:pt x="186" y="65"/>
                  </a:moveTo>
                  <a:lnTo>
                    <a:pt x="214" y="75"/>
                  </a:lnTo>
                  <a:lnTo>
                    <a:pt x="235" y="82"/>
                  </a:lnTo>
                  <a:lnTo>
                    <a:pt x="235" y="82"/>
                  </a:lnTo>
                  <a:lnTo>
                    <a:pt x="186" y="65"/>
                  </a:lnTo>
                  <a:close/>
                  <a:moveTo>
                    <a:pt x="235" y="82"/>
                  </a:moveTo>
                  <a:lnTo>
                    <a:pt x="391" y="136"/>
                  </a:lnTo>
                  <a:lnTo>
                    <a:pt x="297" y="103"/>
                  </a:lnTo>
                  <a:lnTo>
                    <a:pt x="235" y="82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37"/>
            <p:cNvSpPr/>
            <p:nvPr/>
          </p:nvSpPr>
          <p:spPr>
            <a:xfrm>
              <a:off x="5240525" y="3354750"/>
              <a:ext cx="15775" cy="8700"/>
            </a:xfrm>
            <a:custGeom>
              <a:rect b="b" l="l" r="r" t="t"/>
              <a:pathLst>
                <a:path extrusionOk="0" h="348" w="631">
                  <a:moveTo>
                    <a:pt x="120" y="1"/>
                  </a:moveTo>
                  <a:cubicBezTo>
                    <a:pt x="76" y="1"/>
                    <a:pt x="35" y="28"/>
                    <a:pt x="20" y="72"/>
                  </a:cubicBezTo>
                  <a:cubicBezTo>
                    <a:pt x="0" y="127"/>
                    <a:pt x="30" y="188"/>
                    <a:pt x="85" y="208"/>
                  </a:cubicBezTo>
                  <a:lnTo>
                    <a:pt x="477" y="342"/>
                  </a:lnTo>
                  <a:cubicBezTo>
                    <a:pt x="489" y="346"/>
                    <a:pt x="499" y="348"/>
                    <a:pt x="511" y="348"/>
                  </a:cubicBezTo>
                  <a:cubicBezTo>
                    <a:pt x="556" y="348"/>
                    <a:pt x="596" y="319"/>
                    <a:pt x="612" y="276"/>
                  </a:cubicBezTo>
                  <a:cubicBezTo>
                    <a:pt x="630" y="220"/>
                    <a:pt x="600" y="160"/>
                    <a:pt x="545" y="141"/>
                  </a:cubicBezTo>
                  <a:lnTo>
                    <a:pt x="155" y="7"/>
                  </a:lnTo>
                  <a:cubicBezTo>
                    <a:pt x="144" y="3"/>
                    <a:pt x="132" y="1"/>
                    <a:pt x="12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37"/>
            <p:cNvSpPr/>
            <p:nvPr/>
          </p:nvSpPr>
          <p:spPr>
            <a:xfrm>
              <a:off x="5138200" y="3329850"/>
              <a:ext cx="2550" cy="425"/>
            </a:xfrm>
            <a:custGeom>
              <a:rect b="b" l="l" r="r" t="t"/>
              <a:pathLst>
                <a:path extrusionOk="0" h="17" w="102">
                  <a:moveTo>
                    <a:pt x="0" y="1"/>
                  </a:moveTo>
                  <a:lnTo>
                    <a:pt x="102" y="17"/>
                  </a:lnTo>
                  <a:lnTo>
                    <a:pt x="102" y="17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37"/>
            <p:cNvSpPr/>
            <p:nvPr/>
          </p:nvSpPr>
          <p:spPr>
            <a:xfrm>
              <a:off x="5135525" y="3327175"/>
              <a:ext cx="7900" cy="5800"/>
            </a:xfrm>
            <a:custGeom>
              <a:rect b="b" l="l" r="r" t="t"/>
              <a:pathLst>
                <a:path extrusionOk="0" h="232" w="316">
                  <a:moveTo>
                    <a:pt x="105" y="0"/>
                  </a:moveTo>
                  <a:cubicBezTo>
                    <a:pt x="54" y="0"/>
                    <a:pt x="10" y="38"/>
                    <a:pt x="2" y="90"/>
                  </a:cubicBezTo>
                  <a:cubicBezTo>
                    <a:pt x="0" y="96"/>
                    <a:pt x="0" y="102"/>
                    <a:pt x="0" y="108"/>
                  </a:cubicBezTo>
                  <a:cubicBezTo>
                    <a:pt x="0" y="158"/>
                    <a:pt x="37" y="204"/>
                    <a:pt x="89" y="213"/>
                  </a:cubicBezTo>
                  <a:lnTo>
                    <a:pt x="192" y="230"/>
                  </a:lnTo>
                  <a:cubicBezTo>
                    <a:pt x="198" y="231"/>
                    <a:pt x="204" y="231"/>
                    <a:pt x="209" y="231"/>
                  </a:cubicBezTo>
                  <a:cubicBezTo>
                    <a:pt x="261" y="231"/>
                    <a:pt x="305" y="194"/>
                    <a:pt x="314" y="142"/>
                  </a:cubicBezTo>
                  <a:cubicBezTo>
                    <a:pt x="316" y="136"/>
                    <a:pt x="316" y="130"/>
                    <a:pt x="316" y="124"/>
                  </a:cubicBezTo>
                  <a:cubicBezTo>
                    <a:pt x="316" y="73"/>
                    <a:pt x="279" y="27"/>
                    <a:pt x="226" y="20"/>
                  </a:cubicBezTo>
                  <a:lnTo>
                    <a:pt x="124" y="2"/>
                  </a:lnTo>
                  <a:cubicBezTo>
                    <a:pt x="117" y="1"/>
                    <a:pt x="111" y="0"/>
                    <a:pt x="10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37"/>
            <p:cNvSpPr/>
            <p:nvPr/>
          </p:nvSpPr>
          <p:spPr>
            <a:xfrm>
              <a:off x="4846575" y="3893975"/>
              <a:ext cx="318750" cy="318725"/>
            </a:xfrm>
            <a:custGeom>
              <a:rect b="b" l="l" r="r" t="t"/>
              <a:pathLst>
                <a:path extrusionOk="0" h="12749" w="12750">
                  <a:moveTo>
                    <a:pt x="6375" y="0"/>
                  </a:moveTo>
                  <a:cubicBezTo>
                    <a:pt x="2855" y="0"/>
                    <a:pt x="1" y="2855"/>
                    <a:pt x="1" y="6375"/>
                  </a:cubicBezTo>
                  <a:cubicBezTo>
                    <a:pt x="1" y="9894"/>
                    <a:pt x="2855" y="12749"/>
                    <a:pt x="6375" y="12749"/>
                  </a:cubicBezTo>
                  <a:cubicBezTo>
                    <a:pt x="9895" y="12749"/>
                    <a:pt x="12749" y="9894"/>
                    <a:pt x="12749" y="6375"/>
                  </a:cubicBezTo>
                  <a:cubicBezTo>
                    <a:pt x="12749" y="2855"/>
                    <a:pt x="9895" y="0"/>
                    <a:pt x="63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37"/>
            <p:cNvSpPr/>
            <p:nvPr/>
          </p:nvSpPr>
          <p:spPr>
            <a:xfrm>
              <a:off x="4831800" y="3891300"/>
              <a:ext cx="348300" cy="324075"/>
            </a:xfrm>
            <a:custGeom>
              <a:rect b="b" l="l" r="r" t="t"/>
              <a:pathLst>
                <a:path extrusionOk="0" h="12963" w="13932">
                  <a:moveTo>
                    <a:pt x="6969" y="214"/>
                  </a:moveTo>
                  <a:cubicBezTo>
                    <a:pt x="9991" y="214"/>
                    <a:pt x="12660" y="2411"/>
                    <a:pt x="13154" y="5487"/>
                  </a:cubicBezTo>
                  <a:cubicBezTo>
                    <a:pt x="13702" y="8900"/>
                    <a:pt x="11373" y="12122"/>
                    <a:pt x="7961" y="12670"/>
                  </a:cubicBezTo>
                  <a:cubicBezTo>
                    <a:pt x="7624" y="12725"/>
                    <a:pt x="7292" y="12750"/>
                    <a:pt x="6963" y="12750"/>
                  </a:cubicBezTo>
                  <a:cubicBezTo>
                    <a:pt x="3941" y="12750"/>
                    <a:pt x="1272" y="10552"/>
                    <a:pt x="778" y="7476"/>
                  </a:cubicBezTo>
                  <a:cubicBezTo>
                    <a:pt x="230" y="4064"/>
                    <a:pt x="2559" y="842"/>
                    <a:pt x="5972" y="294"/>
                  </a:cubicBezTo>
                  <a:cubicBezTo>
                    <a:pt x="6307" y="240"/>
                    <a:pt x="6640" y="214"/>
                    <a:pt x="6969" y="214"/>
                  </a:cubicBezTo>
                  <a:close/>
                  <a:moveTo>
                    <a:pt x="6970" y="1"/>
                  </a:moveTo>
                  <a:cubicBezTo>
                    <a:pt x="6629" y="1"/>
                    <a:pt x="6284" y="28"/>
                    <a:pt x="5937" y="84"/>
                  </a:cubicBezTo>
                  <a:cubicBezTo>
                    <a:pt x="2410" y="649"/>
                    <a:pt x="1" y="3982"/>
                    <a:pt x="567" y="7510"/>
                  </a:cubicBezTo>
                  <a:cubicBezTo>
                    <a:pt x="1079" y="10692"/>
                    <a:pt x="3837" y="12963"/>
                    <a:pt x="6962" y="12963"/>
                  </a:cubicBezTo>
                  <a:lnTo>
                    <a:pt x="6962" y="12963"/>
                  </a:lnTo>
                  <a:cubicBezTo>
                    <a:pt x="7303" y="12963"/>
                    <a:pt x="7648" y="12936"/>
                    <a:pt x="7993" y="12881"/>
                  </a:cubicBezTo>
                  <a:cubicBezTo>
                    <a:pt x="11522" y="12314"/>
                    <a:pt x="13931" y="8982"/>
                    <a:pt x="13364" y="5453"/>
                  </a:cubicBezTo>
                  <a:cubicBezTo>
                    <a:pt x="12854" y="2272"/>
                    <a:pt x="10096" y="1"/>
                    <a:pt x="6970" y="1"/>
                  </a:cubicBezTo>
                  <a:close/>
                  <a:moveTo>
                    <a:pt x="6962" y="12963"/>
                  </a:moveTo>
                  <a:lnTo>
                    <a:pt x="6962" y="12963"/>
                  </a:lnTo>
                  <a:cubicBezTo>
                    <a:pt x="6962" y="12963"/>
                    <a:pt x="6962" y="12963"/>
                    <a:pt x="6962" y="12963"/>
                  </a:cubicBezTo>
                  <a:lnTo>
                    <a:pt x="6963" y="12963"/>
                  </a:lnTo>
                  <a:cubicBezTo>
                    <a:pt x="6963" y="12963"/>
                    <a:pt x="6963" y="12963"/>
                    <a:pt x="6962" y="12963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37"/>
            <p:cNvSpPr/>
            <p:nvPr/>
          </p:nvSpPr>
          <p:spPr>
            <a:xfrm>
              <a:off x="4926100" y="3973450"/>
              <a:ext cx="159750" cy="159750"/>
            </a:xfrm>
            <a:custGeom>
              <a:rect b="b" l="l" r="r" t="t"/>
              <a:pathLst>
                <a:path extrusionOk="0" h="6390" w="6390">
                  <a:moveTo>
                    <a:pt x="3196" y="0"/>
                  </a:moveTo>
                  <a:cubicBezTo>
                    <a:pt x="1431" y="0"/>
                    <a:pt x="0" y="1431"/>
                    <a:pt x="0" y="3194"/>
                  </a:cubicBezTo>
                  <a:cubicBezTo>
                    <a:pt x="0" y="4958"/>
                    <a:pt x="1431" y="6389"/>
                    <a:pt x="3196" y="6389"/>
                  </a:cubicBezTo>
                  <a:cubicBezTo>
                    <a:pt x="4958" y="6389"/>
                    <a:pt x="6389" y="4958"/>
                    <a:pt x="6389" y="3194"/>
                  </a:cubicBezTo>
                  <a:cubicBezTo>
                    <a:pt x="6389" y="1431"/>
                    <a:pt x="4958" y="0"/>
                    <a:pt x="3196" y="0"/>
                  </a:cubicBezTo>
                  <a:close/>
                </a:path>
              </a:pathLst>
            </a:custGeom>
            <a:solidFill>
              <a:srgbClr val="BCC1E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37"/>
            <p:cNvSpPr/>
            <p:nvPr/>
          </p:nvSpPr>
          <p:spPr>
            <a:xfrm>
              <a:off x="4923425" y="3970775"/>
              <a:ext cx="165100" cy="165100"/>
            </a:xfrm>
            <a:custGeom>
              <a:rect b="b" l="l" r="r" t="t"/>
              <a:pathLst>
                <a:path extrusionOk="0" h="6604" w="6604">
                  <a:moveTo>
                    <a:pt x="3303" y="215"/>
                  </a:moveTo>
                  <a:cubicBezTo>
                    <a:pt x="5004" y="215"/>
                    <a:pt x="6389" y="1599"/>
                    <a:pt x="6389" y="3303"/>
                  </a:cubicBezTo>
                  <a:cubicBezTo>
                    <a:pt x="6389" y="5004"/>
                    <a:pt x="5004" y="6389"/>
                    <a:pt x="3303" y="6389"/>
                  </a:cubicBezTo>
                  <a:cubicBezTo>
                    <a:pt x="1599" y="6389"/>
                    <a:pt x="215" y="5004"/>
                    <a:pt x="215" y="3303"/>
                  </a:cubicBezTo>
                  <a:cubicBezTo>
                    <a:pt x="215" y="1599"/>
                    <a:pt x="1599" y="215"/>
                    <a:pt x="3303" y="215"/>
                  </a:cubicBezTo>
                  <a:close/>
                  <a:moveTo>
                    <a:pt x="3303" y="0"/>
                  </a:moveTo>
                  <a:cubicBezTo>
                    <a:pt x="1482" y="0"/>
                    <a:pt x="0" y="1482"/>
                    <a:pt x="0" y="3303"/>
                  </a:cubicBezTo>
                  <a:cubicBezTo>
                    <a:pt x="0" y="5122"/>
                    <a:pt x="1482" y="6604"/>
                    <a:pt x="3303" y="6604"/>
                  </a:cubicBezTo>
                  <a:cubicBezTo>
                    <a:pt x="5122" y="6604"/>
                    <a:pt x="6604" y="5122"/>
                    <a:pt x="6604" y="3303"/>
                  </a:cubicBezTo>
                  <a:cubicBezTo>
                    <a:pt x="6604" y="1482"/>
                    <a:pt x="5122" y="0"/>
                    <a:pt x="330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37"/>
            <p:cNvSpPr/>
            <p:nvPr/>
          </p:nvSpPr>
          <p:spPr>
            <a:xfrm>
              <a:off x="4946050" y="3993400"/>
              <a:ext cx="119850" cy="119850"/>
            </a:xfrm>
            <a:custGeom>
              <a:rect b="b" l="l" r="r" t="t"/>
              <a:pathLst>
                <a:path extrusionOk="0" h="4794" w="4794">
                  <a:moveTo>
                    <a:pt x="2398" y="0"/>
                  </a:moveTo>
                  <a:cubicBezTo>
                    <a:pt x="1072" y="0"/>
                    <a:pt x="0" y="1072"/>
                    <a:pt x="0" y="2396"/>
                  </a:cubicBezTo>
                  <a:cubicBezTo>
                    <a:pt x="0" y="3721"/>
                    <a:pt x="1072" y="4793"/>
                    <a:pt x="2398" y="4793"/>
                  </a:cubicBezTo>
                  <a:cubicBezTo>
                    <a:pt x="3721" y="4793"/>
                    <a:pt x="4793" y="3721"/>
                    <a:pt x="4793" y="2396"/>
                  </a:cubicBezTo>
                  <a:cubicBezTo>
                    <a:pt x="4793" y="1072"/>
                    <a:pt x="3721" y="0"/>
                    <a:pt x="239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37"/>
            <p:cNvSpPr/>
            <p:nvPr/>
          </p:nvSpPr>
          <p:spPr>
            <a:xfrm>
              <a:off x="4943375" y="3990725"/>
              <a:ext cx="125200" cy="125200"/>
            </a:xfrm>
            <a:custGeom>
              <a:rect b="b" l="l" r="r" t="t"/>
              <a:pathLst>
                <a:path extrusionOk="0" h="5008" w="5008">
                  <a:moveTo>
                    <a:pt x="2505" y="213"/>
                  </a:moveTo>
                  <a:cubicBezTo>
                    <a:pt x="3767" y="213"/>
                    <a:pt x="4795" y="1240"/>
                    <a:pt x="4795" y="2505"/>
                  </a:cubicBezTo>
                  <a:cubicBezTo>
                    <a:pt x="4795" y="3767"/>
                    <a:pt x="3767" y="4795"/>
                    <a:pt x="2505" y="4795"/>
                  </a:cubicBezTo>
                  <a:cubicBezTo>
                    <a:pt x="1240" y="4795"/>
                    <a:pt x="213" y="3767"/>
                    <a:pt x="213" y="2505"/>
                  </a:cubicBezTo>
                  <a:cubicBezTo>
                    <a:pt x="213" y="1240"/>
                    <a:pt x="1240" y="213"/>
                    <a:pt x="2505" y="213"/>
                  </a:cubicBezTo>
                  <a:close/>
                  <a:moveTo>
                    <a:pt x="2505" y="0"/>
                  </a:moveTo>
                  <a:cubicBezTo>
                    <a:pt x="1124" y="0"/>
                    <a:pt x="0" y="1123"/>
                    <a:pt x="0" y="2505"/>
                  </a:cubicBezTo>
                  <a:cubicBezTo>
                    <a:pt x="0" y="3885"/>
                    <a:pt x="1123" y="5007"/>
                    <a:pt x="2505" y="5007"/>
                  </a:cubicBezTo>
                  <a:cubicBezTo>
                    <a:pt x="3885" y="5007"/>
                    <a:pt x="5007" y="3883"/>
                    <a:pt x="5007" y="2505"/>
                  </a:cubicBezTo>
                  <a:cubicBezTo>
                    <a:pt x="5007" y="1124"/>
                    <a:pt x="3883" y="0"/>
                    <a:pt x="250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37"/>
            <p:cNvSpPr/>
            <p:nvPr/>
          </p:nvSpPr>
          <p:spPr>
            <a:xfrm>
              <a:off x="4971000" y="4018325"/>
              <a:ext cx="69950" cy="69975"/>
            </a:xfrm>
            <a:custGeom>
              <a:rect b="b" l="l" r="r" t="t"/>
              <a:pathLst>
                <a:path extrusionOk="0" h="2799" w="2798">
                  <a:moveTo>
                    <a:pt x="1400" y="1"/>
                  </a:moveTo>
                  <a:cubicBezTo>
                    <a:pt x="627" y="1"/>
                    <a:pt x="0" y="628"/>
                    <a:pt x="0" y="1399"/>
                  </a:cubicBezTo>
                  <a:cubicBezTo>
                    <a:pt x="0" y="2172"/>
                    <a:pt x="627" y="2799"/>
                    <a:pt x="1400" y="2799"/>
                  </a:cubicBezTo>
                  <a:cubicBezTo>
                    <a:pt x="2171" y="2799"/>
                    <a:pt x="2798" y="2172"/>
                    <a:pt x="2798" y="1399"/>
                  </a:cubicBezTo>
                  <a:cubicBezTo>
                    <a:pt x="2798" y="628"/>
                    <a:pt x="2171" y="1"/>
                    <a:pt x="1400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37"/>
            <p:cNvSpPr/>
            <p:nvPr/>
          </p:nvSpPr>
          <p:spPr>
            <a:xfrm>
              <a:off x="4968300" y="4015650"/>
              <a:ext cx="75325" cy="75325"/>
            </a:xfrm>
            <a:custGeom>
              <a:rect b="b" l="l" r="r" t="t"/>
              <a:pathLst>
                <a:path extrusionOk="0" h="3013" w="3013">
                  <a:moveTo>
                    <a:pt x="1508" y="215"/>
                  </a:moveTo>
                  <a:cubicBezTo>
                    <a:pt x="2219" y="215"/>
                    <a:pt x="2800" y="794"/>
                    <a:pt x="2800" y="1508"/>
                  </a:cubicBezTo>
                  <a:cubicBezTo>
                    <a:pt x="2800" y="2219"/>
                    <a:pt x="2219" y="2800"/>
                    <a:pt x="1508" y="2800"/>
                  </a:cubicBezTo>
                  <a:cubicBezTo>
                    <a:pt x="794" y="2800"/>
                    <a:pt x="215" y="2219"/>
                    <a:pt x="215" y="1508"/>
                  </a:cubicBezTo>
                  <a:cubicBezTo>
                    <a:pt x="215" y="794"/>
                    <a:pt x="794" y="215"/>
                    <a:pt x="1508" y="215"/>
                  </a:cubicBezTo>
                  <a:close/>
                  <a:moveTo>
                    <a:pt x="1508" y="1"/>
                  </a:moveTo>
                  <a:cubicBezTo>
                    <a:pt x="677" y="1"/>
                    <a:pt x="1" y="677"/>
                    <a:pt x="1" y="1508"/>
                  </a:cubicBezTo>
                  <a:cubicBezTo>
                    <a:pt x="1" y="2337"/>
                    <a:pt x="677" y="3013"/>
                    <a:pt x="1508" y="3013"/>
                  </a:cubicBezTo>
                  <a:cubicBezTo>
                    <a:pt x="2337" y="3013"/>
                    <a:pt x="3013" y="2337"/>
                    <a:pt x="3013" y="1508"/>
                  </a:cubicBezTo>
                  <a:cubicBezTo>
                    <a:pt x="3013" y="677"/>
                    <a:pt x="2337" y="1"/>
                    <a:pt x="15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37"/>
            <p:cNvSpPr/>
            <p:nvPr/>
          </p:nvSpPr>
          <p:spPr>
            <a:xfrm>
              <a:off x="4475650" y="3893925"/>
              <a:ext cx="242050" cy="318750"/>
            </a:xfrm>
            <a:custGeom>
              <a:rect b="b" l="l" r="r" t="t"/>
              <a:pathLst>
                <a:path extrusionOk="0" h="12750" w="9682">
                  <a:moveTo>
                    <a:pt x="4841" y="1"/>
                  </a:moveTo>
                  <a:cubicBezTo>
                    <a:pt x="2169" y="1"/>
                    <a:pt x="1" y="2855"/>
                    <a:pt x="1" y="6375"/>
                  </a:cubicBezTo>
                  <a:cubicBezTo>
                    <a:pt x="1" y="9896"/>
                    <a:pt x="2169" y="12749"/>
                    <a:pt x="4841" y="12749"/>
                  </a:cubicBezTo>
                  <a:cubicBezTo>
                    <a:pt x="7515" y="12749"/>
                    <a:pt x="9682" y="9896"/>
                    <a:pt x="9682" y="6375"/>
                  </a:cubicBezTo>
                  <a:cubicBezTo>
                    <a:pt x="9682" y="2855"/>
                    <a:pt x="7515" y="1"/>
                    <a:pt x="484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37"/>
            <p:cNvSpPr/>
            <p:nvPr/>
          </p:nvSpPr>
          <p:spPr>
            <a:xfrm>
              <a:off x="4472975" y="3891300"/>
              <a:ext cx="247425" cy="324050"/>
            </a:xfrm>
            <a:custGeom>
              <a:rect b="b" l="l" r="r" t="t"/>
              <a:pathLst>
                <a:path extrusionOk="0" h="12962" w="9897">
                  <a:moveTo>
                    <a:pt x="4948" y="213"/>
                  </a:moveTo>
                  <a:cubicBezTo>
                    <a:pt x="7558" y="213"/>
                    <a:pt x="9683" y="3026"/>
                    <a:pt x="9683" y="6482"/>
                  </a:cubicBezTo>
                  <a:cubicBezTo>
                    <a:pt x="9683" y="9937"/>
                    <a:pt x="7558" y="12749"/>
                    <a:pt x="4948" y="12749"/>
                  </a:cubicBezTo>
                  <a:cubicBezTo>
                    <a:pt x="2338" y="12749"/>
                    <a:pt x="214" y="9937"/>
                    <a:pt x="214" y="6482"/>
                  </a:cubicBezTo>
                  <a:cubicBezTo>
                    <a:pt x="214" y="3026"/>
                    <a:pt x="2338" y="213"/>
                    <a:pt x="4948" y="213"/>
                  </a:cubicBezTo>
                  <a:close/>
                  <a:moveTo>
                    <a:pt x="4948" y="0"/>
                  </a:moveTo>
                  <a:cubicBezTo>
                    <a:pt x="2221" y="0"/>
                    <a:pt x="1" y="2908"/>
                    <a:pt x="1" y="6482"/>
                  </a:cubicBezTo>
                  <a:cubicBezTo>
                    <a:pt x="1" y="10055"/>
                    <a:pt x="2221" y="12961"/>
                    <a:pt x="4948" y="12961"/>
                  </a:cubicBezTo>
                  <a:cubicBezTo>
                    <a:pt x="7676" y="12961"/>
                    <a:pt x="9896" y="10055"/>
                    <a:pt x="9896" y="6482"/>
                  </a:cubicBezTo>
                  <a:cubicBezTo>
                    <a:pt x="9896" y="2908"/>
                    <a:pt x="7676" y="0"/>
                    <a:pt x="494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37"/>
            <p:cNvSpPr/>
            <p:nvPr/>
          </p:nvSpPr>
          <p:spPr>
            <a:xfrm>
              <a:off x="4520100" y="3973450"/>
              <a:ext cx="121375" cy="159750"/>
            </a:xfrm>
            <a:custGeom>
              <a:rect b="b" l="l" r="r" t="t"/>
              <a:pathLst>
                <a:path extrusionOk="0" h="6390" w="4855">
                  <a:moveTo>
                    <a:pt x="2428" y="0"/>
                  </a:moveTo>
                  <a:cubicBezTo>
                    <a:pt x="1088" y="0"/>
                    <a:pt x="1" y="1431"/>
                    <a:pt x="1" y="3194"/>
                  </a:cubicBezTo>
                  <a:cubicBezTo>
                    <a:pt x="1" y="4958"/>
                    <a:pt x="1088" y="6389"/>
                    <a:pt x="2428" y="6389"/>
                  </a:cubicBezTo>
                  <a:cubicBezTo>
                    <a:pt x="3768" y="6389"/>
                    <a:pt x="4855" y="4958"/>
                    <a:pt x="4855" y="3194"/>
                  </a:cubicBezTo>
                  <a:cubicBezTo>
                    <a:pt x="4855" y="1431"/>
                    <a:pt x="3768" y="0"/>
                    <a:pt x="2428" y="0"/>
                  </a:cubicBezTo>
                  <a:close/>
                </a:path>
              </a:pathLst>
            </a:custGeom>
            <a:solidFill>
              <a:srgbClr val="BCC1E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37"/>
            <p:cNvSpPr/>
            <p:nvPr/>
          </p:nvSpPr>
          <p:spPr>
            <a:xfrm>
              <a:off x="4517450" y="3970775"/>
              <a:ext cx="126700" cy="165100"/>
            </a:xfrm>
            <a:custGeom>
              <a:rect b="b" l="l" r="r" t="t"/>
              <a:pathLst>
                <a:path extrusionOk="0" h="6604" w="5068">
                  <a:moveTo>
                    <a:pt x="2534" y="215"/>
                  </a:moveTo>
                  <a:cubicBezTo>
                    <a:pt x="3814" y="215"/>
                    <a:pt x="4855" y="1599"/>
                    <a:pt x="4855" y="3303"/>
                  </a:cubicBezTo>
                  <a:cubicBezTo>
                    <a:pt x="4855" y="5004"/>
                    <a:pt x="3813" y="6389"/>
                    <a:pt x="2534" y="6389"/>
                  </a:cubicBezTo>
                  <a:cubicBezTo>
                    <a:pt x="1255" y="6389"/>
                    <a:pt x="214" y="5004"/>
                    <a:pt x="214" y="3303"/>
                  </a:cubicBezTo>
                  <a:cubicBezTo>
                    <a:pt x="214" y="1599"/>
                    <a:pt x="1255" y="215"/>
                    <a:pt x="2534" y="215"/>
                  </a:cubicBezTo>
                  <a:close/>
                  <a:moveTo>
                    <a:pt x="2534" y="0"/>
                  </a:moveTo>
                  <a:cubicBezTo>
                    <a:pt x="1137" y="0"/>
                    <a:pt x="1" y="1482"/>
                    <a:pt x="1" y="3303"/>
                  </a:cubicBezTo>
                  <a:cubicBezTo>
                    <a:pt x="1" y="5122"/>
                    <a:pt x="1137" y="6604"/>
                    <a:pt x="2534" y="6604"/>
                  </a:cubicBezTo>
                  <a:cubicBezTo>
                    <a:pt x="3932" y="6604"/>
                    <a:pt x="5068" y="5122"/>
                    <a:pt x="5068" y="3303"/>
                  </a:cubicBezTo>
                  <a:cubicBezTo>
                    <a:pt x="5068" y="1482"/>
                    <a:pt x="3932" y="0"/>
                    <a:pt x="25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37"/>
            <p:cNvSpPr/>
            <p:nvPr/>
          </p:nvSpPr>
          <p:spPr>
            <a:xfrm>
              <a:off x="4535250" y="3993400"/>
              <a:ext cx="91075" cy="119850"/>
            </a:xfrm>
            <a:custGeom>
              <a:rect b="b" l="l" r="r" t="t"/>
              <a:pathLst>
                <a:path extrusionOk="0" h="4794" w="3643">
                  <a:moveTo>
                    <a:pt x="1822" y="0"/>
                  </a:moveTo>
                  <a:cubicBezTo>
                    <a:pt x="817" y="0"/>
                    <a:pt x="1" y="1072"/>
                    <a:pt x="1" y="2396"/>
                  </a:cubicBezTo>
                  <a:cubicBezTo>
                    <a:pt x="1" y="3721"/>
                    <a:pt x="817" y="4793"/>
                    <a:pt x="1822" y="4793"/>
                  </a:cubicBezTo>
                  <a:cubicBezTo>
                    <a:pt x="2828" y="4793"/>
                    <a:pt x="3643" y="3721"/>
                    <a:pt x="3643" y="2396"/>
                  </a:cubicBezTo>
                  <a:cubicBezTo>
                    <a:pt x="3643" y="1072"/>
                    <a:pt x="2828" y="0"/>
                    <a:pt x="182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37"/>
            <p:cNvSpPr/>
            <p:nvPr/>
          </p:nvSpPr>
          <p:spPr>
            <a:xfrm>
              <a:off x="4532600" y="3990725"/>
              <a:ext cx="96400" cy="125200"/>
            </a:xfrm>
            <a:custGeom>
              <a:rect b="b" l="l" r="r" t="t"/>
              <a:pathLst>
                <a:path extrusionOk="0" h="5008" w="3856">
                  <a:moveTo>
                    <a:pt x="1928" y="213"/>
                  </a:moveTo>
                  <a:cubicBezTo>
                    <a:pt x="2873" y="213"/>
                    <a:pt x="3643" y="1240"/>
                    <a:pt x="3643" y="2505"/>
                  </a:cubicBezTo>
                  <a:cubicBezTo>
                    <a:pt x="3643" y="3767"/>
                    <a:pt x="2873" y="4795"/>
                    <a:pt x="1928" y="4795"/>
                  </a:cubicBezTo>
                  <a:cubicBezTo>
                    <a:pt x="982" y="4795"/>
                    <a:pt x="214" y="3767"/>
                    <a:pt x="214" y="2505"/>
                  </a:cubicBezTo>
                  <a:cubicBezTo>
                    <a:pt x="214" y="1240"/>
                    <a:pt x="982" y="213"/>
                    <a:pt x="1928" y="213"/>
                  </a:cubicBezTo>
                  <a:close/>
                  <a:moveTo>
                    <a:pt x="1928" y="0"/>
                  </a:moveTo>
                  <a:cubicBezTo>
                    <a:pt x="864" y="0"/>
                    <a:pt x="1" y="1123"/>
                    <a:pt x="1" y="2505"/>
                  </a:cubicBezTo>
                  <a:cubicBezTo>
                    <a:pt x="1" y="3885"/>
                    <a:pt x="864" y="5007"/>
                    <a:pt x="1928" y="5007"/>
                  </a:cubicBezTo>
                  <a:cubicBezTo>
                    <a:pt x="2991" y="5007"/>
                    <a:pt x="3856" y="3883"/>
                    <a:pt x="3856" y="2505"/>
                  </a:cubicBezTo>
                  <a:cubicBezTo>
                    <a:pt x="3856" y="1124"/>
                    <a:pt x="2991" y="0"/>
                    <a:pt x="192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37"/>
            <p:cNvSpPr/>
            <p:nvPr/>
          </p:nvSpPr>
          <p:spPr>
            <a:xfrm>
              <a:off x="4554025" y="4018325"/>
              <a:ext cx="53350" cy="69950"/>
            </a:xfrm>
            <a:custGeom>
              <a:rect b="b" l="l" r="r" t="t"/>
              <a:pathLst>
                <a:path extrusionOk="0" h="2798" w="2134">
                  <a:moveTo>
                    <a:pt x="1066" y="1"/>
                  </a:moveTo>
                  <a:cubicBezTo>
                    <a:pt x="476" y="1"/>
                    <a:pt x="0" y="628"/>
                    <a:pt x="0" y="1401"/>
                  </a:cubicBezTo>
                  <a:cubicBezTo>
                    <a:pt x="0" y="2172"/>
                    <a:pt x="476" y="2797"/>
                    <a:pt x="1066" y="2797"/>
                  </a:cubicBezTo>
                  <a:cubicBezTo>
                    <a:pt x="1657" y="2797"/>
                    <a:pt x="2134" y="2172"/>
                    <a:pt x="2134" y="1401"/>
                  </a:cubicBezTo>
                  <a:cubicBezTo>
                    <a:pt x="2134" y="628"/>
                    <a:pt x="1657" y="1"/>
                    <a:pt x="1066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37"/>
            <p:cNvSpPr/>
            <p:nvPr/>
          </p:nvSpPr>
          <p:spPr>
            <a:xfrm>
              <a:off x="4551375" y="4015650"/>
              <a:ext cx="58650" cy="75250"/>
            </a:xfrm>
            <a:custGeom>
              <a:rect b="b" l="l" r="r" t="t"/>
              <a:pathLst>
                <a:path extrusionOk="0" h="3010" w="2346">
                  <a:moveTo>
                    <a:pt x="1172" y="215"/>
                  </a:moveTo>
                  <a:cubicBezTo>
                    <a:pt x="1702" y="215"/>
                    <a:pt x="2132" y="796"/>
                    <a:pt x="2132" y="1508"/>
                  </a:cubicBezTo>
                  <a:cubicBezTo>
                    <a:pt x="2132" y="2218"/>
                    <a:pt x="1702" y="2797"/>
                    <a:pt x="1172" y="2797"/>
                  </a:cubicBezTo>
                  <a:cubicBezTo>
                    <a:pt x="644" y="2797"/>
                    <a:pt x="213" y="2219"/>
                    <a:pt x="213" y="1508"/>
                  </a:cubicBezTo>
                  <a:cubicBezTo>
                    <a:pt x="213" y="794"/>
                    <a:pt x="644" y="215"/>
                    <a:pt x="1172" y="215"/>
                  </a:cubicBezTo>
                  <a:close/>
                  <a:moveTo>
                    <a:pt x="1172" y="1"/>
                  </a:moveTo>
                  <a:cubicBezTo>
                    <a:pt x="526" y="1"/>
                    <a:pt x="0" y="678"/>
                    <a:pt x="0" y="1508"/>
                  </a:cubicBezTo>
                  <a:cubicBezTo>
                    <a:pt x="0" y="2335"/>
                    <a:pt x="526" y="3010"/>
                    <a:pt x="1172" y="3010"/>
                  </a:cubicBezTo>
                  <a:cubicBezTo>
                    <a:pt x="1820" y="3010"/>
                    <a:pt x="2345" y="2337"/>
                    <a:pt x="2345" y="1508"/>
                  </a:cubicBezTo>
                  <a:cubicBezTo>
                    <a:pt x="2345" y="677"/>
                    <a:pt x="1820" y="1"/>
                    <a:pt x="117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37"/>
            <p:cNvSpPr/>
            <p:nvPr/>
          </p:nvSpPr>
          <p:spPr>
            <a:xfrm>
              <a:off x="4611675" y="4264750"/>
              <a:ext cx="240675" cy="151225"/>
            </a:xfrm>
            <a:custGeom>
              <a:rect b="b" l="l" r="r" t="t"/>
              <a:pathLst>
                <a:path extrusionOk="0" h="6049" w="9627">
                  <a:moveTo>
                    <a:pt x="3224" y="0"/>
                  </a:moveTo>
                  <a:cubicBezTo>
                    <a:pt x="2303" y="0"/>
                    <a:pt x="1611" y="737"/>
                    <a:pt x="1357" y="1564"/>
                  </a:cubicBezTo>
                  <a:cubicBezTo>
                    <a:pt x="864" y="3168"/>
                    <a:pt x="0" y="4401"/>
                    <a:pt x="740" y="5017"/>
                  </a:cubicBezTo>
                  <a:cubicBezTo>
                    <a:pt x="1480" y="5632"/>
                    <a:pt x="4668" y="6004"/>
                    <a:pt x="4668" y="6004"/>
                  </a:cubicBezTo>
                  <a:lnTo>
                    <a:pt x="4653" y="5965"/>
                  </a:lnTo>
                  <a:lnTo>
                    <a:pt x="4653" y="5965"/>
                  </a:lnTo>
                  <a:cubicBezTo>
                    <a:pt x="5014" y="5994"/>
                    <a:pt x="5801" y="6049"/>
                    <a:pt x="6607" y="6049"/>
                  </a:cubicBezTo>
                  <a:cubicBezTo>
                    <a:pt x="7522" y="6049"/>
                    <a:pt x="8462" y="5978"/>
                    <a:pt x="8827" y="5718"/>
                  </a:cubicBezTo>
                  <a:cubicBezTo>
                    <a:pt x="9626" y="5151"/>
                    <a:pt x="6992" y="2060"/>
                    <a:pt x="5276" y="802"/>
                  </a:cubicBezTo>
                  <a:cubicBezTo>
                    <a:pt x="4710" y="352"/>
                    <a:pt x="4026" y="74"/>
                    <a:pt x="3307" y="2"/>
                  </a:cubicBezTo>
                  <a:cubicBezTo>
                    <a:pt x="3279" y="1"/>
                    <a:pt x="3251" y="0"/>
                    <a:pt x="322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37"/>
            <p:cNvSpPr/>
            <p:nvPr/>
          </p:nvSpPr>
          <p:spPr>
            <a:xfrm>
              <a:off x="4613575" y="4262075"/>
              <a:ext cx="225325" cy="156625"/>
            </a:xfrm>
            <a:custGeom>
              <a:rect b="b" l="l" r="r" t="t"/>
              <a:pathLst>
                <a:path extrusionOk="0" h="6265" w="9013">
                  <a:moveTo>
                    <a:pt x="3131" y="214"/>
                  </a:moveTo>
                  <a:cubicBezTo>
                    <a:pt x="3160" y="214"/>
                    <a:pt x="3191" y="215"/>
                    <a:pt x="3221" y="216"/>
                  </a:cubicBezTo>
                  <a:cubicBezTo>
                    <a:pt x="3922" y="285"/>
                    <a:pt x="4583" y="554"/>
                    <a:pt x="5133" y="992"/>
                  </a:cubicBezTo>
                  <a:cubicBezTo>
                    <a:pt x="5134" y="994"/>
                    <a:pt x="5136" y="995"/>
                    <a:pt x="5137" y="995"/>
                  </a:cubicBezTo>
                  <a:cubicBezTo>
                    <a:pt x="6671" y="2121"/>
                    <a:pt x="8798" y="4600"/>
                    <a:pt x="8791" y="5502"/>
                  </a:cubicBezTo>
                  <a:cubicBezTo>
                    <a:pt x="8791" y="5612"/>
                    <a:pt x="8757" y="5690"/>
                    <a:pt x="8688" y="5739"/>
                  </a:cubicBezTo>
                  <a:cubicBezTo>
                    <a:pt x="8369" y="5966"/>
                    <a:pt x="7508" y="6049"/>
                    <a:pt x="6510" y="6049"/>
                  </a:cubicBezTo>
                  <a:cubicBezTo>
                    <a:pt x="5889" y="6049"/>
                    <a:pt x="5216" y="6017"/>
                    <a:pt x="4586" y="5967"/>
                  </a:cubicBezTo>
                  <a:cubicBezTo>
                    <a:pt x="4583" y="5967"/>
                    <a:pt x="4580" y="5965"/>
                    <a:pt x="4577" y="5965"/>
                  </a:cubicBezTo>
                  <a:cubicBezTo>
                    <a:pt x="4550" y="5965"/>
                    <a:pt x="4525" y="5976"/>
                    <a:pt x="4506" y="5992"/>
                  </a:cubicBezTo>
                  <a:cubicBezTo>
                    <a:pt x="3967" y="5925"/>
                    <a:pt x="1369" y="5571"/>
                    <a:pt x="733" y="5042"/>
                  </a:cubicBezTo>
                  <a:cubicBezTo>
                    <a:pt x="256" y="4645"/>
                    <a:pt x="538" y="3933"/>
                    <a:pt x="928" y="2949"/>
                  </a:cubicBezTo>
                  <a:cubicBezTo>
                    <a:pt x="1077" y="2573"/>
                    <a:pt x="1245" y="2149"/>
                    <a:pt x="1382" y="1702"/>
                  </a:cubicBezTo>
                  <a:cubicBezTo>
                    <a:pt x="1613" y="955"/>
                    <a:pt x="2242" y="214"/>
                    <a:pt x="3131" y="214"/>
                  </a:cubicBezTo>
                  <a:close/>
                  <a:moveTo>
                    <a:pt x="3136" y="1"/>
                  </a:moveTo>
                  <a:cubicBezTo>
                    <a:pt x="2129" y="1"/>
                    <a:pt x="1432" y="815"/>
                    <a:pt x="1178" y="1640"/>
                  </a:cubicBezTo>
                  <a:cubicBezTo>
                    <a:pt x="1044" y="2078"/>
                    <a:pt x="877" y="2497"/>
                    <a:pt x="730" y="2870"/>
                  </a:cubicBezTo>
                  <a:cubicBezTo>
                    <a:pt x="322" y="3897"/>
                    <a:pt x="0" y="4710"/>
                    <a:pt x="596" y="5204"/>
                  </a:cubicBezTo>
                  <a:cubicBezTo>
                    <a:pt x="1351" y="5834"/>
                    <a:pt x="4448" y="6202"/>
                    <a:pt x="4580" y="6217"/>
                  </a:cubicBezTo>
                  <a:cubicBezTo>
                    <a:pt x="4584" y="6217"/>
                    <a:pt x="4587" y="6217"/>
                    <a:pt x="4591" y="6217"/>
                  </a:cubicBezTo>
                  <a:cubicBezTo>
                    <a:pt x="4619" y="6217"/>
                    <a:pt x="4647" y="6207"/>
                    <a:pt x="4667" y="6187"/>
                  </a:cubicBezTo>
                  <a:cubicBezTo>
                    <a:pt x="5133" y="6223"/>
                    <a:pt x="5828" y="6265"/>
                    <a:pt x="6526" y="6265"/>
                  </a:cubicBezTo>
                  <a:cubicBezTo>
                    <a:pt x="7473" y="6265"/>
                    <a:pt x="8426" y="6187"/>
                    <a:pt x="8812" y="5912"/>
                  </a:cubicBezTo>
                  <a:cubicBezTo>
                    <a:pt x="8900" y="5851"/>
                    <a:pt x="9002" y="5730"/>
                    <a:pt x="9004" y="5504"/>
                  </a:cubicBezTo>
                  <a:cubicBezTo>
                    <a:pt x="9013" y="4441"/>
                    <a:pt x="6748" y="1912"/>
                    <a:pt x="5265" y="825"/>
                  </a:cubicBezTo>
                  <a:cubicBezTo>
                    <a:pt x="4681" y="361"/>
                    <a:pt x="3983" y="76"/>
                    <a:pt x="3237" y="4"/>
                  </a:cubicBezTo>
                  <a:cubicBezTo>
                    <a:pt x="3203" y="2"/>
                    <a:pt x="3170" y="1"/>
                    <a:pt x="313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37"/>
            <p:cNvSpPr/>
            <p:nvPr/>
          </p:nvSpPr>
          <p:spPr>
            <a:xfrm>
              <a:off x="4960800" y="4183425"/>
              <a:ext cx="461575" cy="392300"/>
            </a:xfrm>
            <a:custGeom>
              <a:rect b="b" l="l" r="r" t="t"/>
              <a:pathLst>
                <a:path extrusionOk="0" h="15692" w="18463">
                  <a:moveTo>
                    <a:pt x="13461" y="1"/>
                  </a:moveTo>
                  <a:cubicBezTo>
                    <a:pt x="12070" y="1"/>
                    <a:pt x="11011" y="714"/>
                    <a:pt x="11011" y="714"/>
                  </a:cubicBezTo>
                  <a:cubicBezTo>
                    <a:pt x="5944" y="3121"/>
                    <a:pt x="5944" y="9419"/>
                    <a:pt x="5944" y="9419"/>
                  </a:cubicBezTo>
                  <a:lnTo>
                    <a:pt x="1216" y="11684"/>
                  </a:lnTo>
                  <a:lnTo>
                    <a:pt x="399" y="13816"/>
                  </a:lnTo>
                  <a:lnTo>
                    <a:pt x="372" y="13816"/>
                  </a:lnTo>
                  <a:lnTo>
                    <a:pt x="389" y="13845"/>
                  </a:lnTo>
                  <a:lnTo>
                    <a:pt x="372" y="13886"/>
                  </a:lnTo>
                  <a:lnTo>
                    <a:pt x="412" y="13886"/>
                  </a:lnTo>
                  <a:lnTo>
                    <a:pt x="730" y="14430"/>
                  </a:lnTo>
                  <a:lnTo>
                    <a:pt x="0" y="14906"/>
                  </a:lnTo>
                  <a:cubicBezTo>
                    <a:pt x="359" y="14975"/>
                    <a:pt x="733" y="15036"/>
                    <a:pt x="1114" y="15091"/>
                  </a:cubicBezTo>
                  <a:lnTo>
                    <a:pt x="1216" y="15266"/>
                  </a:lnTo>
                  <a:cubicBezTo>
                    <a:pt x="1216" y="15266"/>
                    <a:pt x="4516" y="15692"/>
                    <a:pt x="7780" y="15692"/>
                  </a:cubicBezTo>
                  <a:cubicBezTo>
                    <a:pt x="8907" y="15692"/>
                    <a:pt x="10029" y="15641"/>
                    <a:pt x="11011" y="15505"/>
                  </a:cubicBezTo>
                  <a:cubicBezTo>
                    <a:pt x="11011" y="15505"/>
                    <a:pt x="14557" y="14458"/>
                    <a:pt x="15702" y="12577"/>
                  </a:cubicBezTo>
                  <a:cubicBezTo>
                    <a:pt x="16847" y="10695"/>
                    <a:pt x="18463" y="4962"/>
                    <a:pt x="18463" y="4962"/>
                  </a:cubicBezTo>
                  <a:cubicBezTo>
                    <a:pt x="17088" y="938"/>
                    <a:pt x="15056" y="1"/>
                    <a:pt x="1346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37"/>
            <p:cNvSpPr/>
            <p:nvPr/>
          </p:nvSpPr>
          <p:spPr>
            <a:xfrm>
              <a:off x="4958000" y="4180725"/>
              <a:ext cx="467050" cy="397600"/>
            </a:xfrm>
            <a:custGeom>
              <a:rect b="b" l="l" r="r" t="t"/>
              <a:pathLst>
                <a:path extrusionOk="0" h="15904" w="18682">
                  <a:moveTo>
                    <a:pt x="13580" y="218"/>
                  </a:moveTo>
                  <a:cubicBezTo>
                    <a:pt x="13959" y="218"/>
                    <a:pt x="14362" y="272"/>
                    <a:pt x="14774" y="411"/>
                  </a:cubicBezTo>
                  <a:cubicBezTo>
                    <a:pt x="16340" y="939"/>
                    <a:pt x="17580" y="2507"/>
                    <a:pt x="18462" y="5073"/>
                  </a:cubicBezTo>
                  <a:cubicBezTo>
                    <a:pt x="18331" y="5536"/>
                    <a:pt x="16803" y="10854"/>
                    <a:pt x="15723" y="12629"/>
                  </a:cubicBezTo>
                  <a:cubicBezTo>
                    <a:pt x="14613" y="14453"/>
                    <a:pt x="11127" y="15501"/>
                    <a:pt x="11108" y="15507"/>
                  </a:cubicBezTo>
                  <a:cubicBezTo>
                    <a:pt x="10140" y="15642"/>
                    <a:pt x="9027" y="15692"/>
                    <a:pt x="7908" y="15692"/>
                  </a:cubicBezTo>
                  <a:cubicBezTo>
                    <a:pt x="4893" y="15692"/>
                    <a:pt x="1827" y="15328"/>
                    <a:pt x="1394" y="15275"/>
                  </a:cubicBezTo>
                  <a:lnTo>
                    <a:pt x="1318" y="15145"/>
                  </a:lnTo>
                  <a:cubicBezTo>
                    <a:pt x="1302" y="15117"/>
                    <a:pt x="1273" y="15099"/>
                    <a:pt x="1241" y="15093"/>
                  </a:cubicBezTo>
                  <a:cubicBezTo>
                    <a:pt x="949" y="15051"/>
                    <a:pt x="666" y="15005"/>
                    <a:pt x="395" y="14958"/>
                  </a:cubicBezTo>
                  <a:lnTo>
                    <a:pt x="900" y="14627"/>
                  </a:lnTo>
                  <a:cubicBezTo>
                    <a:pt x="947" y="14596"/>
                    <a:pt x="962" y="14533"/>
                    <a:pt x="934" y="14484"/>
                  </a:cubicBezTo>
                  <a:lnTo>
                    <a:pt x="618" y="13944"/>
                  </a:lnTo>
                  <a:lnTo>
                    <a:pt x="1412" y="11870"/>
                  </a:lnTo>
                  <a:lnTo>
                    <a:pt x="6102" y="9623"/>
                  </a:lnTo>
                  <a:cubicBezTo>
                    <a:pt x="6139" y="9605"/>
                    <a:pt x="6163" y="9568"/>
                    <a:pt x="6163" y="9526"/>
                  </a:cubicBezTo>
                  <a:cubicBezTo>
                    <a:pt x="6163" y="9465"/>
                    <a:pt x="6223" y="3268"/>
                    <a:pt x="11169" y="918"/>
                  </a:cubicBezTo>
                  <a:cubicBezTo>
                    <a:pt x="11173" y="915"/>
                    <a:pt x="11178" y="912"/>
                    <a:pt x="11182" y="909"/>
                  </a:cubicBezTo>
                  <a:cubicBezTo>
                    <a:pt x="11195" y="901"/>
                    <a:pt x="12234" y="218"/>
                    <a:pt x="13580" y="218"/>
                  </a:cubicBezTo>
                  <a:close/>
                  <a:moveTo>
                    <a:pt x="13562" y="1"/>
                  </a:moveTo>
                  <a:cubicBezTo>
                    <a:pt x="12210" y="1"/>
                    <a:pt x="11177" y="658"/>
                    <a:pt x="11071" y="729"/>
                  </a:cubicBezTo>
                  <a:cubicBezTo>
                    <a:pt x="6291" y="3004"/>
                    <a:pt x="5972" y="8767"/>
                    <a:pt x="5952" y="9459"/>
                  </a:cubicBezTo>
                  <a:lnTo>
                    <a:pt x="1282" y="11695"/>
                  </a:lnTo>
                  <a:cubicBezTo>
                    <a:pt x="1257" y="11707"/>
                    <a:pt x="1238" y="11728"/>
                    <a:pt x="1229" y="11753"/>
                  </a:cubicBezTo>
                  <a:lnTo>
                    <a:pt x="434" y="13830"/>
                  </a:lnTo>
                  <a:cubicBezTo>
                    <a:pt x="416" y="13839"/>
                    <a:pt x="401" y="13854"/>
                    <a:pt x="390" y="13872"/>
                  </a:cubicBezTo>
                  <a:cubicBezTo>
                    <a:pt x="376" y="13899"/>
                    <a:pt x="373" y="13930"/>
                    <a:pt x="383" y="13959"/>
                  </a:cubicBezTo>
                  <a:cubicBezTo>
                    <a:pt x="373" y="13991"/>
                    <a:pt x="377" y="14026"/>
                    <a:pt x="395" y="14054"/>
                  </a:cubicBezTo>
                  <a:cubicBezTo>
                    <a:pt x="411" y="14078"/>
                    <a:pt x="435" y="14093"/>
                    <a:pt x="462" y="14098"/>
                  </a:cubicBezTo>
                  <a:lnTo>
                    <a:pt x="699" y="14503"/>
                  </a:lnTo>
                  <a:lnTo>
                    <a:pt x="54" y="14925"/>
                  </a:lnTo>
                  <a:cubicBezTo>
                    <a:pt x="18" y="14949"/>
                    <a:pt x="0" y="14992"/>
                    <a:pt x="8" y="15034"/>
                  </a:cubicBezTo>
                  <a:cubicBezTo>
                    <a:pt x="17" y="15077"/>
                    <a:pt x="50" y="15109"/>
                    <a:pt x="93" y="15118"/>
                  </a:cubicBezTo>
                  <a:cubicBezTo>
                    <a:pt x="428" y="15182"/>
                    <a:pt x="787" y="15242"/>
                    <a:pt x="1160" y="15297"/>
                  </a:cubicBezTo>
                  <a:lnTo>
                    <a:pt x="1236" y="15428"/>
                  </a:lnTo>
                  <a:cubicBezTo>
                    <a:pt x="1253" y="15456"/>
                    <a:pt x="1282" y="15476"/>
                    <a:pt x="1315" y="15480"/>
                  </a:cubicBezTo>
                  <a:cubicBezTo>
                    <a:pt x="1358" y="15486"/>
                    <a:pt x="4649" y="15903"/>
                    <a:pt x="7901" y="15903"/>
                  </a:cubicBezTo>
                  <a:cubicBezTo>
                    <a:pt x="9037" y="15903"/>
                    <a:pt x="10167" y="15852"/>
                    <a:pt x="11154" y="15715"/>
                  </a:cubicBezTo>
                  <a:cubicBezTo>
                    <a:pt x="11300" y="15672"/>
                    <a:pt x="14753" y="14634"/>
                    <a:pt x="15905" y="12741"/>
                  </a:cubicBezTo>
                  <a:cubicBezTo>
                    <a:pt x="17046" y="10869"/>
                    <a:pt x="18611" y="5333"/>
                    <a:pt x="18678" y="5099"/>
                  </a:cubicBezTo>
                  <a:cubicBezTo>
                    <a:pt x="18682" y="5079"/>
                    <a:pt x="18682" y="5056"/>
                    <a:pt x="18675" y="5035"/>
                  </a:cubicBezTo>
                  <a:cubicBezTo>
                    <a:pt x="17769" y="2384"/>
                    <a:pt x="16480" y="759"/>
                    <a:pt x="14839" y="208"/>
                  </a:cubicBezTo>
                  <a:cubicBezTo>
                    <a:pt x="14396" y="59"/>
                    <a:pt x="13965" y="1"/>
                    <a:pt x="1356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37"/>
            <p:cNvSpPr/>
            <p:nvPr/>
          </p:nvSpPr>
          <p:spPr>
            <a:xfrm>
              <a:off x="4451750" y="4187925"/>
              <a:ext cx="170975" cy="386900"/>
            </a:xfrm>
            <a:custGeom>
              <a:rect b="b" l="l" r="r" t="t"/>
              <a:pathLst>
                <a:path extrusionOk="0" h="15476" w="6839">
                  <a:moveTo>
                    <a:pt x="428" y="1"/>
                  </a:moveTo>
                  <a:lnTo>
                    <a:pt x="428" y="1"/>
                  </a:lnTo>
                  <a:cubicBezTo>
                    <a:pt x="229" y="2636"/>
                    <a:pt x="1" y="5955"/>
                    <a:pt x="1165" y="9207"/>
                  </a:cubicBezTo>
                  <a:cubicBezTo>
                    <a:pt x="1788" y="10923"/>
                    <a:pt x="2727" y="13203"/>
                    <a:pt x="3696" y="15474"/>
                  </a:cubicBezTo>
                  <a:lnTo>
                    <a:pt x="3696" y="15475"/>
                  </a:lnTo>
                  <a:cubicBezTo>
                    <a:pt x="4541" y="15407"/>
                    <a:pt x="5377" y="15277"/>
                    <a:pt x="6202" y="15088"/>
                  </a:cubicBezTo>
                  <a:lnTo>
                    <a:pt x="6256" y="14914"/>
                  </a:lnTo>
                  <a:cubicBezTo>
                    <a:pt x="6457" y="14859"/>
                    <a:pt x="6650" y="14796"/>
                    <a:pt x="6838" y="14728"/>
                  </a:cubicBezTo>
                  <a:lnTo>
                    <a:pt x="6455" y="14253"/>
                  </a:lnTo>
                  <a:lnTo>
                    <a:pt x="6622" y="13709"/>
                  </a:lnTo>
                  <a:lnTo>
                    <a:pt x="6645" y="13709"/>
                  </a:lnTo>
                  <a:lnTo>
                    <a:pt x="6645" y="13638"/>
                  </a:lnTo>
                  <a:lnTo>
                    <a:pt x="6631" y="13638"/>
                  </a:lnTo>
                  <a:lnTo>
                    <a:pt x="6204" y="11506"/>
                  </a:lnTo>
                  <a:lnTo>
                    <a:pt x="3722" y="9239"/>
                  </a:lnTo>
                  <a:cubicBezTo>
                    <a:pt x="3722" y="9239"/>
                    <a:pt x="3722" y="2941"/>
                    <a:pt x="1067" y="534"/>
                  </a:cubicBezTo>
                  <a:cubicBezTo>
                    <a:pt x="888" y="319"/>
                    <a:pt x="671" y="138"/>
                    <a:pt x="42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37"/>
            <p:cNvSpPr/>
            <p:nvPr/>
          </p:nvSpPr>
          <p:spPr>
            <a:xfrm>
              <a:off x="4448625" y="4185250"/>
              <a:ext cx="176875" cy="392200"/>
            </a:xfrm>
            <a:custGeom>
              <a:rect b="b" l="l" r="r" t="t"/>
              <a:pathLst>
                <a:path extrusionOk="0" h="15688" w="7075">
                  <a:moveTo>
                    <a:pt x="646" y="291"/>
                  </a:moveTo>
                  <a:lnTo>
                    <a:pt x="646" y="291"/>
                  </a:lnTo>
                  <a:cubicBezTo>
                    <a:pt x="820" y="407"/>
                    <a:pt x="978" y="550"/>
                    <a:pt x="1121" y="720"/>
                  </a:cubicBezTo>
                  <a:cubicBezTo>
                    <a:pt x="3710" y="3068"/>
                    <a:pt x="3741" y="9284"/>
                    <a:pt x="3741" y="9346"/>
                  </a:cubicBezTo>
                  <a:cubicBezTo>
                    <a:pt x="3741" y="9376"/>
                    <a:pt x="3753" y="9405"/>
                    <a:pt x="3775" y="9424"/>
                  </a:cubicBezTo>
                  <a:lnTo>
                    <a:pt x="6232" y="11668"/>
                  </a:lnTo>
                  <a:lnTo>
                    <a:pt x="6652" y="13766"/>
                  </a:lnTo>
                  <a:cubicBezTo>
                    <a:pt x="6652" y="13767"/>
                    <a:pt x="6652" y="13767"/>
                    <a:pt x="6652" y="13769"/>
                  </a:cubicBezTo>
                  <a:cubicBezTo>
                    <a:pt x="6650" y="13773"/>
                    <a:pt x="6647" y="13779"/>
                    <a:pt x="6646" y="13783"/>
                  </a:cubicBezTo>
                  <a:lnTo>
                    <a:pt x="6479" y="14328"/>
                  </a:lnTo>
                  <a:cubicBezTo>
                    <a:pt x="6469" y="14361"/>
                    <a:pt x="6476" y="14398"/>
                    <a:pt x="6499" y="14425"/>
                  </a:cubicBezTo>
                  <a:lnTo>
                    <a:pt x="6786" y="14784"/>
                  </a:lnTo>
                  <a:cubicBezTo>
                    <a:pt x="6644" y="14832"/>
                    <a:pt x="6500" y="14876"/>
                    <a:pt x="6353" y="14918"/>
                  </a:cubicBezTo>
                  <a:cubicBezTo>
                    <a:pt x="6317" y="14927"/>
                    <a:pt x="6290" y="14955"/>
                    <a:pt x="6280" y="14990"/>
                  </a:cubicBezTo>
                  <a:lnTo>
                    <a:pt x="6244" y="15106"/>
                  </a:lnTo>
                  <a:cubicBezTo>
                    <a:pt x="5470" y="15280"/>
                    <a:pt x="4679" y="15402"/>
                    <a:pt x="3890" y="15469"/>
                  </a:cubicBezTo>
                  <a:cubicBezTo>
                    <a:pt x="2772" y="12851"/>
                    <a:pt x="1932" y="10768"/>
                    <a:pt x="1391" y="9278"/>
                  </a:cubicBezTo>
                  <a:cubicBezTo>
                    <a:pt x="244" y="6074"/>
                    <a:pt x="461" y="2756"/>
                    <a:pt x="646" y="291"/>
                  </a:cubicBezTo>
                  <a:close/>
                  <a:moveTo>
                    <a:pt x="552" y="1"/>
                  </a:moveTo>
                  <a:cubicBezTo>
                    <a:pt x="535" y="1"/>
                    <a:pt x="518" y="5"/>
                    <a:pt x="503" y="14"/>
                  </a:cubicBezTo>
                  <a:cubicBezTo>
                    <a:pt x="470" y="30"/>
                    <a:pt x="449" y="63"/>
                    <a:pt x="446" y="100"/>
                  </a:cubicBezTo>
                  <a:cubicBezTo>
                    <a:pt x="258" y="2602"/>
                    <a:pt x="1" y="6026"/>
                    <a:pt x="1190" y="9351"/>
                  </a:cubicBezTo>
                  <a:cubicBezTo>
                    <a:pt x="1737" y="10858"/>
                    <a:pt x="2590" y="12968"/>
                    <a:pt x="3725" y="15624"/>
                  </a:cubicBezTo>
                  <a:cubicBezTo>
                    <a:pt x="3741" y="15663"/>
                    <a:pt x="3780" y="15688"/>
                    <a:pt x="3821" y="15688"/>
                  </a:cubicBezTo>
                  <a:lnTo>
                    <a:pt x="3830" y="15688"/>
                  </a:lnTo>
                  <a:cubicBezTo>
                    <a:pt x="4675" y="15619"/>
                    <a:pt x="5523" y="15488"/>
                    <a:pt x="6351" y="15299"/>
                  </a:cubicBezTo>
                  <a:cubicBezTo>
                    <a:pt x="6388" y="15290"/>
                    <a:pt x="6418" y="15263"/>
                    <a:pt x="6430" y="15226"/>
                  </a:cubicBezTo>
                  <a:lnTo>
                    <a:pt x="6466" y="15107"/>
                  </a:lnTo>
                  <a:cubicBezTo>
                    <a:pt x="6649" y="15055"/>
                    <a:pt x="6828" y="14998"/>
                    <a:pt x="7000" y="14936"/>
                  </a:cubicBezTo>
                  <a:cubicBezTo>
                    <a:pt x="7032" y="14924"/>
                    <a:pt x="7057" y="14897"/>
                    <a:pt x="7066" y="14863"/>
                  </a:cubicBezTo>
                  <a:cubicBezTo>
                    <a:pt x="7075" y="14830"/>
                    <a:pt x="7067" y="14794"/>
                    <a:pt x="7046" y="14768"/>
                  </a:cubicBezTo>
                  <a:lnTo>
                    <a:pt x="6700" y="14336"/>
                  </a:lnTo>
                  <a:lnTo>
                    <a:pt x="6834" y="13901"/>
                  </a:lnTo>
                  <a:cubicBezTo>
                    <a:pt x="6859" y="13882"/>
                    <a:pt x="6875" y="13850"/>
                    <a:pt x="6875" y="13815"/>
                  </a:cubicBezTo>
                  <a:lnTo>
                    <a:pt x="6875" y="13745"/>
                  </a:lnTo>
                  <a:cubicBezTo>
                    <a:pt x="6875" y="13722"/>
                    <a:pt x="6866" y="13702"/>
                    <a:pt x="6853" y="13685"/>
                  </a:cubicBezTo>
                  <a:lnTo>
                    <a:pt x="6435" y="11592"/>
                  </a:lnTo>
                  <a:cubicBezTo>
                    <a:pt x="6430" y="11569"/>
                    <a:pt x="6418" y="11549"/>
                    <a:pt x="6402" y="11534"/>
                  </a:cubicBezTo>
                  <a:lnTo>
                    <a:pt x="3954" y="9299"/>
                  </a:lnTo>
                  <a:cubicBezTo>
                    <a:pt x="3949" y="8670"/>
                    <a:pt x="3832" y="2890"/>
                    <a:pt x="1274" y="572"/>
                  </a:cubicBezTo>
                  <a:cubicBezTo>
                    <a:pt x="1086" y="346"/>
                    <a:pt x="861" y="158"/>
                    <a:pt x="605" y="15"/>
                  </a:cubicBezTo>
                  <a:cubicBezTo>
                    <a:pt x="589" y="5"/>
                    <a:pt x="570" y="1"/>
                    <a:pt x="55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37"/>
            <p:cNvSpPr/>
            <p:nvPr/>
          </p:nvSpPr>
          <p:spPr>
            <a:xfrm>
              <a:off x="5316200" y="3862850"/>
              <a:ext cx="345375" cy="499600"/>
            </a:xfrm>
            <a:custGeom>
              <a:rect b="b" l="l" r="r" t="t"/>
              <a:pathLst>
                <a:path extrusionOk="0" h="19984" w="13815">
                  <a:moveTo>
                    <a:pt x="6907" y="1"/>
                  </a:moveTo>
                  <a:cubicBezTo>
                    <a:pt x="5076" y="1"/>
                    <a:pt x="3319" y="1053"/>
                    <a:pt x="2024" y="2928"/>
                  </a:cubicBezTo>
                  <a:cubicBezTo>
                    <a:pt x="728" y="4801"/>
                    <a:pt x="0" y="7343"/>
                    <a:pt x="0" y="9993"/>
                  </a:cubicBezTo>
                  <a:cubicBezTo>
                    <a:pt x="0" y="12642"/>
                    <a:pt x="728" y="15183"/>
                    <a:pt x="2024" y="17056"/>
                  </a:cubicBezTo>
                  <a:cubicBezTo>
                    <a:pt x="3319" y="18931"/>
                    <a:pt x="5076" y="19984"/>
                    <a:pt x="6907" y="19984"/>
                  </a:cubicBezTo>
                  <a:cubicBezTo>
                    <a:pt x="8739" y="19984"/>
                    <a:pt x="10496" y="18931"/>
                    <a:pt x="11791" y="17056"/>
                  </a:cubicBezTo>
                  <a:cubicBezTo>
                    <a:pt x="13087" y="15183"/>
                    <a:pt x="13815" y="12642"/>
                    <a:pt x="13815" y="9993"/>
                  </a:cubicBezTo>
                  <a:cubicBezTo>
                    <a:pt x="13815" y="7343"/>
                    <a:pt x="13087" y="4801"/>
                    <a:pt x="11791" y="2928"/>
                  </a:cubicBezTo>
                  <a:cubicBezTo>
                    <a:pt x="10496" y="1053"/>
                    <a:pt x="8739" y="1"/>
                    <a:pt x="69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37"/>
            <p:cNvSpPr/>
            <p:nvPr/>
          </p:nvSpPr>
          <p:spPr>
            <a:xfrm>
              <a:off x="5313525" y="3860200"/>
              <a:ext cx="350725" cy="504900"/>
            </a:xfrm>
            <a:custGeom>
              <a:rect b="b" l="l" r="r" t="t"/>
              <a:pathLst>
                <a:path extrusionOk="0" h="20196" w="14029">
                  <a:moveTo>
                    <a:pt x="7014" y="214"/>
                  </a:moveTo>
                  <a:cubicBezTo>
                    <a:pt x="10764" y="214"/>
                    <a:pt x="13814" y="4648"/>
                    <a:pt x="13814" y="10099"/>
                  </a:cubicBezTo>
                  <a:cubicBezTo>
                    <a:pt x="13814" y="15548"/>
                    <a:pt x="10764" y="19983"/>
                    <a:pt x="7014" y="19983"/>
                  </a:cubicBezTo>
                  <a:cubicBezTo>
                    <a:pt x="3265" y="19983"/>
                    <a:pt x="215" y="15548"/>
                    <a:pt x="215" y="10099"/>
                  </a:cubicBezTo>
                  <a:cubicBezTo>
                    <a:pt x="215" y="4648"/>
                    <a:pt x="3264" y="214"/>
                    <a:pt x="7014" y="214"/>
                  </a:cubicBezTo>
                  <a:close/>
                  <a:moveTo>
                    <a:pt x="7014" y="1"/>
                  </a:moveTo>
                  <a:cubicBezTo>
                    <a:pt x="3146" y="1"/>
                    <a:pt x="0" y="4530"/>
                    <a:pt x="0" y="10099"/>
                  </a:cubicBezTo>
                  <a:cubicBezTo>
                    <a:pt x="0" y="15666"/>
                    <a:pt x="3146" y="20195"/>
                    <a:pt x="7014" y="20195"/>
                  </a:cubicBezTo>
                  <a:cubicBezTo>
                    <a:pt x="10881" y="20195"/>
                    <a:pt x="14029" y="15666"/>
                    <a:pt x="14029" y="10099"/>
                  </a:cubicBezTo>
                  <a:cubicBezTo>
                    <a:pt x="14029" y="4530"/>
                    <a:pt x="10881" y="1"/>
                    <a:pt x="701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37"/>
            <p:cNvSpPr/>
            <p:nvPr/>
          </p:nvSpPr>
          <p:spPr>
            <a:xfrm>
              <a:off x="5368650" y="3938800"/>
              <a:ext cx="240475" cy="347725"/>
            </a:xfrm>
            <a:custGeom>
              <a:rect b="b" l="l" r="r" t="t"/>
              <a:pathLst>
                <a:path extrusionOk="0" h="13909" w="9619">
                  <a:moveTo>
                    <a:pt x="4809" y="0"/>
                  </a:moveTo>
                  <a:cubicBezTo>
                    <a:pt x="2153" y="0"/>
                    <a:pt x="0" y="3114"/>
                    <a:pt x="0" y="6955"/>
                  </a:cubicBezTo>
                  <a:cubicBezTo>
                    <a:pt x="0" y="8798"/>
                    <a:pt x="506" y="10567"/>
                    <a:pt x="1409" y="11871"/>
                  </a:cubicBezTo>
                  <a:cubicBezTo>
                    <a:pt x="2311" y="13176"/>
                    <a:pt x="3533" y="13908"/>
                    <a:pt x="4809" y="13908"/>
                  </a:cubicBezTo>
                  <a:cubicBezTo>
                    <a:pt x="6084" y="13908"/>
                    <a:pt x="7308" y="13176"/>
                    <a:pt x="8210" y="11871"/>
                  </a:cubicBezTo>
                  <a:cubicBezTo>
                    <a:pt x="9111" y="10567"/>
                    <a:pt x="9619" y="8798"/>
                    <a:pt x="9619" y="6955"/>
                  </a:cubicBezTo>
                  <a:cubicBezTo>
                    <a:pt x="9619" y="3114"/>
                    <a:pt x="7466" y="0"/>
                    <a:pt x="4809" y="0"/>
                  </a:cubicBezTo>
                  <a:close/>
                </a:path>
              </a:pathLst>
            </a:custGeom>
            <a:solidFill>
              <a:srgbClr val="5D65B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37"/>
            <p:cNvSpPr/>
            <p:nvPr/>
          </p:nvSpPr>
          <p:spPr>
            <a:xfrm>
              <a:off x="5365975" y="3936150"/>
              <a:ext cx="245800" cy="353050"/>
            </a:xfrm>
            <a:custGeom>
              <a:rect b="b" l="l" r="r" t="t"/>
              <a:pathLst>
                <a:path extrusionOk="0" h="14122" w="9832">
                  <a:moveTo>
                    <a:pt x="4916" y="213"/>
                  </a:moveTo>
                  <a:cubicBezTo>
                    <a:pt x="7509" y="213"/>
                    <a:pt x="9619" y="3285"/>
                    <a:pt x="9619" y="7061"/>
                  </a:cubicBezTo>
                  <a:cubicBezTo>
                    <a:pt x="9619" y="10837"/>
                    <a:pt x="7509" y="13909"/>
                    <a:pt x="4916" y="13909"/>
                  </a:cubicBezTo>
                  <a:cubicBezTo>
                    <a:pt x="2324" y="13909"/>
                    <a:pt x="214" y="10837"/>
                    <a:pt x="214" y="7061"/>
                  </a:cubicBezTo>
                  <a:cubicBezTo>
                    <a:pt x="214" y="3285"/>
                    <a:pt x="2324" y="213"/>
                    <a:pt x="4916" y="213"/>
                  </a:cubicBezTo>
                  <a:close/>
                  <a:moveTo>
                    <a:pt x="4916" y="0"/>
                  </a:moveTo>
                  <a:cubicBezTo>
                    <a:pt x="2205" y="0"/>
                    <a:pt x="0" y="3167"/>
                    <a:pt x="0" y="7061"/>
                  </a:cubicBezTo>
                  <a:cubicBezTo>
                    <a:pt x="0" y="10953"/>
                    <a:pt x="2207" y="14121"/>
                    <a:pt x="4916" y="14121"/>
                  </a:cubicBezTo>
                  <a:cubicBezTo>
                    <a:pt x="7626" y="14121"/>
                    <a:pt x="9831" y="10953"/>
                    <a:pt x="9831" y="7061"/>
                  </a:cubicBezTo>
                  <a:cubicBezTo>
                    <a:pt x="9831" y="3167"/>
                    <a:pt x="7626" y="0"/>
                    <a:pt x="491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37"/>
            <p:cNvSpPr/>
            <p:nvPr/>
          </p:nvSpPr>
          <p:spPr>
            <a:xfrm>
              <a:off x="5414850" y="4005500"/>
              <a:ext cx="148075" cy="214325"/>
            </a:xfrm>
            <a:custGeom>
              <a:rect b="b" l="l" r="r" t="t"/>
              <a:pathLst>
                <a:path extrusionOk="0" h="8573" w="5923">
                  <a:moveTo>
                    <a:pt x="2961" y="0"/>
                  </a:moveTo>
                  <a:cubicBezTo>
                    <a:pt x="1325" y="0"/>
                    <a:pt x="0" y="1920"/>
                    <a:pt x="0" y="4287"/>
                  </a:cubicBezTo>
                  <a:cubicBezTo>
                    <a:pt x="0" y="6654"/>
                    <a:pt x="1325" y="8572"/>
                    <a:pt x="2961" y="8572"/>
                  </a:cubicBezTo>
                  <a:cubicBezTo>
                    <a:pt x="4598" y="8572"/>
                    <a:pt x="5923" y="6654"/>
                    <a:pt x="5923" y="4287"/>
                  </a:cubicBezTo>
                  <a:cubicBezTo>
                    <a:pt x="5923" y="1920"/>
                    <a:pt x="4598" y="0"/>
                    <a:pt x="2961" y="0"/>
                  </a:cubicBezTo>
                  <a:close/>
                </a:path>
              </a:pathLst>
            </a:custGeom>
            <a:solidFill>
              <a:srgbClr val="5D65B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37"/>
            <p:cNvSpPr/>
            <p:nvPr/>
          </p:nvSpPr>
          <p:spPr>
            <a:xfrm>
              <a:off x="5412150" y="4002825"/>
              <a:ext cx="153475" cy="219675"/>
            </a:xfrm>
            <a:custGeom>
              <a:rect b="b" l="l" r="r" t="t"/>
              <a:pathLst>
                <a:path extrusionOk="0" h="8787" w="6139">
                  <a:moveTo>
                    <a:pt x="3069" y="215"/>
                  </a:moveTo>
                  <a:cubicBezTo>
                    <a:pt x="4643" y="215"/>
                    <a:pt x="5925" y="2089"/>
                    <a:pt x="5925" y="4394"/>
                  </a:cubicBezTo>
                  <a:cubicBezTo>
                    <a:pt x="5925" y="6699"/>
                    <a:pt x="4643" y="8573"/>
                    <a:pt x="3069" y="8573"/>
                  </a:cubicBezTo>
                  <a:cubicBezTo>
                    <a:pt x="1496" y="8573"/>
                    <a:pt x="214" y="6699"/>
                    <a:pt x="214" y="4394"/>
                  </a:cubicBezTo>
                  <a:cubicBezTo>
                    <a:pt x="214" y="2089"/>
                    <a:pt x="1496" y="215"/>
                    <a:pt x="3069" y="215"/>
                  </a:cubicBezTo>
                  <a:close/>
                  <a:moveTo>
                    <a:pt x="3069" y="0"/>
                  </a:moveTo>
                  <a:cubicBezTo>
                    <a:pt x="1377" y="0"/>
                    <a:pt x="1" y="1971"/>
                    <a:pt x="1" y="4394"/>
                  </a:cubicBezTo>
                  <a:cubicBezTo>
                    <a:pt x="1" y="6816"/>
                    <a:pt x="1378" y="8786"/>
                    <a:pt x="3069" y="8786"/>
                  </a:cubicBezTo>
                  <a:cubicBezTo>
                    <a:pt x="4761" y="8786"/>
                    <a:pt x="6138" y="6815"/>
                    <a:pt x="6138" y="4394"/>
                  </a:cubicBezTo>
                  <a:cubicBezTo>
                    <a:pt x="6138" y="1971"/>
                    <a:pt x="4761" y="0"/>
                    <a:pt x="306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37"/>
            <p:cNvSpPr/>
            <p:nvPr/>
          </p:nvSpPr>
          <p:spPr>
            <a:xfrm>
              <a:off x="4593325" y="4534400"/>
              <a:ext cx="67725" cy="87175"/>
            </a:xfrm>
            <a:custGeom>
              <a:rect b="b" l="l" r="r" t="t"/>
              <a:pathLst>
                <a:path extrusionOk="0" h="3487" w="2709">
                  <a:moveTo>
                    <a:pt x="0" y="1"/>
                  </a:moveTo>
                  <a:lnTo>
                    <a:pt x="0" y="2693"/>
                  </a:lnTo>
                  <a:cubicBezTo>
                    <a:pt x="0" y="3130"/>
                    <a:pt x="355" y="3486"/>
                    <a:pt x="794" y="3486"/>
                  </a:cubicBezTo>
                  <a:lnTo>
                    <a:pt x="1915" y="3486"/>
                  </a:lnTo>
                  <a:cubicBezTo>
                    <a:pt x="2353" y="3486"/>
                    <a:pt x="2709" y="3130"/>
                    <a:pt x="2709" y="2693"/>
                  </a:cubicBezTo>
                  <a:lnTo>
                    <a:pt x="270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37"/>
            <p:cNvSpPr/>
            <p:nvPr/>
          </p:nvSpPr>
          <p:spPr>
            <a:xfrm>
              <a:off x="4590600" y="4531750"/>
              <a:ext cx="73100" cy="92450"/>
            </a:xfrm>
            <a:custGeom>
              <a:rect b="b" l="l" r="r" t="t"/>
              <a:pathLst>
                <a:path extrusionOk="0" h="3698" w="2924">
                  <a:moveTo>
                    <a:pt x="2710" y="214"/>
                  </a:moveTo>
                  <a:lnTo>
                    <a:pt x="2710" y="2799"/>
                  </a:lnTo>
                  <a:cubicBezTo>
                    <a:pt x="2710" y="3177"/>
                    <a:pt x="2402" y="3485"/>
                    <a:pt x="2024" y="3485"/>
                  </a:cubicBezTo>
                  <a:lnTo>
                    <a:pt x="903" y="3485"/>
                  </a:lnTo>
                  <a:cubicBezTo>
                    <a:pt x="523" y="3485"/>
                    <a:pt x="217" y="3177"/>
                    <a:pt x="217" y="2799"/>
                  </a:cubicBezTo>
                  <a:lnTo>
                    <a:pt x="217" y="214"/>
                  </a:lnTo>
                  <a:close/>
                  <a:moveTo>
                    <a:pt x="106" y="1"/>
                  </a:moveTo>
                  <a:cubicBezTo>
                    <a:pt x="48" y="1"/>
                    <a:pt x="1" y="49"/>
                    <a:pt x="1" y="107"/>
                  </a:cubicBezTo>
                  <a:cubicBezTo>
                    <a:pt x="1" y="114"/>
                    <a:pt x="1" y="122"/>
                    <a:pt x="2" y="127"/>
                  </a:cubicBezTo>
                  <a:lnTo>
                    <a:pt x="2" y="2799"/>
                  </a:lnTo>
                  <a:cubicBezTo>
                    <a:pt x="2" y="3294"/>
                    <a:pt x="406" y="3698"/>
                    <a:pt x="903" y="3698"/>
                  </a:cubicBezTo>
                  <a:lnTo>
                    <a:pt x="2024" y="3698"/>
                  </a:lnTo>
                  <a:cubicBezTo>
                    <a:pt x="2520" y="3698"/>
                    <a:pt x="2923" y="3294"/>
                    <a:pt x="2923" y="2799"/>
                  </a:cubicBezTo>
                  <a:lnTo>
                    <a:pt x="2923" y="107"/>
                  </a:lnTo>
                  <a:cubicBezTo>
                    <a:pt x="2923" y="49"/>
                    <a:pt x="2876" y="1"/>
                    <a:pt x="281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37"/>
            <p:cNvSpPr/>
            <p:nvPr/>
          </p:nvSpPr>
          <p:spPr>
            <a:xfrm>
              <a:off x="4660925" y="4534400"/>
              <a:ext cx="67775" cy="87175"/>
            </a:xfrm>
            <a:custGeom>
              <a:rect b="b" l="l" r="r" t="t"/>
              <a:pathLst>
                <a:path extrusionOk="0" h="3487" w="2711">
                  <a:moveTo>
                    <a:pt x="0" y="1"/>
                  </a:moveTo>
                  <a:lnTo>
                    <a:pt x="0" y="2693"/>
                  </a:lnTo>
                  <a:cubicBezTo>
                    <a:pt x="0" y="3130"/>
                    <a:pt x="356" y="3486"/>
                    <a:pt x="794" y="3486"/>
                  </a:cubicBezTo>
                  <a:lnTo>
                    <a:pt x="1918" y="3486"/>
                  </a:lnTo>
                  <a:cubicBezTo>
                    <a:pt x="2356" y="3486"/>
                    <a:pt x="2710" y="3130"/>
                    <a:pt x="2710" y="2693"/>
                  </a:cubicBezTo>
                  <a:lnTo>
                    <a:pt x="271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4658250" y="4531750"/>
              <a:ext cx="73125" cy="92450"/>
            </a:xfrm>
            <a:custGeom>
              <a:rect b="b" l="l" r="r" t="t"/>
              <a:pathLst>
                <a:path extrusionOk="0" h="3698" w="2925">
                  <a:moveTo>
                    <a:pt x="2711" y="214"/>
                  </a:moveTo>
                  <a:lnTo>
                    <a:pt x="2711" y="2799"/>
                  </a:lnTo>
                  <a:cubicBezTo>
                    <a:pt x="2711" y="3177"/>
                    <a:pt x="2403" y="3485"/>
                    <a:pt x="2023" y="3485"/>
                  </a:cubicBezTo>
                  <a:lnTo>
                    <a:pt x="901" y="3485"/>
                  </a:lnTo>
                  <a:cubicBezTo>
                    <a:pt x="521" y="3485"/>
                    <a:pt x="214" y="3177"/>
                    <a:pt x="214" y="2799"/>
                  </a:cubicBezTo>
                  <a:lnTo>
                    <a:pt x="214" y="214"/>
                  </a:lnTo>
                  <a:close/>
                  <a:moveTo>
                    <a:pt x="107" y="1"/>
                  </a:moveTo>
                  <a:cubicBezTo>
                    <a:pt x="48" y="1"/>
                    <a:pt x="0" y="49"/>
                    <a:pt x="0" y="107"/>
                  </a:cubicBezTo>
                  <a:lnTo>
                    <a:pt x="0" y="2799"/>
                  </a:lnTo>
                  <a:cubicBezTo>
                    <a:pt x="0" y="3294"/>
                    <a:pt x="405" y="3698"/>
                    <a:pt x="901" y="3698"/>
                  </a:cubicBezTo>
                  <a:lnTo>
                    <a:pt x="2025" y="3698"/>
                  </a:lnTo>
                  <a:cubicBezTo>
                    <a:pt x="2521" y="3698"/>
                    <a:pt x="2924" y="3294"/>
                    <a:pt x="2924" y="2799"/>
                  </a:cubicBezTo>
                  <a:lnTo>
                    <a:pt x="2924" y="107"/>
                  </a:lnTo>
                  <a:cubicBezTo>
                    <a:pt x="2924" y="49"/>
                    <a:pt x="2877" y="1"/>
                    <a:pt x="281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37"/>
            <p:cNvSpPr/>
            <p:nvPr/>
          </p:nvSpPr>
          <p:spPr>
            <a:xfrm>
              <a:off x="4728625" y="4534400"/>
              <a:ext cx="67850" cy="87175"/>
            </a:xfrm>
            <a:custGeom>
              <a:rect b="b" l="l" r="r" t="t"/>
              <a:pathLst>
                <a:path extrusionOk="0" h="3487" w="2714">
                  <a:moveTo>
                    <a:pt x="1" y="1"/>
                  </a:moveTo>
                  <a:lnTo>
                    <a:pt x="1" y="2693"/>
                  </a:lnTo>
                  <a:cubicBezTo>
                    <a:pt x="1" y="3130"/>
                    <a:pt x="356" y="3486"/>
                    <a:pt x="794" y="3486"/>
                  </a:cubicBezTo>
                  <a:lnTo>
                    <a:pt x="1920" y="3486"/>
                  </a:lnTo>
                  <a:cubicBezTo>
                    <a:pt x="2358" y="3486"/>
                    <a:pt x="2713" y="3130"/>
                    <a:pt x="2713" y="2693"/>
                  </a:cubicBezTo>
                  <a:lnTo>
                    <a:pt x="271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37"/>
            <p:cNvSpPr/>
            <p:nvPr/>
          </p:nvSpPr>
          <p:spPr>
            <a:xfrm>
              <a:off x="4725900" y="4531750"/>
              <a:ext cx="73225" cy="92450"/>
            </a:xfrm>
            <a:custGeom>
              <a:rect b="b" l="l" r="r" t="t"/>
              <a:pathLst>
                <a:path extrusionOk="0" h="3698" w="2929">
                  <a:moveTo>
                    <a:pt x="2715" y="214"/>
                  </a:moveTo>
                  <a:lnTo>
                    <a:pt x="2715" y="2799"/>
                  </a:lnTo>
                  <a:cubicBezTo>
                    <a:pt x="2715" y="3177"/>
                    <a:pt x="2407" y="3485"/>
                    <a:pt x="2029" y="3485"/>
                  </a:cubicBezTo>
                  <a:lnTo>
                    <a:pt x="903" y="3485"/>
                  </a:lnTo>
                  <a:cubicBezTo>
                    <a:pt x="523" y="3485"/>
                    <a:pt x="215" y="3177"/>
                    <a:pt x="215" y="2799"/>
                  </a:cubicBezTo>
                  <a:lnTo>
                    <a:pt x="215" y="214"/>
                  </a:lnTo>
                  <a:close/>
                  <a:moveTo>
                    <a:pt x="107" y="1"/>
                  </a:moveTo>
                  <a:cubicBezTo>
                    <a:pt x="49" y="1"/>
                    <a:pt x="1" y="49"/>
                    <a:pt x="1" y="107"/>
                  </a:cubicBezTo>
                  <a:cubicBezTo>
                    <a:pt x="1" y="114"/>
                    <a:pt x="1" y="122"/>
                    <a:pt x="2" y="127"/>
                  </a:cubicBezTo>
                  <a:lnTo>
                    <a:pt x="2" y="2799"/>
                  </a:lnTo>
                  <a:cubicBezTo>
                    <a:pt x="2" y="3294"/>
                    <a:pt x="406" y="3698"/>
                    <a:pt x="903" y="3698"/>
                  </a:cubicBezTo>
                  <a:lnTo>
                    <a:pt x="2029" y="3698"/>
                  </a:lnTo>
                  <a:cubicBezTo>
                    <a:pt x="2525" y="3698"/>
                    <a:pt x="2928" y="3294"/>
                    <a:pt x="2928" y="2799"/>
                  </a:cubicBezTo>
                  <a:lnTo>
                    <a:pt x="2928" y="107"/>
                  </a:lnTo>
                  <a:cubicBezTo>
                    <a:pt x="2928" y="49"/>
                    <a:pt x="2880" y="1"/>
                    <a:pt x="282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37"/>
            <p:cNvSpPr/>
            <p:nvPr/>
          </p:nvSpPr>
          <p:spPr>
            <a:xfrm>
              <a:off x="4796475" y="4534400"/>
              <a:ext cx="67750" cy="87175"/>
            </a:xfrm>
            <a:custGeom>
              <a:rect b="b" l="l" r="r" t="t"/>
              <a:pathLst>
                <a:path extrusionOk="0" h="3487" w="2710">
                  <a:moveTo>
                    <a:pt x="1" y="1"/>
                  </a:moveTo>
                  <a:lnTo>
                    <a:pt x="1" y="2693"/>
                  </a:lnTo>
                  <a:cubicBezTo>
                    <a:pt x="1" y="3130"/>
                    <a:pt x="357" y="3486"/>
                    <a:pt x="794" y="3486"/>
                  </a:cubicBezTo>
                  <a:lnTo>
                    <a:pt x="1916" y="3486"/>
                  </a:lnTo>
                  <a:cubicBezTo>
                    <a:pt x="2355" y="3486"/>
                    <a:pt x="2709" y="3130"/>
                    <a:pt x="2709" y="2693"/>
                  </a:cubicBezTo>
                  <a:lnTo>
                    <a:pt x="270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37"/>
            <p:cNvSpPr/>
            <p:nvPr/>
          </p:nvSpPr>
          <p:spPr>
            <a:xfrm>
              <a:off x="4793775" y="4531750"/>
              <a:ext cx="73125" cy="92450"/>
            </a:xfrm>
            <a:custGeom>
              <a:rect b="b" l="l" r="r" t="t"/>
              <a:pathLst>
                <a:path extrusionOk="0" h="3698" w="2925">
                  <a:moveTo>
                    <a:pt x="2712" y="214"/>
                  </a:moveTo>
                  <a:lnTo>
                    <a:pt x="2712" y="2799"/>
                  </a:lnTo>
                  <a:cubicBezTo>
                    <a:pt x="2712" y="3177"/>
                    <a:pt x="2403" y="3485"/>
                    <a:pt x="2024" y="3485"/>
                  </a:cubicBezTo>
                  <a:lnTo>
                    <a:pt x="902" y="3485"/>
                  </a:lnTo>
                  <a:cubicBezTo>
                    <a:pt x="524" y="3485"/>
                    <a:pt x="216" y="3177"/>
                    <a:pt x="216" y="2799"/>
                  </a:cubicBezTo>
                  <a:lnTo>
                    <a:pt x="216" y="214"/>
                  </a:lnTo>
                  <a:close/>
                  <a:moveTo>
                    <a:pt x="107" y="1"/>
                  </a:moveTo>
                  <a:cubicBezTo>
                    <a:pt x="48" y="1"/>
                    <a:pt x="0" y="49"/>
                    <a:pt x="0" y="107"/>
                  </a:cubicBezTo>
                  <a:cubicBezTo>
                    <a:pt x="0" y="114"/>
                    <a:pt x="2" y="122"/>
                    <a:pt x="3" y="127"/>
                  </a:cubicBezTo>
                  <a:lnTo>
                    <a:pt x="3" y="2799"/>
                  </a:lnTo>
                  <a:cubicBezTo>
                    <a:pt x="3" y="3294"/>
                    <a:pt x="407" y="3698"/>
                    <a:pt x="902" y="3698"/>
                  </a:cubicBezTo>
                  <a:lnTo>
                    <a:pt x="2024" y="3698"/>
                  </a:lnTo>
                  <a:cubicBezTo>
                    <a:pt x="2521" y="3698"/>
                    <a:pt x="2924" y="3294"/>
                    <a:pt x="2924" y="2799"/>
                  </a:cubicBezTo>
                  <a:lnTo>
                    <a:pt x="2924" y="107"/>
                  </a:lnTo>
                  <a:cubicBezTo>
                    <a:pt x="2924" y="49"/>
                    <a:pt x="2877" y="1"/>
                    <a:pt x="281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37"/>
            <p:cNvSpPr/>
            <p:nvPr/>
          </p:nvSpPr>
          <p:spPr>
            <a:xfrm>
              <a:off x="4864000" y="4534400"/>
              <a:ext cx="67700" cy="87175"/>
            </a:xfrm>
            <a:custGeom>
              <a:rect b="b" l="l" r="r" t="t"/>
              <a:pathLst>
                <a:path extrusionOk="0" h="3487" w="2708">
                  <a:moveTo>
                    <a:pt x="1" y="1"/>
                  </a:moveTo>
                  <a:lnTo>
                    <a:pt x="1" y="2693"/>
                  </a:lnTo>
                  <a:cubicBezTo>
                    <a:pt x="1" y="3130"/>
                    <a:pt x="355" y="3486"/>
                    <a:pt x="793" y="3486"/>
                  </a:cubicBezTo>
                  <a:lnTo>
                    <a:pt x="1916" y="3486"/>
                  </a:lnTo>
                  <a:cubicBezTo>
                    <a:pt x="2353" y="3486"/>
                    <a:pt x="2708" y="3130"/>
                    <a:pt x="2708" y="2693"/>
                  </a:cubicBezTo>
                  <a:lnTo>
                    <a:pt x="27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37"/>
            <p:cNvSpPr/>
            <p:nvPr/>
          </p:nvSpPr>
          <p:spPr>
            <a:xfrm>
              <a:off x="4861250" y="4531750"/>
              <a:ext cx="73125" cy="92450"/>
            </a:xfrm>
            <a:custGeom>
              <a:rect b="b" l="l" r="r" t="t"/>
              <a:pathLst>
                <a:path extrusionOk="0" h="3698" w="2925">
                  <a:moveTo>
                    <a:pt x="2712" y="214"/>
                  </a:moveTo>
                  <a:lnTo>
                    <a:pt x="2712" y="2799"/>
                  </a:lnTo>
                  <a:cubicBezTo>
                    <a:pt x="2712" y="3177"/>
                    <a:pt x="2404" y="3485"/>
                    <a:pt x="2026" y="3485"/>
                  </a:cubicBezTo>
                  <a:lnTo>
                    <a:pt x="903" y="3485"/>
                  </a:lnTo>
                  <a:cubicBezTo>
                    <a:pt x="525" y="3485"/>
                    <a:pt x="217" y="3177"/>
                    <a:pt x="217" y="2799"/>
                  </a:cubicBezTo>
                  <a:lnTo>
                    <a:pt x="217" y="214"/>
                  </a:lnTo>
                  <a:close/>
                  <a:moveTo>
                    <a:pt x="108" y="1"/>
                  </a:moveTo>
                  <a:cubicBezTo>
                    <a:pt x="48" y="1"/>
                    <a:pt x="1" y="49"/>
                    <a:pt x="1" y="107"/>
                  </a:cubicBezTo>
                  <a:cubicBezTo>
                    <a:pt x="1" y="114"/>
                    <a:pt x="2" y="122"/>
                    <a:pt x="4" y="127"/>
                  </a:cubicBezTo>
                  <a:lnTo>
                    <a:pt x="4" y="2799"/>
                  </a:lnTo>
                  <a:cubicBezTo>
                    <a:pt x="4" y="3294"/>
                    <a:pt x="407" y="3698"/>
                    <a:pt x="903" y="3698"/>
                  </a:cubicBezTo>
                  <a:lnTo>
                    <a:pt x="2026" y="3698"/>
                  </a:lnTo>
                  <a:cubicBezTo>
                    <a:pt x="2521" y="3698"/>
                    <a:pt x="2925" y="3294"/>
                    <a:pt x="2925" y="2799"/>
                  </a:cubicBezTo>
                  <a:lnTo>
                    <a:pt x="2925" y="107"/>
                  </a:lnTo>
                  <a:cubicBezTo>
                    <a:pt x="2925" y="49"/>
                    <a:pt x="2877" y="1"/>
                    <a:pt x="281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37"/>
            <p:cNvSpPr/>
            <p:nvPr/>
          </p:nvSpPr>
          <p:spPr>
            <a:xfrm>
              <a:off x="4931650" y="4534400"/>
              <a:ext cx="67725" cy="87175"/>
            </a:xfrm>
            <a:custGeom>
              <a:rect b="b" l="l" r="r" t="t"/>
              <a:pathLst>
                <a:path extrusionOk="0" h="3487" w="2709">
                  <a:moveTo>
                    <a:pt x="0" y="1"/>
                  </a:moveTo>
                  <a:lnTo>
                    <a:pt x="0" y="2693"/>
                  </a:lnTo>
                  <a:cubicBezTo>
                    <a:pt x="0" y="3130"/>
                    <a:pt x="356" y="3486"/>
                    <a:pt x="794" y="3486"/>
                  </a:cubicBezTo>
                  <a:lnTo>
                    <a:pt x="1915" y="3486"/>
                  </a:lnTo>
                  <a:cubicBezTo>
                    <a:pt x="2353" y="3486"/>
                    <a:pt x="2709" y="3130"/>
                    <a:pt x="2709" y="2693"/>
                  </a:cubicBezTo>
                  <a:lnTo>
                    <a:pt x="270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37"/>
            <p:cNvSpPr/>
            <p:nvPr/>
          </p:nvSpPr>
          <p:spPr>
            <a:xfrm>
              <a:off x="4928925" y="4531750"/>
              <a:ext cx="73125" cy="92450"/>
            </a:xfrm>
            <a:custGeom>
              <a:rect b="b" l="l" r="r" t="t"/>
              <a:pathLst>
                <a:path extrusionOk="0" h="3698" w="2925">
                  <a:moveTo>
                    <a:pt x="2712" y="214"/>
                  </a:moveTo>
                  <a:lnTo>
                    <a:pt x="2712" y="2799"/>
                  </a:lnTo>
                  <a:cubicBezTo>
                    <a:pt x="2712" y="3177"/>
                    <a:pt x="2404" y="3485"/>
                    <a:pt x="2024" y="3485"/>
                  </a:cubicBezTo>
                  <a:lnTo>
                    <a:pt x="903" y="3485"/>
                  </a:lnTo>
                  <a:cubicBezTo>
                    <a:pt x="525" y="3485"/>
                    <a:pt x="216" y="3177"/>
                    <a:pt x="216" y="2799"/>
                  </a:cubicBezTo>
                  <a:lnTo>
                    <a:pt x="216" y="214"/>
                  </a:lnTo>
                  <a:close/>
                  <a:moveTo>
                    <a:pt x="108" y="1"/>
                  </a:moveTo>
                  <a:cubicBezTo>
                    <a:pt x="48" y="1"/>
                    <a:pt x="1" y="49"/>
                    <a:pt x="1" y="107"/>
                  </a:cubicBezTo>
                  <a:cubicBezTo>
                    <a:pt x="1" y="114"/>
                    <a:pt x="1" y="122"/>
                    <a:pt x="2" y="127"/>
                  </a:cubicBezTo>
                  <a:lnTo>
                    <a:pt x="2" y="2799"/>
                  </a:lnTo>
                  <a:cubicBezTo>
                    <a:pt x="2" y="3294"/>
                    <a:pt x="407" y="3698"/>
                    <a:pt x="903" y="3698"/>
                  </a:cubicBezTo>
                  <a:lnTo>
                    <a:pt x="2024" y="3698"/>
                  </a:lnTo>
                  <a:cubicBezTo>
                    <a:pt x="2520" y="3698"/>
                    <a:pt x="2925" y="3294"/>
                    <a:pt x="2925" y="2799"/>
                  </a:cubicBezTo>
                  <a:lnTo>
                    <a:pt x="2925" y="107"/>
                  </a:lnTo>
                  <a:cubicBezTo>
                    <a:pt x="2925" y="49"/>
                    <a:pt x="2877" y="1"/>
                    <a:pt x="281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37"/>
            <p:cNvSpPr/>
            <p:nvPr/>
          </p:nvSpPr>
          <p:spPr>
            <a:xfrm>
              <a:off x="4593250" y="4448950"/>
              <a:ext cx="67725" cy="87150"/>
            </a:xfrm>
            <a:custGeom>
              <a:rect b="b" l="l" r="r" t="t"/>
              <a:pathLst>
                <a:path extrusionOk="0" h="3486" w="2709">
                  <a:moveTo>
                    <a:pt x="792" y="0"/>
                  </a:moveTo>
                  <a:cubicBezTo>
                    <a:pt x="355" y="2"/>
                    <a:pt x="0" y="357"/>
                    <a:pt x="0" y="797"/>
                  </a:cubicBezTo>
                  <a:lnTo>
                    <a:pt x="0" y="3486"/>
                  </a:lnTo>
                  <a:lnTo>
                    <a:pt x="2709" y="3486"/>
                  </a:lnTo>
                  <a:lnTo>
                    <a:pt x="2709" y="794"/>
                  </a:lnTo>
                  <a:cubicBezTo>
                    <a:pt x="2709" y="356"/>
                    <a:pt x="2354" y="0"/>
                    <a:pt x="19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37"/>
            <p:cNvSpPr/>
            <p:nvPr/>
          </p:nvSpPr>
          <p:spPr>
            <a:xfrm>
              <a:off x="4590575" y="4446300"/>
              <a:ext cx="73075" cy="92450"/>
            </a:xfrm>
            <a:custGeom>
              <a:rect b="b" l="l" r="r" t="t"/>
              <a:pathLst>
                <a:path extrusionOk="0" h="3698" w="2923">
                  <a:moveTo>
                    <a:pt x="2024" y="213"/>
                  </a:moveTo>
                  <a:cubicBezTo>
                    <a:pt x="2402" y="213"/>
                    <a:pt x="2710" y="521"/>
                    <a:pt x="2710" y="900"/>
                  </a:cubicBezTo>
                  <a:lnTo>
                    <a:pt x="2710" y="3484"/>
                  </a:lnTo>
                  <a:lnTo>
                    <a:pt x="215" y="3484"/>
                  </a:lnTo>
                  <a:lnTo>
                    <a:pt x="215" y="903"/>
                  </a:lnTo>
                  <a:cubicBezTo>
                    <a:pt x="215" y="718"/>
                    <a:pt x="286" y="545"/>
                    <a:pt x="414" y="416"/>
                  </a:cubicBezTo>
                  <a:cubicBezTo>
                    <a:pt x="544" y="286"/>
                    <a:pt x="716" y="213"/>
                    <a:pt x="899" y="213"/>
                  </a:cubicBezTo>
                  <a:close/>
                  <a:moveTo>
                    <a:pt x="899" y="0"/>
                  </a:moveTo>
                  <a:cubicBezTo>
                    <a:pt x="658" y="0"/>
                    <a:pt x="433" y="94"/>
                    <a:pt x="264" y="265"/>
                  </a:cubicBezTo>
                  <a:cubicBezTo>
                    <a:pt x="94" y="435"/>
                    <a:pt x="0" y="661"/>
                    <a:pt x="2" y="903"/>
                  </a:cubicBezTo>
                  <a:lnTo>
                    <a:pt x="2" y="3592"/>
                  </a:lnTo>
                  <a:cubicBezTo>
                    <a:pt x="2" y="3650"/>
                    <a:pt x="49" y="3697"/>
                    <a:pt x="109" y="3697"/>
                  </a:cubicBezTo>
                  <a:lnTo>
                    <a:pt x="2817" y="3697"/>
                  </a:lnTo>
                  <a:cubicBezTo>
                    <a:pt x="2875" y="3697"/>
                    <a:pt x="2923" y="3650"/>
                    <a:pt x="2923" y="3592"/>
                  </a:cubicBezTo>
                  <a:lnTo>
                    <a:pt x="2923" y="900"/>
                  </a:lnTo>
                  <a:cubicBezTo>
                    <a:pt x="2923" y="404"/>
                    <a:pt x="2519" y="0"/>
                    <a:pt x="202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37"/>
            <p:cNvSpPr/>
            <p:nvPr/>
          </p:nvSpPr>
          <p:spPr>
            <a:xfrm>
              <a:off x="4660875" y="4448950"/>
              <a:ext cx="67775" cy="87150"/>
            </a:xfrm>
            <a:custGeom>
              <a:rect b="b" l="l" r="r" t="t"/>
              <a:pathLst>
                <a:path extrusionOk="0" h="3486" w="2711">
                  <a:moveTo>
                    <a:pt x="793" y="0"/>
                  </a:moveTo>
                  <a:cubicBezTo>
                    <a:pt x="355" y="2"/>
                    <a:pt x="1" y="357"/>
                    <a:pt x="2" y="797"/>
                  </a:cubicBezTo>
                  <a:lnTo>
                    <a:pt x="2" y="3486"/>
                  </a:lnTo>
                  <a:lnTo>
                    <a:pt x="2711" y="3486"/>
                  </a:lnTo>
                  <a:lnTo>
                    <a:pt x="2711" y="794"/>
                  </a:lnTo>
                  <a:cubicBezTo>
                    <a:pt x="2711" y="356"/>
                    <a:pt x="2355" y="0"/>
                    <a:pt x="19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37"/>
            <p:cNvSpPr/>
            <p:nvPr/>
          </p:nvSpPr>
          <p:spPr>
            <a:xfrm>
              <a:off x="4658250" y="4446300"/>
              <a:ext cx="73075" cy="92450"/>
            </a:xfrm>
            <a:custGeom>
              <a:rect b="b" l="l" r="r" t="t"/>
              <a:pathLst>
                <a:path extrusionOk="0" h="3698" w="2923">
                  <a:moveTo>
                    <a:pt x="2022" y="213"/>
                  </a:moveTo>
                  <a:cubicBezTo>
                    <a:pt x="2402" y="213"/>
                    <a:pt x="2708" y="521"/>
                    <a:pt x="2708" y="900"/>
                  </a:cubicBezTo>
                  <a:lnTo>
                    <a:pt x="2708" y="3484"/>
                  </a:lnTo>
                  <a:lnTo>
                    <a:pt x="214" y="3484"/>
                  </a:lnTo>
                  <a:lnTo>
                    <a:pt x="214" y="903"/>
                  </a:lnTo>
                  <a:cubicBezTo>
                    <a:pt x="214" y="718"/>
                    <a:pt x="284" y="545"/>
                    <a:pt x="414" y="416"/>
                  </a:cubicBezTo>
                  <a:cubicBezTo>
                    <a:pt x="543" y="286"/>
                    <a:pt x="716" y="213"/>
                    <a:pt x="899" y="213"/>
                  </a:cubicBezTo>
                  <a:close/>
                  <a:moveTo>
                    <a:pt x="898" y="0"/>
                  </a:moveTo>
                  <a:cubicBezTo>
                    <a:pt x="658" y="0"/>
                    <a:pt x="432" y="94"/>
                    <a:pt x="262" y="265"/>
                  </a:cubicBezTo>
                  <a:cubicBezTo>
                    <a:pt x="92" y="435"/>
                    <a:pt x="0" y="661"/>
                    <a:pt x="0" y="903"/>
                  </a:cubicBezTo>
                  <a:lnTo>
                    <a:pt x="0" y="3592"/>
                  </a:lnTo>
                  <a:cubicBezTo>
                    <a:pt x="0" y="3650"/>
                    <a:pt x="48" y="3697"/>
                    <a:pt x="107" y="3697"/>
                  </a:cubicBezTo>
                  <a:lnTo>
                    <a:pt x="2816" y="3697"/>
                  </a:lnTo>
                  <a:cubicBezTo>
                    <a:pt x="2875" y="3697"/>
                    <a:pt x="2923" y="3650"/>
                    <a:pt x="2923" y="3592"/>
                  </a:cubicBezTo>
                  <a:lnTo>
                    <a:pt x="2923" y="900"/>
                  </a:lnTo>
                  <a:cubicBezTo>
                    <a:pt x="2923" y="404"/>
                    <a:pt x="2518" y="0"/>
                    <a:pt x="202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37"/>
            <p:cNvSpPr/>
            <p:nvPr/>
          </p:nvSpPr>
          <p:spPr>
            <a:xfrm>
              <a:off x="4728550" y="4448950"/>
              <a:ext cx="67800" cy="87150"/>
            </a:xfrm>
            <a:custGeom>
              <a:rect b="b" l="l" r="r" t="t"/>
              <a:pathLst>
                <a:path extrusionOk="0" h="3486" w="2712">
                  <a:moveTo>
                    <a:pt x="793" y="0"/>
                  </a:moveTo>
                  <a:cubicBezTo>
                    <a:pt x="355" y="2"/>
                    <a:pt x="1" y="357"/>
                    <a:pt x="2" y="797"/>
                  </a:cubicBezTo>
                  <a:lnTo>
                    <a:pt x="2" y="3486"/>
                  </a:lnTo>
                  <a:lnTo>
                    <a:pt x="2712" y="3486"/>
                  </a:lnTo>
                  <a:lnTo>
                    <a:pt x="2712" y="794"/>
                  </a:lnTo>
                  <a:cubicBezTo>
                    <a:pt x="2712" y="356"/>
                    <a:pt x="2356" y="0"/>
                    <a:pt x="19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37"/>
            <p:cNvSpPr/>
            <p:nvPr/>
          </p:nvSpPr>
          <p:spPr>
            <a:xfrm>
              <a:off x="4725900" y="4446300"/>
              <a:ext cx="73150" cy="92450"/>
            </a:xfrm>
            <a:custGeom>
              <a:rect b="b" l="l" r="r" t="t"/>
              <a:pathLst>
                <a:path extrusionOk="0" h="3698" w="2926">
                  <a:moveTo>
                    <a:pt x="2024" y="213"/>
                  </a:moveTo>
                  <a:cubicBezTo>
                    <a:pt x="2403" y="213"/>
                    <a:pt x="2711" y="521"/>
                    <a:pt x="2711" y="900"/>
                  </a:cubicBezTo>
                  <a:lnTo>
                    <a:pt x="2711" y="3484"/>
                  </a:lnTo>
                  <a:lnTo>
                    <a:pt x="214" y="3484"/>
                  </a:lnTo>
                  <a:lnTo>
                    <a:pt x="214" y="903"/>
                  </a:lnTo>
                  <a:cubicBezTo>
                    <a:pt x="214" y="718"/>
                    <a:pt x="284" y="545"/>
                    <a:pt x="413" y="416"/>
                  </a:cubicBezTo>
                  <a:cubicBezTo>
                    <a:pt x="543" y="286"/>
                    <a:pt x="716" y="213"/>
                    <a:pt x="899" y="213"/>
                  </a:cubicBezTo>
                  <a:close/>
                  <a:moveTo>
                    <a:pt x="899" y="0"/>
                  </a:moveTo>
                  <a:cubicBezTo>
                    <a:pt x="658" y="0"/>
                    <a:pt x="433" y="94"/>
                    <a:pt x="263" y="265"/>
                  </a:cubicBezTo>
                  <a:cubicBezTo>
                    <a:pt x="93" y="435"/>
                    <a:pt x="1" y="661"/>
                    <a:pt x="1" y="903"/>
                  </a:cubicBezTo>
                  <a:lnTo>
                    <a:pt x="1" y="3592"/>
                  </a:lnTo>
                  <a:cubicBezTo>
                    <a:pt x="1" y="3650"/>
                    <a:pt x="49" y="3697"/>
                    <a:pt x="108" y="3697"/>
                  </a:cubicBezTo>
                  <a:lnTo>
                    <a:pt x="2818" y="3697"/>
                  </a:lnTo>
                  <a:cubicBezTo>
                    <a:pt x="2877" y="3697"/>
                    <a:pt x="2925" y="3650"/>
                    <a:pt x="2925" y="3592"/>
                  </a:cubicBezTo>
                  <a:lnTo>
                    <a:pt x="2925" y="900"/>
                  </a:lnTo>
                  <a:cubicBezTo>
                    <a:pt x="2925" y="404"/>
                    <a:pt x="2520" y="0"/>
                    <a:pt x="202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37"/>
            <p:cNvSpPr/>
            <p:nvPr/>
          </p:nvSpPr>
          <p:spPr>
            <a:xfrm>
              <a:off x="4796400" y="4448950"/>
              <a:ext cx="67900" cy="87150"/>
            </a:xfrm>
            <a:custGeom>
              <a:rect b="b" l="l" r="r" t="t"/>
              <a:pathLst>
                <a:path extrusionOk="0" h="3486" w="2716">
                  <a:moveTo>
                    <a:pt x="789" y="0"/>
                  </a:moveTo>
                  <a:cubicBezTo>
                    <a:pt x="352" y="4"/>
                    <a:pt x="1" y="359"/>
                    <a:pt x="2" y="797"/>
                  </a:cubicBezTo>
                  <a:lnTo>
                    <a:pt x="2" y="3486"/>
                  </a:lnTo>
                  <a:lnTo>
                    <a:pt x="2715" y="3486"/>
                  </a:lnTo>
                  <a:lnTo>
                    <a:pt x="2715" y="794"/>
                  </a:lnTo>
                  <a:cubicBezTo>
                    <a:pt x="2715" y="356"/>
                    <a:pt x="2359" y="0"/>
                    <a:pt x="19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37"/>
            <p:cNvSpPr/>
            <p:nvPr/>
          </p:nvSpPr>
          <p:spPr>
            <a:xfrm>
              <a:off x="4793725" y="4446300"/>
              <a:ext cx="73200" cy="92450"/>
            </a:xfrm>
            <a:custGeom>
              <a:rect b="b" l="l" r="r" t="t"/>
              <a:pathLst>
                <a:path extrusionOk="0" h="3698" w="2928">
                  <a:moveTo>
                    <a:pt x="2029" y="213"/>
                  </a:moveTo>
                  <a:cubicBezTo>
                    <a:pt x="2407" y="213"/>
                    <a:pt x="2715" y="521"/>
                    <a:pt x="2715" y="900"/>
                  </a:cubicBezTo>
                  <a:lnTo>
                    <a:pt x="2715" y="3484"/>
                  </a:lnTo>
                  <a:lnTo>
                    <a:pt x="215" y="3484"/>
                  </a:lnTo>
                  <a:lnTo>
                    <a:pt x="215" y="901"/>
                  </a:lnTo>
                  <a:cubicBezTo>
                    <a:pt x="215" y="524"/>
                    <a:pt x="520" y="216"/>
                    <a:pt x="896" y="213"/>
                  </a:cubicBezTo>
                  <a:close/>
                  <a:moveTo>
                    <a:pt x="896" y="0"/>
                  </a:moveTo>
                  <a:cubicBezTo>
                    <a:pt x="401" y="3"/>
                    <a:pt x="1" y="408"/>
                    <a:pt x="2" y="903"/>
                  </a:cubicBezTo>
                  <a:lnTo>
                    <a:pt x="2" y="3592"/>
                  </a:lnTo>
                  <a:cubicBezTo>
                    <a:pt x="2" y="3650"/>
                    <a:pt x="50" y="3697"/>
                    <a:pt x="109" y="3697"/>
                  </a:cubicBezTo>
                  <a:lnTo>
                    <a:pt x="2822" y="3697"/>
                  </a:lnTo>
                  <a:cubicBezTo>
                    <a:pt x="2880" y="3697"/>
                    <a:pt x="2928" y="3650"/>
                    <a:pt x="2928" y="3592"/>
                  </a:cubicBezTo>
                  <a:lnTo>
                    <a:pt x="2928" y="900"/>
                  </a:lnTo>
                  <a:cubicBezTo>
                    <a:pt x="2928" y="404"/>
                    <a:pt x="2524" y="0"/>
                    <a:pt x="202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37"/>
            <p:cNvSpPr/>
            <p:nvPr/>
          </p:nvSpPr>
          <p:spPr>
            <a:xfrm>
              <a:off x="4863900" y="4448950"/>
              <a:ext cx="67775" cy="87150"/>
            </a:xfrm>
            <a:custGeom>
              <a:rect b="b" l="l" r="r" t="t"/>
              <a:pathLst>
                <a:path extrusionOk="0" h="3486" w="2711">
                  <a:moveTo>
                    <a:pt x="792" y="0"/>
                  </a:moveTo>
                  <a:cubicBezTo>
                    <a:pt x="355" y="2"/>
                    <a:pt x="0" y="357"/>
                    <a:pt x="2" y="797"/>
                  </a:cubicBezTo>
                  <a:lnTo>
                    <a:pt x="2" y="3486"/>
                  </a:lnTo>
                  <a:lnTo>
                    <a:pt x="2710" y="3486"/>
                  </a:lnTo>
                  <a:lnTo>
                    <a:pt x="2710" y="794"/>
                  </a:lnTo>
                  <a:cubicBezTo>
                    <a:pt x="2710" y="356"/>
                    <a:pt x="2354" y="0"/>
                    <a:pt x="19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37"/>
            <p:cNvSpPr/>
            <p:nvPr/>
          </p:nvSpPr>
          <p:spPr>
            <a:xfrm>
              <a:off x="4861250" y="4446300"/>
              <a:ext cx="73100" cy="92450"/>
            </a:xfrm>
            <a:custGeom>
              <a:rect b="b" l="l" r="r" t="t"/>
              <a:pathLst>
                <a:path extrusionOk="0" h="3698" w="2924">
                  <a:moveTo>
                    <a:pt x="2023" y="213"/>
                  </a:moveTo>
                  <a:cubicBezTo>
                    <a:pt x="2402" y="213"/>
                    <a:pt x="2709" y="521"/>
                    <a:pt x="2709" y="900"/>
                  </a:cubicBezTo>
                  <a:lnTo>
                    <a:pt x="2709" y="3484"/>
                  </a:lnTo>
                  <a:lnTo>
                    <a:pt x="215" y="3484"/>
                  </a:lnTo>
                  <a:lnTo>
                    <a:pt x="215" y="903"/>
                  </a:lnTo>
                  <a:cubicBezTo>
                    <a:pt x="214" y="718"/>
                    <a:pt x="285" y="545"/>
                    <a:pt x="415" y="416"/>
                  </a:cubicBezTo>
                  <a:cubicBezTo>
                    <a:pt x="544" y="286"/>
                    <a:pt x="717" y="213"/>
                    <a:pt x="900" y="213"/>
                  </a:cubicBezTo>
                  <a:close/>
                  <a:moveTo>
                    <a:pt x="898" y="0"/>
                  </a:moveTo>
                  <a:cubicBezTo>
                    <a:pt x="659" y="0"/>
                    <a:pt x="432" y="94"/>
                    <a:pt x="263" y="265"/>
                  </a:cubicBezTo>
                  <a:cubicBezTo>
                    <a:pt x="93" y="435"/>
                    <a:pt x="1" y="661"/>
                    <a:pt x="1" y="903"/>
                  </a:cubicBezTo>
                  <a:lnTo>
                    <a:pt x="1" y="3592"/>
                  </a:lnTo>
                  <a:cubicBezTo>
                    <a:pt x="1" y="3650"/>
                    <a:pt x="48" y="3697"/>
                    <a:pt x="108" y="3697"/>
                  </a:cubicBezTo>
                  <a:lnTo>
                    <a:pt x="2816" y="3697"/>
                  </a:lnTo>
                  <a:cubicBezTo>
                    <a:pt x="2876" y="3697"/>
                    <a:pt x="2923" y="3650"/>
                    <a:pt x="2923" y="3592"/>
                  </a:cubicBezTo>
                  <a:lnTo>
                    <a:pt x="2923" y="900"/>
                  </a:lnTo>
                  <a:cubicBezTo>
                    <a:pt x="2923" y="404"/>
                    <a:pt x="2520" y="0"/>
                    <a:pt x="202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37"/>
            <p:cNvSpPr/>
            <p:nvPr/>
          </p:nvSpPr>
          <p:spPr>
            <a:xfrm>
              <a:off x="4931575" y="4448950"/>
              <a:ext cx="67800" cy="87150"/>
            </a:xfrm>
            <a:custGeom>
              <a:rect b="b" l="l" r="r" t="t"/>
              <a:pathLst>
                <a:path extrusionOk="0" h="3486" w="2712">
                  <a:moveTo>
                    <a:pt x="792" y="0"/>
                  </a:moveTo>
                  <a:cubicBezTo>
                    <a:pt x="355" y="2"/>
                    <a:pt x="0" y="357"/>
                    <a:pt x="2" y="797"/>
                  </a:cubicBezTo>
                  <a:lnTo>
                    <a:pt x="2" y="3486"/>
                  </a:lnTo>
                  <a:lnTo>
                    <a:pt x="2712" y="3486"/>
                  </a:lnTo>
                  <a:lnTo>
                    <a:pt x="2712" y="794"/>
                  </a:lnTo>
                  <a:cubicBezTo>
                    <a:pt x="2712" y="356"/>
                    <a:pt x="2356" y="0"/>
                    <a:pt x="19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37"/>
            <p:cNvSpPr/>
            <p:nvPr/>
          </p:nvSpPr>
          <p:spPr>
            <a:xfrm>
              <a:off x="4928900" y="4446300"/>
              <a:ext cx="73150" cy="92450"/>
            </a:xfrm>
            <a:custGeom>
              <a:rect b="b" l="l" r="r" t="t"/>
              <a:pathLst>
                <a:path extrusionOk="0" h="3698" w="2926">
                  <a:moveTo>
                    <a:pt x="2025" y="213"/>
                  </a:moveTo>
                  <a:cubicBezTo>
                    <a:pt x="2403" y="213"/>
                    <a:pt x="2711" y="521"/>
                    <a:pt x="2711" y="900"/>
                  </a:cubicBezTo>
                  <a:lnTo>
                    <a:pt x="2711" y="3484"/>
                  </a:lnTo>
                  <a:lnTo>
                    <a:pt x="214" y="3484"/>
                  </a:lnTo>
                  <a:lnTo>
                    <a:pt x="214" y="903"/>
                  </a:lnTo>
                  <a:cubicBezTo>
                    <a:pt x="214" y="718"/>
                    <a:pt x="284" y="545"/>
                    <a:pt x="414" y="416"/>
                  </a:cubicBezTo>
                  <a:cubicBezTo>
                    <a:pt x="543" y="286"/>
                    <a:pt x="716" y="213"/>
                    <a:pt x="899" y="213"/>
                  </a:cubicBezTo>
                  <a:close/>
                  <a:moveTo>
                    <a:pt x="899" y="0"/>
                  </a:moveTo>
                  <a:cubicBezTo>
                    <a:pt x="658" y="0"/>
                    <a:pt x="433" y="94"/>
                    <a:pt x="264" y="265"/>
                  </a:cubicBezTo>
                  <a:cubicBezTo>
                    <a:pt x="94" y="435"/>
                    <a:pt x="0" y="661"/>
                    <a:pt x="2" y="903"/>
                  </a:cubicBezTo>
                  <a:lnTo>
                    <a:pt x="2" y="3592"/>
                  </a:lnTo>
                  <a:cubicBezTo>
                    <a:pt x="2" y="3650"/>
                    <a:pt x="49" y="3697"/>
                    <a:pt x="109" y="3697"/>
                  </a:cubicBezTo>
                  <a:lnTo>
                    <a:pt x="2819" y="3697"/>
                  </a:lnTo>
                  <a:cubicBezTo>
                    <a:pt x="2878" y="3697"/>
                    <a:pt x="2926" y="3650"/>
                    <a:pt x="2926" y="3592"/>
                  </a:cubicBezTo>
                  <a:lnTo>
                    <a:pt x="2926" y="900"/>
                  </a:lnTo>
                  <a:cubicBezTo>
                    <a:pt x="2926" y="404"/>
                    <a:pt x="2521" y="0"/>
                    <a:pt x="202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37"/>
            <p:cNvSpPr/>
            <p:nvPr/>
          </p:nvSpPr>
          <p:spPr>
            <a:xfrm>
              <a:off x="5416700" y="4402625"/>
              <a:ext cx="71800" cy="90825"/>
            </a:xfrm>
            <a:custGeom>
              <a:rect b="b" l="l" r="r" t="t"/>
              <a:pathLst>
                <a:path extrusionOk="0" h="3633" w="2872">
                  <a:moveTo>
                    <a:pt x="1759" y="0"/>
                  </a:moveTo>
                  <a:cubicBezTo>
                    <a:pt x="1194" y="0"/>
                    <a:pt x="573" y="601"/>
                    <a:pt x="306" y="1466"/>
                  </a:cubicBezTo>
                  <a:cubicBezTo>
                    <a:pt x="0" y="2449"/>
                    <a:pt x="267" y="3403"/>
                    <a:pt x="883" y="3598"/>
                  </a:cubicBezTo>
                  <a:cubicBezTo>
                    <a:pt x="957" y="3621"/>
                    <a:pt x="1034" y="3633"/>
                    <a:pt x="1111" y="3633"/>
                  </a:cubicBezTo>
                  <a:cubicBezTo>
                    <a:pt x="1675" y="3633"/>
                    <a:pt x="2295" y="3032"/>
                    <a:pt x="2566" y="2167"/>
                  </a:cubicBezTo>
                  <a:cubicBezTo>
                    <a:pt x="2871" y="1184"/>
                    <a:pt x="2603" y="229"/>
                    <a:pt x="1988" y="35"/>
                  </a:cubicBezTo>
                  <a:cubicBezTo>
                    <a:pt x="1914" y="11"/>
                    <a:pt x="1837" y="0"/>
                    <a:pt x="175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37"/>
            <p:cNvSpPr/>
            <p:nvPr/>
          </p:nvSpPr>
          <p:spPr>
            <a:xfrm>
              <a:off x="5413725" y="4399950"/>
              <a:ext cx="77700" cy="96175"/>
            </a:xfrm>
            <a:custGeom>
              <a:rect b="b" l="l" r="r" t="t"/>
              <a:pathLst>
                <a:path extrusionOk="0" h="3847" w="3108">
                  <a:moveTo>
                    <a:pt x="1879" y="213"/>
                  </a:moveTo>
                  <a:cubicBezTo>
                    <a:pt x="1946" y="213"/>
                    <a:pt x="2012" y="224"/>
                    <a:pt x="2074" y="243"/>
                  </a:cubicBezTo>
                  <a:cubicBezTo>
                    <a:pt x="2631" y="419"/>
                    <a:pt x="2864" y="1335"/>
                    <a:pt x="2582" y="2243"/>
                  </a:cubicBezTo>
                  <a:cubicBezTo>
                    <a:pt x="2402" y="2822"/>
                    <a:pt x="2039" y="3313"/>
                    <a:pt x="1634" y="3525"/>
                  </a:cubicBezTo>
                  <a:cubicBezTo>
                    <a:pt x="1495" y="3597"/>
                    <a:pt x="1358" y="3633"/>
                    <a:pt x="1228" y="3633"/>
                  </a:cubicBezTo>
                  <a:cubicBezTo>
                    <a:pt x="1161" y="3633"/>
                    <a:pt x="1096" y="3623"/>
                    <a:pt x="1034" y="3604"/>
                  </a:cubicBezTo>
                  <a:cubicBezTo>
                    <a:pt x="477" y="3428"/>
                    <a:pt x="245" y="2512"/>
                    <a:pt x="526" y="1604"/>
                  </a:cubicBezTo>
                  <a:cubicBezTo>
                    <a:pt x="705" y="1025"/>
                    <a:pt x="1068" y="535"/>
                    <a:pt x="1471" y="324"/>
                  </a:cubicBezTo>
                  <a:cubicBezTo>
                    <a:pt x="1610" y="251"/>
                    <a:pt x="1748" y="213"/>
                    <a:pt x="1879" y="213"/>
                  </a:cubicBezTo>
                  <a:close/>
                  <a:moveTo>
                    <a:pt x="1881" y="0"/>
                  </a:moveTo>
                  <a:cubicBezTo>
                    <a:pt x="1716" y="0"/>
                    <a:pt x="1544" y="45"/>
                    <a:pt x="1373" y="135"/>
                  </a:cubicBezTo>
                  <a:cubicBezTo>
                    <a:pt x="913" y="374"/>
                    <a:pt x="520" y="900"/>
                    <a:pt x="322" y="1540"/>
                  </a:cubicBezTo>
                  <a:cubicBezTo>
                    <a:pt x="0" y="2576"/>
                    <a:pt x="291" y="3593"/>
                    <a:pt x="970" y="3806"/>
                  </a:cubicBezTo>
                  <a:cubicBezTo>
                    <a:pt x="1053" y="3833"/>
                    <a:pt x="1141" y="3846"/>
                    <a:pt x="1230" y="3846"/>
                  </a:cubicBezTo>
                  <a:cubicBezTo>
                    <a:pt x="1394" y="3846"/>
                    <a:pt x="1564" y="3802"/>
                    <a:pt x="1733" y="3714"/>
                  </a:cubicBezTo>
                  <a:cubicBezTo>
                    <a:pt x="2192" y="3473"/>
                    <a:pt x="2585" y="2947"/>
                    <a:pt x="2786" y="2305"/>
                  </a:cubicBezTo>
                  <a:cubicBezTo>
                    <a:pt x="3108" y="1271"/>
                    <a:pt x="2817" y="254"/>
                    <a:pt x="2138" y="39"/>
                  </a:cubicBezTo>
                  <a:cubicBezTo>
                    <a:pt x="2055" y="13"/>
                    <a:pt x="1969" y="0"/>
                    <a:pt x="18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37"/>
            <p:cNvSpPr/>
            <p:nvPr/>
          </p:nvSpPr>
          <p:spPr>
            <a:xfrm>
              <a:off x="5394075" y="4536725"/>
              <a:ext cx="39650" cy="50100"/>
            </a:xfrm>
            <a:custGeom>
              <a:rect b="b" l="l" r="r" t="t"/>
              <a:pathLst>
                <a:path extrusionOk="0" h="2004" w="1586">
                  <a:moveTo>
                    <a:pt x="973" y="0"/>
                  </a:moveTo>
                  <a:cubicBezTo>
                    <a:pt x="658" y="0"/>
                    <a:pt x="318" y="335"/>
                    <a:pt x="170" y="808"/>
                  </a:cubicBezTo>
                  <a:cubicBezTo>
                    <a:pt x="0" y="1346"/>
                    <a:pt x="142" y="1879"/>
                    <a:pt x="487" y="1985"/>
                  </a:cubicBezTo>
                  <a:cubicBezTo>
                    <a:pt x="529" y="1998"/>
                    <a:pt x="571" y="2004"/>
                    <a:pt x="614" y="2004"/>
                  </a:cubicBezTo>
                  <a:cubicBezTo>
                    <a:pt x="929" y="2004"/>
                    <a:pt x="1268" y="1672"/>
                    <a:pt x="1416" y="1196"/>
                  </a:cubicBezTo>
                  <a:cubicBezTo>
                    <a:pt x="1586" y="652"/>
                    <a:pt x="1444" y="125"/>
                    <a:pt x="1099" y="19"/>
                  </a:cubicBezTo>
                  <a:cubicBezTo>
                    <a:pt x="1058" y="6"/>
                    <a:pt x="1016" y="0"/>
                    <a:pt x="97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37"/>
            <p:cNvSpPr/>
            <p:nvPr/>
          </p:nvSpPr>
          <p:spPr>
            <a:xfrm>
              <a:off x="5392875" y="4534025"/>
              <a:ext cx="42025" cy="55500"/>
            </a:xfrm>
            <a:custGeom>
              <a:rect b="b" l="l" r="r" t="t"/>
              <a:pathLst>
                <a:path extrusionOk="0" h="2220" w="1681">
                  <a:moveTo>
                    <a:pt x="1022" y="215"/>
                  </a:moveTo>
                  <a:cubicBezTo>
                    <a:pt x="1053" y="215"/>
                    <a:pt x="1084" y="220"/>
                    <a:pt x="1116" y="229"/>
                  </a:cubicBezTo>
                  <a:cubicBezTo>
                    <a:pt x="1230" y="264"/>
                    <a:pt x="1300" y="358"/>
                    <a:pt x="1339" y="431"/>
                  </a:cubicBezTo>
                  <a:cubicBezTo>
                    <a:pt x="1449" y="641"/>
                    <a:pt x="1458" y="963"/>
                    <a:pt x="1363" y="1272"/>
                  </a:cubicBezTo>
                  <a:cubicBezTo>
                    <a:pt x="1230" y="1697"/>
                    <a:pt x="926" y="2005"/>
                    <a:pt x="661" y="2005"/>
                  </a:cubicBezTo>
                  <a:cubicBezTo>
                    <a:pt x="629" y="2005"/>
                    <a:pt x="597" y="2001"/>
                    <a:pt x="566" y="1991"/>
                  </a:cubicBezTo>
                  <a:cubicBezTo>
                    <a:pt x="452" y="1956"/>
                    <a:pt x="382" y="1860"/>
                    <a:pt x="343" y="1787"/>
                  </a:cubicBezTo>
                  <a:cubicBezTo>
                    <a:pt x="233" y="1576"/>
                    <a:pt x="222" y="1254"/>
                    <a:pt x="319" y="948"/>
                  </a:cubicBezTo>
                  <a:cubicBezTo>
                    <a:pt x="452" y="523"/>
                    <a:pt x="757" y="215"/>
                    <a:pt x="1022" y="215"/>
                  </a:cubicBezTo>
                  <a:close/>
                  <a:moveTo>
                    <a:pt x="1018" y="0"/>
                  </a:moveTo>
                  <a:cubicBezTo>
                    <a:pt x="656" y="0"/>
                    <a:pt x="281" y="356"/>
                    <a:pt x="115" y="884"/>
                  </a:cubicBezTo>
                  <a:cubicBezTo>
                    <a:pt x="1" y="1248"/>
                    <a:pt x="15" y="1622"/>
                    <a:pt x="155" y="1887"/>
                  </a:cubicBezTo>
                  <a:cubicBezTo>
                    <a:pt x="237" y="2044"/>
                    <a:pt x="358" y="2149"/>
                    <a:pt x="504" y="2195"/>
                  </a:cubicBezTo>
                  <a:cubicBezTo>
                    <a:pt x="556" y="2212"/>
                    <a:pt x="609" y="2219"/>
                    <a:pt x="664" y="2219"/>
                  </a:cubicBezTo>
                  <a:lnTo>
                    <a:pt x="664" y="2219"/>
                  </a:lnTo>
                  <a:cubicBezTo>
                    <a:pt x="1027" y="2219"/>
                    <a:pt x="1402" y="1865"/>
                    <a:pt x="1567" y="1335"/>
                  </a:cubicBezTo>
                  <a:cubicBezTo>
                    <a:pt x="1680" y="969"/>
                    <a:pt x="1665" y="593"/>
                    <a:pt x="1527" y="331"/>
                  </a:cubicBezTo>
                  <a:cubicBezTo>
                    <a:pt x="1445" y="176"/>
                    <a:pt x="1324" y="71"/>
                    <a:pt x="1178" y="25"/>
                  </a:cubicBezTo>
                  <a:cubicBezTo>
                    <a:pt x="1126" y="8"/>
                    <a:pt x="1072" y="0"/>
                    <a:pt x="1018" y="0"/>
                  </a:cubicBezTo>
                  <a:close/>
                  <a:moveTo>
                    <a:pt x="664" y="2219"/>
                  </a:moveTo>
                  <a:cubicBezTo>
                    <a:pt x="664" y="2219"/>
                    <a:pt x="663" y="2219"/>
                    <a:pt x="663" y="2219"/>
                  </a:cubicBezTo>
                  <a:lnTo>
                    <a:pt x="665" y="2219"/>
                  </a:lnTo>
                  <a:cubicBezTo>
                    <a:pt x="664" y="2219"/>
                    <a:pt x="664" y="2219"/>
                    <a:pt x="664" y="2219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37"/>
            <p:cNvSpPr/>
            <p:nvPr/>
          </p:nvSpPr>
          <p:spPr>
            <a:xfrm>
              <a:off x="5121925" y="4050650"/>
              <a:ext cx="191875" cy="5350"/>
            </a:xfrm>
            <a:custGeom>
              <a:rect b="b" l="l" r="r" t="t"/>
              <a:pathLst>
                <a:path extrusionOk="0" h="214" w="7675">
                  <a:moveTo>
                    <a:pt x="1" y="0"/>
                  </a:moveTo>
                  <a:lnTo>
                    <a:pt x="1" y="213"/>
                  </a:lnTo>
                  <a:lnTo>
                    <a:pt x="7675" y="213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37"/>
            <p:cNvSpPr/>
            <p:nvPr/>
          </p:nvSpPr>
          <p:spPr>
            <a:xfrm>
              <a:off x="4937375" y="3371850"/>
              <a:ext cx="352450" cy="521625"/>
            </a:xfrm>
            <a:custGeom>
              <a:rect b="b" l="l" r="r" t="t"/>
              <a:pathLst>
                <a:path extrusionOk="0" h="20865" w="14098">
                  <a:moveTo>
                    <a:pt x="14029" y="0"/>
                  </a:moveTo>
                  <a:cubicBezTo>
                    <a:pt x="6328" y="2643"/>
                    <a:pt x="2998" y="8176"/>
                    <a:pt x="1558" y="12352"/>
                  </a:cubicBezTo>
                  <a:cubicBezTo>
                    <a:pt x="1" y="16874"/>
                    <a:pt x="266" y="20826"/>
                    <a:pt x="269" y="20865"/>
                  </a:cubicBezTo>
                  <a:lnTo>
                    <a:pt x="481" y="20850"/>
                  </a:lnTo>
                  <a:cubicBezTo>
                    <a:pt x="478" y="20811"/>
                    <a:pt x="216" y="16895"/>
                    <a:pt x="1762" y="12415"/>
                  </a:cubicBezTo>
                  <a:cubicBezTo>
                    <a:pt x="3187" y="8286"/>
                    <a:pt x="6482" y="2816"/>
                    <a:pt x="14098" y="203"/>
                  </a:cubicBezTo>
                  <a:lnTo>
                    <a:pt x="1402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37"/>
            <p:cNvSpPr/>
            <p:nvPr/>
          </p:nvSpPr>
          <p:spPr>
            <a:xfrm>
              <a:off x="4590500" y="3317450"/>
              <a:ext cx="414725" cy="576025"/>
            </a:xfrm>
            <a:custGeom>
              <a:rect b="b" l="l" r="r" t="t"/>
              <a:pathLst>
                <a:path extrusionOk="0" h="23041" w="16589">
                  <a:moveTo>
                    <a:pt x="16523" y="1"/>
                  </a:moveTo>
                  <a:cubicBezTo>
                    <a:pt x="7454" y="2918"/>
                    <a:pt x="3530" y="9027"/>
                    <a:pt x="1835" y="13638"/>
                  </a:cubicBezTo>
                  <a:cubicBezTo>
                    <a:pt x="0" y="18633"/>
                    <a:pt x="313" y="22997"/>
                    <a:pt x="316" y="23041"/>
                  </a:cubicBezTo>
                  <a:lnTo>
                    <a:pt x="529" y="23024"/>
                  </a:lnTo>
                  <a:cubicBezTo>
                    <a:pt x="526" y="22981"/>
                    <a:pt x="216" y="18663"/>
                    <a:pt x="2036" y="13712"/>
                  </a:cubicBezTo>
                  <a:cubicBezTo>
                    <a:pt x="3714" y="9144"/>
                    <a:pt x="7601" y="3093"/>
                    <a:pt x="16588" y="203"/>
                  </a:cubicBezTo>
                  <a:lnTo>
                    <a:pt x="1652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37"/>
            <p:cNvSpPr/>
            <p:nvPr/>
          </p:nvSpPr>
          <p:spPr>
            <a:xfrm>
              <a:off x="5247375" y="3456150"/>
              <a:ext cx="179175" cy="217625"/>
            </a:xfrm>
            <a:custGeom>
              <a:rect b="b" l="l" r="r" t="t"/>
              <a:pathLst>
                <a:path extrusionOk="0" h="8705" w="7167">
                  <a:moveTo>
                    <a:pt x="6753" y="1"/>
                  </a:moveTo>
                  <a:cubicBezTo>
                    <a:pt x="5874" y="1"/>
                    <a:pt x="3614" y="304"/>
                    <a:pt x="46" y="2838"/>
                  </a:cubicBezTo>
                  <a:cubicBezTo>
                    <a:pt x="17" y="2861"/>
                    <a:pt x="0" y="2895"/>
                    <a:pt x="2" y="2932"/>
                  </a:cubicBezTo>
                  <a:cubicBezTo>
                    <a:pt x="5" y="2968"/>
                    <a:pt x="24" y="3001"/>
                    <a:pt x="55" y="3019"/>
                  </a:cubicBezTo>
                  <a:cubicBezTo>
                    <a:pt x="81" y="3034"/>
                    <a:pt x="2454" y="4394"/>
                    <a:pt x="3459" y="6558"/>
                  </a:cubicBezTo>
                  <a:lnTo>
                    <a:pt x="507" y="8528"/>
                  </a:lnTo>
                  <a:lnTo>
                    <a:pt x="624" y="8705"/>
                  </a:lnTo>
                  <a:lnTo>
                    <a:pt x="3653" y="6684"/>
                  </a:lnTo>
                  <a:cubicBezTo>
                    <a:pt x="3696" y="6656"/>
                    <a:pt x="3711" y="6600"/>
                    <a:pt x="3690" y="6553"/>
                  </a:cubicBezTo>
                  <a:cubicBezTo>
                    <a:pt x="2819" y="4591"/>
                    <a:pt x="849" y="3260"/>
                    <a:pt x="303" y="2919"/>
                  </a:cubicBezTo>
                  <a:cubicBezTo>
                    <a:pt x="3777" y="484"/>
                    <a:pt x="5988" y="218"/>
                    <a:pt x="6788" y="218"/>
                  </a:cubicBezTo>
                  <a:cubicBezTo>
                    <a:pt x="7007" y="218"/>
                    <a:pt x="7120" y="238"/>
                    <a:pt x="7125" y="239"/>
                  </a:cubicBezTo>
                  <a:lnTo>
                    <a:pt x="7167" y="30"/>
                  </a:lnTo>
                  <a:cubicBezTo>
                    <a:pt x="7144" y="26"/>
                    <a:pt x="7006" y="1"/>
                    <a:pt x="675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37"/>
            <p:cNvSpPr/>
            <p:nvPr/>
          </p:nvSpPr>
          <p:spPr>
            <a:xfrm>
              <a:off x="4856525" y="3326575"/>
              <a:ext cx="245800" cy="195075"/>
            </a:xfrm>
            <a:custGeom>
              <a:rect b="b" l="l" r="r" t="t"/>
              <a:pathLst>
                <a:path extrusionOk="0" h="7803" w="9832">
                  <a:moveTo>
                    <a:pt x="9763" y="1"/>
                  </a:moveTo>
                  <a:cubicBezTo>
                    <a:pt x="9702" y="21"/>
                    <a:pt x="3619" y="2134"/>
                    <a:pt x="1" y="7686"/>
                  </a:cubicBezTo>
                  <a:lnTo>
                    <a:pt x="179" y="7803"/>
                  </a:lnTo>
                  <a:cubicBezTo>
                    <a:pt x="3757" y="2314"/>
                    <a:pt x="9771" y="224"/>
                    <a:pt x="9832" y="203"/>
                  </a:cubicBezTo>
                  <a:lnTo>
                    <a:pt x="976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37"/>
            <p:cNvSpPr/>
            <p:nvPr/>
          </p:nvSpPr>
          <p:spPr>
            <a:xfrm>
              <a:off x="5363500" y="3469325"/>
              <a:ext cx="151675" cy="179000"/>
            </a:xfrm>
            <a:custGeom>
              <a:rect b="b" l="l" r="r" t="t"/>
              <a:pathLst>
                <a:path extrusionOk="0" h="7160" w="6067">
                  <a:moveTo>
                    <a:pt x="84" y="1"/>
                  </a:moveTo>
                  <a:lnTo>
                    <a:pt x="1" y="196"/>
                  </a:lnTo>
                  <a:cubicBezTo>
                    <a:pt x="37" y="212"/>
                    <a:pt x="3638" y="1801"/>
                    <a:pt x="5870" y="7159"/>
                  </a:cubicBezTo>
                  <a:lnTo>
                    <a:pt x="6067" y="7078"/>
                  </a:lnTo>
                  <a:cubicBezTo>
                    <a:pt x="3799" y="1633"/>
                    <a:pt x="121" y="16"/>
                    <a:pt x="8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37"/>
            <p:cNvSpPr/>
            <p:nvPr/>
          </p:nvSpPr>
          <p:spPr>
            <a:xfrm>
              <a:off x="4520700" y="3438325"/>
              <a:ext cx="162325" cy="250750"/>
            </a:xfrm>
            <a:custGeom>
              <a:rect b="b" l="l" r="r" t="t"/>
              <a:pathLst>
                <a:path extrusionOk="0" h="10030" w="6493">
                  <a:moveTo>
                    <a:pt x="6342" y="0"/>
                  </a:moveTo>
                  <a:cubicBezTo>
                    <a:pt x="6318" y="24"/>
                    <a:pt x="3892" y="2466"/>
                    <a:pt x="2963" y="4805"/>
                  </a:cubicBezTo>
                  <a:cubicBezTo>
                    <a:pt x="2743" y="4994"/>
                    <a:pt x="885" y="6638"/>
                    <a:pt x="11" y="8784"/>
                  </a:cubicBezTo>
                  <a:cubicBezTo>
                    <a:pt x="2" y="8806"/>
                    <a:pt x="0" y="8830"/>
                    <a:pt x="6" y="8852"/>
                  </a:cubicBezTo>
                  <a:lnTo>
                    <a:pt x="344" y="10030"/>
                  </a:lnTo>
                  <a:lnTo>
                    <a:pt x="548" y="9972"/>
                  </a:lnTo>
                  <a:lnTo>
                    <a:pt x="222" y="8830"/>
                  </a:lnTo>
                  <a:cubicBezTo>
                    <a:pt x="1133" y="6628"/>
                    <a:pt x="3100" y="4967"/>
                    <a:pt x="3121" y="4951"/>
                  </a:cubicBezTo>
                  <a:cubicBezTo>
                    <a:pt x="3135" y="4939"/>
                    <a:pt x="3145" y="4926"/>
                    <a:pt x="3151" y="4908"/>
                  </a:cubicBezTo>
                  <a:cubicBezTo>
                    <a:pt x="4058" y="2603"/>
                    <a:pt x="6468" y="175"/>
                    <a:pt x="6492" y="151"/>
                  </a:cubicBezTo>
                  <a:lnTo>
                    <a:pt x="634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37"/>
            <p:cNvSpPr/>
            <p:nvPr/>
          </p:nvSpPr>
          <p:spPr>
            <a:xfrm>
              <a:off x="4880875" y="4195250"/>
              <a:ext cx="14400" cy="21100"/>
            </a:xfrm>
            <a:custGeom>
              <a:rect b="b" l="l" r="r" t="t"/>
              <a:pathLst>
                <a:path extrusionOk="0" h="844" w="576">
                  <a:moveTo>
                    <a:pt x="392" y="1"/>
                  </a:moveTo>
                  <a:cubicBezTo>
                    <a:pt x="247" y="244"/>
                    <a:pt x="115" y="498"/>
                    <a:pt x="0" y="756"/>
                  </a:cubicBezTo>
                  <a:lnTo>
                    <a:pt x="194" y="844"/>
                  </a:lnTo>
                  <a:cubicBezTo>
                    <a:pt x="307" y="592"/>
                    <a:pt x="435" y="345"/>
                    <a:pt x="575" y="110"/>
                  </a:cubicBezTo>
                  <a:lnTo>
                    <a:pt x="39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37"/>
            <p:cNvSpPr/>
            <p:nvPr/>
          </p:nvSpPr>
          <p:spPr>
            <a:xfrm>
              <a:off x="4831100" y="4239175"/>
              <a:ext cx="45100" cy="171150"/>
            </a:xfrm>
            <a:custGeom>
              <a:rect b="b" l="l" r="r" t="t"/>
              <a:pathLst>
                <a:path extrusionOk="0" h="6846" w="1804">
                  <a:moveTo>
                    <a:pt x="1600" y="1"/>
                  </a:moveTo>
                  <a:cubicBezTo>
                    <a:pt x="1110" y="1572"/>
                    <a:pt x="817" y="3202"/>
                    <a:pt x="727" y="4846"/>
                  </a:cubicBezTo>
                  <a:cubicBezTo>
                    <a:pt x="644" y="6299"/>
                    <a:pt x="7" y="6652"/>
                    <a:pt x="1" y="6655"/>
                  </a:cubicBezTo>
                  <a:lnTo>
                    <a:pt x="97" y="6845"/>
                  </a:lnTo>
                  <a:lnTo>
                    <a:pt x="97" y="6844"/>
                  </a:lnTo>
                  <a:cubicBezTo>
                    <a:pt x="129" y="6829"/>
                    <a:pt x="848" y="6446"/>
                    <a:pt x="940" y="4858"/>
                  </a:cubicBezTo>
                  <a:cubicBezTo>
                    <a:pt x="1028" y="3230"/>
                    <a:pt x="1318" y="1618"/>
                    <a:pt x="1804" y="63"/>
                  </a:cubicBezTo>
                  <a:lnTo>
                    <a:pt x="160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37"/>
            <p:cNvSpPr/>
            <p:nvPr/>
          </p:nvSpPr>
          <p:spPr>
            <a:xfrm>
              <a:off x="5048125" y="4853900"/>
              <a:ext cx="18450" cy="15325"/>
            </a:xfrm>
            <a:custGeom>
              <a:rect b="b" l="l" r="r" t="t"/>
              <a:pathLst>
                <a:path extrusionOk="0" h="613" w="738">
                  <a:moveTo>
                    <a:pt x="130" y="0"/>
                  </a:moveTo>
                  <a:lnTo>
                    <a:pt x="0" y="170"/>
                  </a:lnTo>
                  <a:cubicBezTo>
                    <a:pt x="204" y="325"/>
                    <a:pt x="411" y="474"/>
                    <a:pt x="616" y="612"/>
                  </a:cubicBezTo>
                  <a:lnTo>
                    <a:pt x="737" y="435"/>
                  </a:lnTo>
                  <a:cubicBezTo>
                    <a:pt x="533" y="299"/>
                    <a:pt x="329" y="152"/>
                    <a:pt x="13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37"/>
            <p:cNvSpPr/>
            <p:nvPr/>
          </p:nvSpPr>
          <p:spPr>
            <a:xfrm>
              <a:off x="4633175" y="4670200"/>
              <a:ext cx="396500" cy="169125"/>
            </a:xfrm>
            <a:custGeom>
              <a:rect b="b" l="l" r="r" t="t"/>
              <a:pathLst>
                <a:path extrusionOk="0" h="6765" w="15860">
                  <a:moveTo>
                    <a:pt x="1868" y="0"/>
                  </a:moveTo>
                  <a:cubicBezTo>
                    <a:pt x="1825" y="0"/>
                    <a:pt x="1786" y="27"/>
                    <a:pt x="1768" y="66"/>
                  </a:cubicBezTo>
                  <a:lnTo>
                    <a:pt x="1" y="4312"/>
                  </a:lnTo>
                  <a:lnTo>
                    <a:pt x="197" y="4394"/>
                  </a:lnTo>
                  <a:lnTo>
                    <a:pt x="1938" y="215"/>
                  </a:lnTo>
                  <a:lnTo>
                    <a:pt x="11497" y="215"/>
                  </a:lnTo>
                  <a:cubicBezTo>
                    <a:pt x="11694" y="758"/>
                    <a:pt x="13016" y="4227"/>
                    <a:pt x="15714" y="6764"/>
                  </a:cubicBezTo>
                  <a:lnTo>
                    <a:pt x="15860" y="6608"/>
                  </a:lnTo>
                  <a:cubicBezTo>
                    <a:pt x="12980" y="3900"/>
                    <a:pt x="11686" y="112"/>
                    <a:pt x="11674" y="73"/>
                  </a:cubicBezTo>
                  <a:cubicBezTo>
                    <a:pt x="11659" y="30"/>
                    <a:pt x="11619" y="0"/>
                    <a:pt x="1157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37"/>
            <p:cNvSpPr/>
            <p:nvPr/>
          </p:nvSpPr>
          <p:spPr>
            <a:xfrm>
              <a:off x="5242525" y="3648525"/>
              <a:ext cx="50550" cy="50525"/>
            </a:xfrm>
            <a:custGeom>
              <a:rect b="b" l="l" r="r" t="t"/>
              <a:pathLst>
                <a:path extrusionOk="0" h="2021" w="2022">
                  <a:moveTo>
                    <a:pt x="1010" y="0"/>
                  </a:moveTo>
                  <a:cubicBezTo>
                    <a:pt x="452" y="0"/>
                    <a:pt x="1" y="452"/>
                    <a:pt x="1" y="1010"/>
                  </a:cubicBezTo>
                  <a:cubicBezTo>
                    <a:pt x="1" y="1568"/>
                    <a:pt x="453" y="2021"/>
                    <a:pt x="1010" y="2021"/>
                  </a:cubicBezTo>
                  <a:lnTo>
                    <a:pt x="1013" y="2021"/>
                  </a:lnTo>
                  <a:cubicBezTo>
                    <a:pt x="1570" y="2021"/>
                    <a:pt x="2021" y="1570"/>
                    <a:pt x="2021" y="1013"/>
                  </a:cubicBezTo>
                  <a:lnTo>
                    <a:pt x="2021" y="1010"/>
                  </a:lnTo>
                  <a:cubicBezTo>
                    <a:pt x="2021" y="452"/>
                    <a:pt x="1569" y="0"/>
                    <a:pt x="1010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37"/>
            <p:cNvSpPr/>
            <p:nvPr/>
          </p:nvSpPr>
          <p:spPr>
            <a:xfrm>
              <a:off x="5239850" y="3645850"/>
              <a:ext cx="55900" cy="55900"/>
            </a:xfrm>
            <a:custGeom>
              <a:rect b="b" l="l" r="r" t="t"/>
              <a:pathLst>
                <a:path extrusionOk="0" h="2236" w="2236">
                  <a:moveTo>
                    <a:pt x="1117" y="213"/>
                  </a:moveTo>
                  <a:cubicBezTo>
                    <a:pt x="1616" y="213"/>
                    <a:pt x="2023" y="618"/>
                    <a:pt x="2023" y="1117"/>
                  </a:cubicBezTo>
                  <a:lnTo>
                    <a:pt x="2023" y="1120"/>
                  </a:lnTo>
                  <a:cubicBezTo>
                    <a:pt x="2023" y="1617"/>
                    <a:pt x="1616" y="2022"/>
                    <a:pt x="1117" y="2022"/>
                  </a:cubicBezTo>
                  <a:cubicBezTo>
                    <a:pt x="620" y="2022"/>
                    <a:pt x="213" y="1616"/>
                    <a:pt x="213" y="1117"/>
                  </a:cubicBezTo>
                  <a:cubicBezTo>
                    <a:pt x="213" y="620"/>
                    <a:pt x="618" y="213"/>
                    <a:pt x="1117" y="213"/>
                  </a:cubicBezTo>
                  <a:close/>
                  <a:moveTo>
                    <a:pt x="1117" y="0"/>
                  </a:moveTo>
                  <a:cubicBezTo>
                    <a:pt x="502" y="0"/>
                    <a:pt x="1" y="502"/>
                    <a:pt x="1" y="1117"/>
                  </a:cubicBezTo>
                  <a:cubicBezTo>
                    <a:pt x="1" y="1733"/>
                    <a:pt x="502" y="2235"/>
                    <a:pt x="1120" y="2235"/>
                  </a:cubicBezTo>
                  <a:cubicBezTo>
                    <a:pt x="1735" y="2235"/>
                    <a:pt x="2235" y="1735"/>
                    <a:pt x="2235" y="1120"/>
                  </a:cubicBezTo>
                  <a:lnTo>
                    <a:pt x="2235" y="1117"/>
                  </a:lnTo>
                  <a:cubicBezTo>
                    <a:pt x="2235" y="502"/>
                    <a:pt x="1734" y="0"/>
                    <a:pt x="111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37"/>
            <p:cNvSpPr/>
            <p:nvPr/>
          </p:nvSpPr>
          <p:spPr>
            <a:xfrm>
              <a:off x="5492975" y="3647750"/>
              <a:ext cx="53950" cy="50600"/>
            </a:xfrm>
            <a:custGeom>
              <a:rect b="b" l="l" r="r" t="t"/>
              <a:pathLst>
                <a:path extrusionOk="0" h="2024" w="2158">
                  <a:moveTo>
                    <a:pt x="1081" y="1"/>
                  </a:moveTo>
                  <a:cubicBezTo>
                    <a:pt x="1034" y="1"/>
                    <a:pt x="987" y="4"/>
                    <a:pt x="940" y="11"/>
                  </a:cubicBezTo>
                  <a:cubicBezTo>
                    <a:pt x="387" y="88"/>
                    <a:pt x="0" y="597"/>
                    <a:pt x="78" y="1151"/>
                  </a:cubicBezTo>
                  <a:cubicBezTo>
                    <a:pt x="147" y="1656"/>
                    <a:pt x="580" y="2023"/>
                    <a:pt x="1077" y="2023"/>
                  </a:cubicBezTo>
                  <a:cubicBezTo>
                    <a:pt x="1124" y="2023"/>
                    <a:pt x="1171" y="2020"/>
                    <a:pt x="1218" y="2013"/>
                  </a:cubicBezTo>
                  <a:cubicBezTo>
                    <a:pt x="1221" y="2013"/>
                    <a:pt x="1224" y="2012"/>
                    <a:pt x="1227" y="2012"/>
                  </a:cubicBezTo>
                  <a:cubicBezTo>
                    <a:pt x="1777" y="1931"/>
                    <a:pt x="2158" y="1422"/>
                    <a:pt x="2080" y="873"/>
                  </a:cubicBezTo>
                  <a:cubicBezTo>
                    <a:pt x="2010" y="368"/>
                    <a:pt x="1577" y="1"/>
                    <a:pt x="1081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37"/>
            <p:cNvSpPr/>
            <p:nvPr/>
          </p:nvSpPr>
          <p:spPr>
            <a:xfrm>
              <a:off x="5490150" y="3645100"/>
              <a:ext cx="59600" cy="55900"/>
            </a:xfrm>
            <a:custGeom>
              <a:rect b="b" l="l" r="r" t="t"/>
              <a:pathLst>
                <a:path extrusionOk="0" h="2236" w="2384">
                  <a:moveTo>
                    <a:pt x="1193" y="213"/>
                  </a:moveTo>
                  <a:cubicBezTo>
                    <a:pt x="1636" y="213"/>
                    <a:pt x="2025" y="542"/>
                    <a:pt x="2088" y="994"/>
                  </a:cubicBezTo>
                  <a:cubicBezTo>
                    <a:pt x="2156" y="1483"/>
                    <a:pt x="1814" y="1941"/>
                    <a:pt x="1316" y="2013"/>
                  </a:cubicBezTo>
                  <a:cubicBezTo>
                    <a:pt x="1274" y="2019"/>
                    <a:pt x="1232" y="2022"/>
                    <a:pt x="1190" y="2022"/>
                  </a:cubicBezTo>
                  <a:cubicBezTo>
                    <a:pt x="993" y="2022"/>
                    <a:pt x="805" y="1959"/>
                    <a:pt x="646" y="1839"/>
                  </a:cubicBezTo>
                  <a:cubicBezTo>
                    <a:pt x="453" y="1693"/>
                    <a:pt x="329" y="1482"/>
                    <a:pt x="296" y="1242"/>
                  </a:cubicBezTo>
                  <a:cubicBezTo>
                    <a:pt x="228" y="748"/>
                    <a:pt x="573" y="291"/>
                    <a:pt x="1068" y="222"/>
                  </a:cubicBezTo>
                  <a:cubicBezTo>
                    <a:pt x="1109" y="216"/>
                    <a:pt x="1151" y="213"/>
                    <a:pt x="1193" y="213"/>
                  </a:cubicBezTo>
                  <a:close/>
                  <a:moveTo>
                    <a:pt x="1190" y="0"/>
                  </a:moveTo>
                  <a:cubicBezTo>
                    <a:pt x="1140" y="0"/>
                    <a:pt x="1089" y="4"/>
                    <a:pt x="1038" y="11"/>
                  </a:cubicBezTo>
                  <a:cubicBezTo>
                    <a:pt x="427" y="96"/>
                    <a:pt x="0" y="662"/>
                    <a:pt x="85" y="1272"/>
                  </a:cubicBezTo>
                  <a:cubicBezTo>
                    <a:pt x="125" y="1567"/>
                    <a:pt x="279" y="1829"/>
                    <a:pt x="517" y="2009"/>
                  </a:cubicBezTo>
                  <a:cubicBezTo>
                    <a:pt x="713" y="2156"/>
                    <a:pt x="946" y="2235"/>
                    <a:pt x="1191" y="2235"/>
                  </a:cubicBezTo>
                  <a:cubicBezTo>
                    <a:pt x="1245" y="2235"/>
                    <a:pt x="1300" y="2231"/>
                    <a:pt x="1355" y="2223"/>
                  </a:cubicBezTo>
                  <a:cubicBezTo>
                    <a:pt x="1961" y="2136"/>
                    <a:pt x="2384" y="1570"/>
                    <a:pt x="2299" y="964"/>
                  </a:cubicBezTo>
                  <a:cubicBezTo>
                    <a:pt x="2221" y="406"/>
                    <a:pt x="1739" y="0"/>
                    <a:pt x="119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37"/>
            <p:cNvSpPr/>
            <p:nvPr/>
          </p:nvSpPr>
          <p:spPr>
            <a:xfrm>
              <a:off x="4831200" y="3500825"/>
              <a:ext cx="57350" cy="47050"/>
            </a:xfrm>
            <a:custGeom>
              <a:rect b="b" l="l" r="r" t="t"/>
              <a:pathLst>
                <a:path extrusionOk="0" h="1882" w="2294">
                  <a:moveTo>
                    <a:pt x="1463" y="0"/>
                  </a:moveTo>
                  <a:cubicBezTo>
                    <a:pt x="1376" y="0"/>
                    <a:pt x="1285" y="9"/>
                    <a:pt x="1191" y="29"/>
                  </a:cubicBezTo>
                  <a:cubicBezTo>
                    <a:pt x="570" y="154"/>
                    <a:pt x="43" y="667"/>
                    <a:pt x="20" y="1168"/>
                  </a:cubicBezTo>
                  <a:cubicBezTo>
                    <a:pt x="0" y="1592"/>
                    <a:pt x="348" y="1882"/>
                    <a:pt x="837" y="1882"/>
                  </a:cubicBezTo>
                  <a:cubicBezTo>
                    <a:pt x="923" y="1882"/>
                    <a:pt x="1013" y="1873"/>
                    <a:pt x="1106" y="1854"/>
                  </a:cubicBezTo>
                  <a:cubicBezTo>
                    <a:pt x="1728" y="1727"/>
                    <a:pt x="2251" y="1218"/>
                    <a:pt x="2273" y="714"/>
                  </a:cubicBezTo>
                  <a:cubicBezTo>
                    <a:pt x="2293" y="287"/>
                    <a:pt x="1947" y="0"/>
                    <a:pt x="1463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37"/>
            <p:cNvSpPr/>
            <p:nvPr/>
          </p:nvSpPr>
          <p:spPr>
            <a:xfrm>
              <a:off x="4828725" y="3498175"/>
              <a:ext cx="62300" cy="52375"/>
            </a:xfrm>
            <a:custGeom>
              <a:rect b="b" l="l" r="r" t="t"/>
              <a:pathLst>
                <a:path extrusionOk="0" h="2095" w="2492">
                  <a:moveTo>
                    <a:pt x="1562" y="212"/>
                  </a:moveTo>
                  <a:cubicBezTo>
                    <a:pt x="1772" y="212"/>
                    <a:pt x="1955" y="270"/>
                    <a:pt x="2085" y="382"/>
                  </a:cubicBezTo>
                  <a:cubicBezTo>
                    <a:pt x="2211" y="490"/>
                    <a:pt x="2274" y="639"/>
                    <a:pt x="2266" y="814"/>
                  </a:cubicBezTo>
                  <a:cubicBezTo>
                    <a:pt x="2244" y="1272"/>
                    <a:pt x="1759" y="1738"/>
                    <a:pt x="1183" y="1856"/>
                  </a:cubicBezTo>
                  <a:cubicBezTo>
                    <a:pt x="1097" y="1873"/>
                    <a:pt x="1014" y="1881"/>
                    <a:pt x="935" y="1881"/>
                  </a:cubicBezTo>
                  <a:cubicBezTo>
                    <a:pt x="724" y="1881"/>
                    <a:pt x="539" y="1822"/>
                    <a:pt x="407" y="1710"/>
                  </a:cubicBezTo>
                  <a:cubicBezTo>
                    <a:pt x="280" y="1601"/>
                    <a:pt x="216" y="1451"/>
                    <a:pt x="225" y="1278"/>
                  </a:cubicBezTo>
                  <a:cubicBezTo>
                    <a:pt x="246" y="830"/>
                    <a:pt x="743" y="353"/>
                    <a:pt x="1311" y="239"/>
                  </a:cubicBezTo>
                  <a:cubicBezTo>
                    <a:pt x="1397" y="221"/>
                    <a:pt x="1482" y="212"/>
                    <a:pt x="1562" y="212"/>
                  </a:cubicBezTo>
                  <a:close/>
                  <a:moveTo>
                    <a:pt x="1562" y="0"/>
                  </a:moveTo>
                  <a:cubicBezTo>
                    <a:pt x="1468" y="0"/>
                    <a:pt x="1369" y="10"/>
                    <a:pt x="1269" y="30"/>
                  </a:cubicBezTo>
                  <a:cubicBezTo>
                    <a:pt x="602" y="164"/>
                    <a:pt x="38" y="720"/>
                    <a:pt x="12" y="1268"/>
                  </a:cubicBezTo>
                  <a:cubicBezTo>
                    <a:pt x="0" y="1506"/>
                    <a:pt x="93" y="1720"/>
                    <a:pt x="268" y="1871"/>
                  </a:cubicBezTo>
                  <a:cubicBezTo>
                    <a:pt x="438" y="2018"/>
                    <a:pt x="672" y="2094"/>
                    <a:pt x="934" y="2094"/>
                  </a:cubicBezTo>
                  <a:cubicBezTo>
                    <a:pt x="1028" y="2094"/>
                    <a:pt x="1126" y="2085"/>
                    <a:pt x="1226" y="2064"/>
                  </a:cubicBezTo>
                  <a:cubicBezTo>
                    <a:pt x="1903" y="1927"/>
                    <a:pt x="2454" y="1382"/>
                    <a:pt x="2479" y="824"/>
                  </a:cubicBezTo>
                  <a:cubicBezTo>
                    <a:pt x="2491" y="586"/>
                    <a:pt x="2400" y="371"/>
                    <a:pt x="2225" y="221"/>
                  </a:cubicBezTo>
                  <a:cubicBezTo>
                    <a:pt x="2056" y="76"/>
                    <a:pt x="1823" y="0"/>
                    <a:pt x="156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37"/>
            <p:cNvSpPr/>
            <p:nvPr/>
          </p:nvSpPr>
          <p:spPr>
            <a:xfrm>
              <a:off x="4517075" y="3667325"/>
              <a:ext cx="25300" cy="50500"/>
            </a:xfrm>
            <a:custGeom>
              <a:rect b="b" l="l" r="r" t="t"/>
              <a:pathLst>
                <a:path extrusionOk="0" h="2020" w="1012">
                  <a:moveTo>
                    <a:pt x="506" y="0"/>
                  </a:moveTo>
                  <a:cubicBezTo>
                    <a:pt x="227" y="0"/>
                    <a:pt x="1" y="453"/>
                    <a:pt x="1" y="1010"/>
                  </a:cubicBezTo>
                  <a:cubicBezTo>
                    <a:pt x="1" y="1565"/>
                    <a:pt x="227" y="2019"/>
                    <a:pt x="506" y="2019"/>
                  </a:cubicBezTo>
                  <a:cubicBezTo>
                    <a:pt x="786" y="2019"/>
                    <a:pt x="1012" y="1568"/>
                    <a:pt x="1012" y="1010"/>
                  </a:cubicBezTo>
                  <a:cubicBezTo>
                    <a:pt x="1012" y="453"/>
                    <a:pt x="786" y="0"/>
                    <a:pt x="506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37"/>
            <p:cNvSpPr/>
            <p:nvPr/>
          </p:nvSpPr>
          <p:spPr>
            <a:xfrm>
              <a:off x="4514400" y="3664650"/>
              <a:ext cx="30625" cy="55850"/>
            </a:xfrm>
            <a:custGeom>
              <a:rect b="b" l="l" r="r" t="t"/>
              <a:pathLst>
                <a:path extrusionOk="0" h="2234" w="1225">
                  <a:moveTo>
                    <a:pt x="613" y="215"/>
                  </a:moveTo>
                  <a:cubicBezTo>
                    <a:pt x="802" y="215"/>
                    <a:pt x="1012" y="584"/>
                    <a:pt x="1012" y="1117"/>
                  </a:cubicBezTo>
                  <a:cubicBezTo>
                    <a:pt x="1012" y="1650"/>
                    <a:pt x="802" y="2021"/>
                    <a:pt x="613" y="2021"/>
                  </a:cubicBezTo>
                  <a:cubicBezTo>
                    <a:pt x="425" y="2021"/>
                    <a:pt x="214" y="1648"/>
                    <a:pt x="214" y="1117"/>
                  </a:cubicBezTo>
                  <a:cubicBezTo>
                    <a:pt x="214" y="585"/>
                    <a:pt x="425" y="215"/>
                    <a:pt x="613" y="215"/>
                  </a:cubicBezTo>
                  <a:close/>
                  <a:moveTo>
                    <a:pt x="613" y="0"/>
                  </a:moveTo>
                  <a:cubicBezTo>
                    <a:pt x="270" y="0"/>
                    <a:pt x="1" y="490"/>
                    <a:pt x="1" y="1117"/>
                  </a:cubicBezTo>
                  <a:cubicBezTo>
                    <a:pt x="1" y="1742"/>
                    <a:pt x="270" y="2234"/>
                    <a:pt x="613" y="2234"/>
                  </a:cubicBezTo>
                  <a:cubicBezTo>
                    <a:pt x="957" y="2234"/>
                    <a:pt x="1225" y="1742"/>
                    <a:pt x="1225" y="1117"/>
                  </a:cubicBezTo>
                  <a:cubicBezTo>
                    <a:pt x="1225" y="490"/>
                    <a:pt x="957" y="0"/>
                    <a:pt x="61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37"/>
            <p:cNvSpPr/>
            <p:nvPr/>
          </p:nvSpPr>
          <p:spPr>
            <a:xfrm>
              <a:off x="5134800" y="3887825"/>
              <a:ext cx="33650" cy="33600"/>
            </a:xfrm>
            <a:custGeom>
              <a:rect b="b" l="l" r="r" t="t"/>
              <a:pathLst>
                <a:path extrusionOk="0" h="1344" w="1346">
                  <a:moveTo>
                    <a:pt x="674" y="1"/>
                  </a:moveTo>
                  <a:cubicBezTo>
                    <a:pt x="673" y="1"/>
                    <a:pt x="672" y="1"/>
                    <a:pt x="671" y="1"/>
                  </a:cubicBezTo>
                  <a:cubicBezTo>
                    <a:pt x="300" y="2"/>
                    <a:pt x="1" y="303"/>
                    <a:pt x="1" y="674"/>
                  </a:cubicBezTo>
                  <a:cubicBezTo>
                    <a:pt x="2" y="1045"/>
                    <a:pt x="303" y="1344"/>
                    <a:pt x="672" y="1344"/>
                  </a:cubicBezTo>
                  <a:cubicBezTo>
                    <a:pt x="1043" y="1344"/>
                    <a:pt x="1345" y="1043"/>
                    <a:pt x="1345" y="672"/>
                  </a:cubicBezTo>
                  <a:lnTo>
                    <a:pt x="1345" y="671"/>
                  </a:lnTo>
                  <a:cubicBezTo>
                    <a:pt x="1344" y="299"/>
                    <a:pt x="1043" y="1"/>
                    <a:pt x="674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37"/>
            <p:cNvSpPr/>
            <p:nvPr/>
          </p:nvSpPr>
          <p:spPr>
            <a:xfrm>
              <a:off x="5132125" y="3885150"/>
              <a:ext cx="38950" cy="38950"/>
            </a:xfrm>
            <a:custGeom>
              <a:rect b="b" l="l" r="r" t="t"/>
              <a:pathLst>
                <a:path extrusionOk="0" h="1558" w="1558">
                  <a:moveTo>
                    <a:pt x="779" y="213"/>
                  </a:moveTo>
                  <a:cubicBezTo>
                    <a:pt x="930" y="213"/>
                    <a:pt x="1071" y="273"/>
                    <a:pt x="1178" y="379"/>
                  </a:cubicBezTo>
                  <a:cubicBezTo>
                    <a:pt x="1286" y="484"/>
                    <a:pt x="1345" y="626"/>
                    <a:pt x="1345" y="778"/>
                  </a:cubicBezTo>
                  <a:lnTo>
                    <a:pt x="1452" y="778"/>
                  </a:lnTo>
                  <a:lnTo>
                    <a:pt x="1345" y="779"/>
                  </a:lnTo>
                  <a:cubicBezTo>
                    <a:pt x="1345" y="1090"/>
                    <a:pt x="1090" y="1345"/>
                    <a:pt x="781" y="1345"/>
                  </a:cubicBezTo>
                  <a:cubicBezTo>
                    <a:pt x="470" y="1345"/>
                    <a:pt x="216" y="1092"/>
                    <a:pt x="215" y="781"/>
                  </a:cubicBezTo>
                  <a:cubicBezTo>
                    <a:pt x="214" y="470"/>
                    <a:pt x="467" y="215"/>
                    <a:pt x="778" y="213"/>
                  </a:cubicBezTo>
                  <a:close/>
                  <a:moveTo>
                    <a:pt x="778" y="1"/>
                  </a:moveTo>
                  <a:cubicBezTo>
                    <a:pt x="569" y="2"/>
                    <a:pt x="374" y="82"/>
                    <a:pt x="228" y="231"/>
                  </a:cubicBezTo>
                  <a:cubicBezTo>
                    <a:pt x="81" y="379"/>
                    <a:pt x="1" y="574"/>
                    <a:pt x="2" y="782"/>
                  </a:cubicBezTo>
                  <a:cubicBezTo>
                    <a:pt x="4" y="1209"/>
                    <a:pt x="352" y="1558"/>
                    <a:pt x="780" y="1558"/>
                  </a:cubicBezTo>
                  <a:lnTo>
                    <a:pt x="780" y="1558"/>
                  </a:lnTo>
                  <a:cubicBezTo>
                    <a:pt x="1210" y="1558"/>
                    <a:pt x="1558" y="1208"/>
                    <a:pt x="1558" y="779"/>
                  </a:cubicBezTo>
                  <a:lnTo>
                    <a:pt x="1558" y="776"/>
                  </a:lnTo>
                  <a:cubicBezTo>
                    <a:pt x="1558" y="569"/>
                    <a:pt x="1476" y="374"/>
                    <a:pt x="1329" y="227"/>
                  </a:cubicBezTo>
                  <a:cubicBezTo>
                    <a:pt x="1181" y="81"/>
                    <a:pt x="986" y="1"/>
                    <a:pt x="779" y="1"/>
                  </a:cubicBezTo>
                  <a:close/>
                  <a:moveTo>
                    <a:pt x="780" y="1558"/>
                  </a:moveTo>
                  <a:cubicBezTo>
                    <a:pt x="780" y="1558"/>
                    <a:pt x="780" y="1558"/>
                    <a:pt x="779" y="1558"/>
                  </a:cubicBezTo>
                  <a:lnTo>
                    <a:pt x="781" y="1558"/>
                  </a:lnTo>
                  <a:cubicBezTo>
                    <a:pt x="781" y="1558"/>
                    <a:pt x="780" y="1558"/>
                    <a:pt x="780" y="1558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37"/>
            <p:cNvSpPr/>
            <p:nvPr/>
          </p:nvSpPr>
          <p:spPr>
            <a:xfrm>
              <a:off x="4493625" y="3887375"/>
              <a:ext cx="24000" cy="35275"/>
            </a:xfrm>
            <a:custGeom>
              <a:rect b="b" l="l" r="r" t="t"/>
              <a:pathLst>
                <a:path extrusionOk="0" h="1411" w="960">
                  <a:moveTo>
                    <a:pt x="480" y="1"/>
                  </a:moveTo>
                  <a:cubicBezTo>
                    <a:pt x="214" y="1"/>
                    <a:pt x="1" y="317"/>
                    <a:pt x="1" y="705"/>
                  </a:cubicBezTo>
                  <a:cubicBezTo>
                    <a:pt x="1" y="1094"/>
                    <a:pt x="214" y="1411"/>
                    <a:pt x="480" y="1411"/>
                  </a:cubicBezTo>
                  <a:cubicBezTo>
                    <a:pt x="747" y="1411"/>
                    <a:pt x="960" y="1095"/>
                    <a:pt x="960" y="705"/>
                  </a:cubicBezTo>
                  <a:cubicBezTo>
                    <a:pt x="960" y="317"/>
                    <a:pt x="747" y="1"/>
                    <a:pt x="480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37"/>
            <p:cNvSpPr/>
            <p:nvPr/>
          </p:nvSpPr>
          <p:spPr>
            <a:xfrm>
              <a:off x="4490950" y="3884750"/>
              <a:ext cx="29375" cy="40600"/>
            </a:xfrm>
            <a:custGeom>
              <a:rect b="b" l="l" r="r" t="t"/>
              <a:pathLst>
                <a:path extrusionOk="0" h="1624" w="1175">
                  <a:moveTo>
                    <a:pt x="587" y="213"/>
                  </a:moveTo>
                  <a:cubicBezTo>
                    <a:pt x="790" y="213"/>
                    <a:pt x="960" y="486"/>
                    <a:pt x="960" y="810"/>
                  </a:cubicBezTo>
                  <a:cubicBezTo>
                    <a:pt x="960" y="1135"/>
                    <a:pt x="790" y="1410"/>
                    <a:pt x="587" y="1410"/>
                  </a:cubicBezTo>
                  <a:cubicBezTo>
                    <a:pt x="385" y="1410"/>
                    <a:pt x="214" y="1135"/>
                    <a:pt x="214" y="810"/>
                  </a:cubicBezTo>
                  <a:cubicBezTo>
                    <a:pt x="214" y="487"/>
                    <a:pt x="385" y="213"/>
                    <a:pt x="587" y="213"/>
                  </a:cubicBezTo>
                  <a:close/>
                  <a:moveTo>
                    <a:pt x="587" y="0"/>
                  </a:moveTo>
                  <a:cubicBezTo>
                    <a:pt x="258" y="0"/>
                    <a:pt x="1" y="355"/>
                    <a:pt x="1" y="810"/>
                  </a:cubicBezTo>
                  <a:cubicBezTo>
                    <a:pt x="1" y="1266"/>
                    <a:pt x="258" y="1623"/>
                    <a:pt x="587" y="1623"/>
                  </a:cubicBezTo>
                  <a:cubicBezTo>
                    <a:pt x="916" y="1623"/>
                    <a:pt x="1174" y="1264"/>
                    <a:pt x="1174" y="810"/>
                  </a:cubicBezTo>
                  <a:cubicBezTo>
                    <a:pt x="1174" y="356"/>
                    <a:pt x="916" y="0"/>
                    <a:pt x="5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37"/>
            <p:cNvSpPr/>
            <p:nvPr/>
          </p:nvSpPr>
          <p:spPr>
            <a:xfrm>
              <a:off x="4474275" y="3928825"/>
              <a:ext cx="17550" cy="36125"/>
            </a:xfrm>
            <a:custGeom>
              <a:rect b="b" l="l" r="r" t="t"/>
              <a:pathLst>
                <a:path extrusionOk="0" h="1445" w="702">
                  <a:moveTo>
                    <a:pt x="351" y="0"/>
                  </a:moveTo>
                  <a:cubicBezTo>
                    <a:pt x="156" y="0"/>
                    <a:pt x="1" y="323"/>
                    <a:pt x="1" y="721"/>
                  </a:cubicBezTo>
                  <a:cubicBezTo>
                    <a:pt x="1" y="1120"/>
                    <a:pt x="159" y="1444"/>
                    <a:pt x="351" y="1444"/>
                  </a:cubicBezTo>
                  <a:cubicBezTo>
                    <a:pt x="541" y="1444"/>
                    <a:pt x="702" y="1120"/>
                    <a:pt x="702" y="721"/>
                  </a:cubicBezTo>
                  <a:cubicBezTo>
                    <a:pt x="702" y="323"/>
                    <a:pt x="544" y="0"/>
                    <a:pt x="351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37"/>
            <p:cNvSpPr/>
            <p:nvPr/>
          </p:nvSpPr>
          <p:spPr>
            <a:xfrm>
              <a:off x="4471600" y="3926175"/>
              <a:ext cx="22875" cy="41450"/>
            </a:xfrm>
            <a:custGeom>
              <a:rect b="b" l="l" r="r" t="t"/>
              <a:pathLst>
                <a:path extrusionOk="0" h="1658" w="915">
                  <a:moveTo>
                    <a:pt x="458" y="213"/>
                  </a:moveTo>
                  <a:cubicBezTo>
                    <a:pt x="557" y="213"/>
                    <a:pt x="702" y="457"/>
                    <a:pt x="702" y="827"/>
                  </a:cubicBezTo>
                  <a:cubicBezTo>
                    <a:pt x="702" y="1197"/>
                    <a:pt x="556" y="1443"/>
                    <a:pt x="458" y="1443"/>
                  </a:cubicBezTo>
                  <a:cubicBezTo>
                    <a:pt x="358" y="1443"/>
                    <a:pt x="213" y="1202"/>
                    <a:pt x="213" y="827"/>
                  </a:cubicBezTo>
                  <a:cubicBezTo>
                    <a:pt x="213" y="453"/>
                    <a:pt x="358" y="213"/>
                    <a:pt x="458" y="213"/>
                  </a:cubicBezTo>
                  <a:close/>
                  <a:moveTo>
                    <a:pt x="458" y="0"/>
                  </a:moveTo>
                  <a:cubicBezTo>
                    <a:pt x="197" y="0"/>
                    <a:pt x="1" y="355"/>
                    <a:pt x="1" y="827"/>
                  </a:cubicBezTo>
                  <a:cubicBezTo>
                    <a:pt x="1" y="1300"/>
                    <a:pt x="197" y="1658"/>
                    <a:pt x="458" y="1658"/>
                  </a:cubicBezTo>
                  <a:cubicBezTo>
                    <a:pt x="718" y="1658"/>
                    <a:pt x="915" y="1299"/>
                    <a:pt x="915" y="827"/>
                  </a:cubicBezTo>
                  <a:cubicBezTo>
                    <a:pt x="915" y="356"/>
                    <a:pt x="717" y="0"/>
                    <a:pt x="45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37"/>
            <p:cNvSpPr/>
            <p:nvPr/>
          </p:nvSpPr>
          <p:spPr>
            <a:xfrm>
              <a:off x="4463450" y="3974050"/>
              <a:ext cx="14950" cy="28600"/>
            </a:xfrm>
            <a:custGeom>
              <a:rect b="b" l="l" r="r" t="t"/>
              <a:pathLst>
                <a:path extrusionOk="0" h="1144" w="598">
                  <a:moveTo>
                    <a:pt x="298" y="0"/>
                  </a:moveTo>
                  <a:cubicBezTo>
                    <a:pt x="134" y="0"/>
                    <a:pt x="0" y="256"/>
                    <a:pt x="0" y="572"/>
                  </a:cubicBezTo>
                  <a:cubicBezTo>
                    <a:pt x="0" y="888"/>
                    <a:pt x="134" y="1144"/>
                    <a:pt x="298" y="1144"/>
                  </a:cubicBezTo>
                  <a:cubicBezTo>
                    <a:pt x="463" y="1144"/>
                    <a:pt x="597" y="885"/>
                    <a:pt x="597" y="572"/>
                  </a:cubicBezTo>
                  <a:cubicBezTo>
                    <a:pt x="597" y="256"/>
                    <a:pt x="463" y="0"/>
                    <a:pt x="298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37"/>
            <p:cNvSpPr/>
            <p:nvPr/>
          </p:nvSpPr>
          <p:spPr>
            <a:xfrm>
              <a:off x="4460775" y="3971350"/>
              <a:ext cx="20300" cy="33950"/>
            </a:xfrm>
            <a:custGeom>
              <a:rect b="b" l="l" r="r" t="t"/>
              <a:pathLst>
                <a:path extrusionOk="0" h="1358" w="812">
                  <a:moveTo>
                    <a:pt x="405" y="214"/>
                  </a:moveTo>
                  <a:cubicBezTo>
                    <a:pt x="483" y="214"/>
                    <a:pt x="597" y="400"/>
                    <a:pt x="597" y="680"/>
                  </a:cubicBezTo>
                  <a:cubicBezTo>
                    <a:pt x="597" y="958"/>
                    <a:pt x="483" y="1144"/>
                    <a:pt x="405" y="1144"/>
                  </a:cubicBezTo>
                  <a:cubicBezTo>
                    <a:pt x="329" y="1144"/>
                    <a:pt x="213" y="958"/>
                    <a:pt x="213" y="680"/>
                  </a:cubicBezTo>
                  <a:cubicBezTo>
                    <a:pt x="213" y="400"/>
                    <a:pt x="329" y="214"/>
                    <a:pt x="405" y="214"/>
                  </a:cubicBezTo>
                  <a:close/>
                  <a:moveTo>
                    <a:pt x="405" y="1"/>
                  </a:moveTo>
                  <a:cubicBezTo>
                    <a:pt x="174" y="1"/>
                    <a:pt x="0" y="293"/>
                    <a:pt x="0" y="680"/>
                  </a:cubicBezTo>
                  <a:cubicBezTo>
                    <a:pt x="0" y="1066"/>
                    <a:pt x="174" y="1357"/>
                    <a:pt x="405" y="1357"/>
                  </a:cubicBezTo>
                  <a:cubicBezTo>
                    <a:pt x="637" y="1357"/>
                    <a:pt x="812" y="1066"/>
                    <a:pt x="812" y="680"/>
                  </a:cubicBezTo>
                  <a:cubicBezTo>
                    <a:pt x="812" y="293"/>
                    <a:pt x="637" y="1"/>
                    <a:pt x="40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37"/>
            <p:cNvSpPr/>
            <p:nvPr/>
          </p:nvSpPr>
          <p:spPr>
            <a:xfrm>
              <a:off x="5166550" y="3932600"/>
              <a:ext cx="33600" cy="33600"/>
            </a:xfrm>
            <a:custGeom>
              <a:rect b="b" l="l" r="r" t="t"/>
              <a:pathLst>
                <a:path extrusionOk="0" h="1344" w="1344">
                  <a:moveTo>
                    <a:pt x="672" y="1"/>
                  </a:moveTo>
                  <a:cubicBezTo>
                    <a:pt x="302" y="1"/>
                    <a:pt x="1" y="302"/>
                    <a:pt x="1" y="672"/>
                  </a:cubicBezTo>
                  <a:cubicBezTo>
                    <a:pt x="1" y="1043"/>
                    <a:pt x="302" y="1344"/>
                    <a:pt x="672" y="1344"/>
                  </a:cubicBezTo>
                  <a:cubicBezTo>
                    <a:pt x="1043" y="1344"/>
                    <a:pt x="1344" y="1043"/>
                    <a:pt x="1344" y="672"/>
                  </a:cubicBezTo>
                  <a:cubicBezTo>
                    <a:pt x="1344" y="302"/>
                    <a:pt x="1043" y="1"/>
                    <a:pt x="672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37"/>
            <p:cNvSpPr/>
            <p:nvPr/>
          </p:nvSpPr>
          <p:spPr>
            <a:xfrm>
              <a:off x="5163875" y="3929925"/>
              <a:ext cx="38975" cy="38975"/>
            </a:xfrm>
            <a:custGeom>
              <a:rect b="b" l="l" r="r" t="t"/>
              <a:pathLst>
                <a:path extrusionOk="0" h="1559" w="1559">
                  <a:moveTo>
                    <a:pt x="779" y="215"/>
                  </a:moveTo>
                  <a:cubicBezTo>
                    <a:pt x="1091" y="215"/>
                    <a:pt x="1344" y="468"/>
                    <a:pt x="1344" y="779"/>
                  </a:cubicBezTo>
                  <a:cubicBezTo>
                    <a:pt x="1344" y="1091"/>
                    <a:pt x="1091" y="1345"/>
                    <a:pt x="779" y="1345"/>
                  </a:cubicBezTo>
                  <a:cubicBezTo>
                    <a:pt x="467" y="1345"/>
                    <a:pt x="214" y="1092"/>
                    <a:pt x="214" y="779"/>
                  </a:cubicBezTo>
                  <a:cubicBezTo>
                    <a:pt x="214" y="468"/>
                    <a:pt x="467" y="215"/>
                    <a:pt x="779" y="215"/>
                  </a:cubicBezTo>
                  <a:close/>
                  <a:moveTo>
                    <a:pt x="779" y="1"/>
                  </a:moveTo>
                  <a:cubicBezTo>
                    <a:pt x="349" y="1"/>
                    <a:pt x="1" y="351"/>
                    <a:pt x="1" y="779"/>
                  </a:cubicBezTo>
                  <a:cubicBezTo>
                    <a:pt x="1" y="1208"/>
                    <a:pt x="349" y="1558"/>
                    <a:pt x="779" y="1558"/>
                  </a:cubicBezTo>
                  <a:cubicBezTo>
                    <a:pt x="1208" y="1558"/>
                    <a:pt x="1558" y="1210"/>
                    <a:pt x="1558" y="779"/>
                  </a:cubicBezTo>
                  <a:cubicBezTo>
                    <a:pt x="1558" y="351"/>
                    <a:pt x="1208" y="1"/>
                    <a:pt x="77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37"/>
            <p:cNvSpPr/>
            <p:nvPr/>
          </p:nvSpPr>
          <p:spPr>
            <a:xfrm>
              <a:off x="5179625" y="3983000"/>
              <a:ext cx="33600" cy="33625"/>
            </a:xfrm>
            <a:custGeom>
              <a:rect b="b" l="l" r="r" t="t"/>
              <a:pathLst>
                <a:path extrusionOk="0" h="1345" w="1344">
                  <a:moveTo>
                    <a:pt x="672" y="1"/>
                  </a:moveTo>
                  <a:cubicBezTo>
                    <a:pt x="301" y="1"/>
                    <a:pt x="0" y="302"/>
                    <a:pt x="0" y="673"/>
                  </a:cubicBezTo>
                  <a:cubicBezTo>
                    <a:pt x="0" y="1042"/>
                    <a:pt x="298" y="1341"/>
                    <a:pt x="668" y="1344"/>
                  </a:cubicBezTo>
                  <a:cubicBezTo>
                    <a:pt x="668" y="1344"/>
                    <a:pt x="669" y="1344"/>
                    <a:pt x="670" y="1344"/>
                  </a:cubicBezTo>
                  <a:cubicBezTo>
                    <a:pt x="1040" y="1344"/>
                    <a:pt x="1341" y="1047"/>
                    <a:pt x="1343" y="677"/>
                  </a:cubicBezTo>
                  <a:lnTo>
                    <a:pt x="1343" y="673"/>
                  </a:lnTo>
                  <a:cubicBezTo>
                    <a:pt x="1343" y="302"/>
                    <a:pt x="1043" y="1"/>
                    <a:pt x="672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37"/>
            <p:cNvSpPr/>
            <p:nvPr/>
          </p:nvSpPr>
          <p:spPr>
            <a:xfrm>
              <a:off x="5176950" y="3980325"/>
              <a:ext cx="38925" cy="38925"/>
            </a:xfrm>
            <a:custGeom>
              <a:rect b="b" l="l" r="r" t="t"/>
              <a:pathLst>
                <a:path extrusionOk="0" h="1557" w="1557">
                  <a:moveTo>
                    <a:pt x="779" y="214"/>
                  </a:moveTo>
                  <a:cubicBezTo>
                    <a:pt x="1090" y="214"/>
                    <a:pt x="1343" y="467"/>
                    <a:pt x="1343" y="780"/>
                  </a:cubicBezTo>
                  <a:lnTo>
                    <a:pt x="1450" y="780"/>
                  </a:lnTo>
                  <a:lnTo>
                    <a:pt x="1343" y="782"/>
                  </a:lnTo>
                  <a:cubicBezTo>
                    <a:pt x="1342" y="933"/>
                    <a:pt x="1282" y="1076"/>
                    <a:pt x="1175" y="1182"/>
                  </a:cubicBezTo>
                  <a:cubicBezTo>
                    <a:pt x="1069" y="1286"/>
                    <a:pt x="930" y="1344"/>
                    <a:pt x="780" y="1344"/>
                  </a:cubicBezTo>
                  <a:cubicBezTo>
                    <a:pt x="778" y="1344"/>
                    <a:pt x="776" y="1344"/>
                    <a:pt x="775" y="1344"/>
                  </a:cubicBezTo>
                  <a:cubicBezTo>
                    <a:pt x="465" y="1342"/>
                    <a:pt x="213" y="1091"/>
                    <a:pt x="213" y="780"/>
                  </a:cubicBezTo>
                  <a:cubicBezTo>
                    <a:pt x="213" y="467"/>
                    <a:pt x="466" y="214"/>
                    <a:pt x="779" y="214"/>
                  </a:cubicBezTo>
                  <a:close/>
                  <a:moveTo>
                    <a:pt x="779" y="1"/>
                  </a:moveTo>
                  <a:cubicBezTo>
                    <a:pt x="349" y="1"/>
                    <a:pt x="0" y="352"/>
                    <a:pt x="0" y="780"/>
                  </a:cubicBezTo>
                  <a:cubicBezTo>
                    <a:pt x="0" y="1205"/>
                    <a:pt x="347" y="1555"/>
                    <a:pt x="773" y="1557"/>
                  </a:cubicBezTo>
                  <a:lnTo>
                    <a:pt x="779" y="1557"/>
                  </a:lnTo>
                  <a:cubicBezTo>
                    <a:pt x="984" y="1557"/>
                    <a:pt x="1178" y="1478"/>
                    <a:pt x="1325" y="1333"/>
                  </a:cubicBezTo>
                  <a:cubicBezTo>
                    <a:pt x="1473" y="1187"/>
                    <a:pt x="1555" y="992"/>
                    <a:pt x="1556" y="782"/>
                  </a:cubicBezTo>
                  <a:lnTo>
                    <a:pt x="1556" y="780"/>
                  </a:lnTo>
                  <a:cubicBezTo>
                    <a:pt x="1556" y="349"/>
                    <a:pt x="1208" y="1"/>
                    <a:pt x="77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37"/>
            <p:cNvSpPr/>
            <p:nvPr/>
          </p:nvSpPr>
          <p:spPr>
            <a:xfrm>
              <a:off x="5681550" y="3850825"/>
              <a:ext cx="72800" cy="230550"/>
            </a:xfrm>
            <a:custGeom>
              <a:rect b="b" l="l" r="r" t="t"/>
              <a:pathLst>
                <a:path extrusionOk="0" h="9222" w="2912">
                  <a:moveTo>
                    <a:pt x="320" y="1"/>
                  </a:moveTo>
                  <a:cubicBezTo>
                    <a:pt x="143" y="1"/>
                    <a:pt x="0" y="144"/>
                    <a:pt x="0" y="321"/>
                  </a:cubicBezTo>
                  <a:lnTo>
                    <a:pt x="0" y="8902"/>
                  </a:lnTo>
                  <a:cubicBezTo>
                    <a:pt x="0" y="9079"/>
                    <a:pt x="143" y="9222"/>
                    <a:pt x="320" y="9222"/>
                  </a:cubicBezTo>
                  <a:lnTo>
                    <a:pt x="2591" y="9222"/>
                  </a:lnTo>
                  <a:cubicBezTo>
                    <a:pt x="2768" y="9222"/>
                    <a:pt x="2911" y="9079"/>
                    <a:pt x="2911" y="8902"/>
                  </a:cubicBezTo>
                  <a:cubicBezTo>
                    <a:pt x="2911" y="8726"/>
                    <a:pt x="2768" y="8582"/>
                    <a:pt x="2591" y="8582"/>
                  </a:cubicBezTo>
                  <a:lnTo>
                    <a:pt x="640" y="8582"/>
                  </a:lnTo>
                  <a:lnTo>
                    <a:pt x="640" y="321"/>
                  </a:lnTo>
                  <a:cubicBezTo>
                    <a:pt x="640" y="144"/>
                    <a:pt x="496" y="1"/>
                    <a:pt x="320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37"/>
            <p:cNvSpPr/>
            <p:nvPr/>
          </p:nvSpPr>
          <p:spPr>
            <a:xfrm>
              <a:off x="5668925" y="4128475"/>
              <a:ext cx="79125" cy="233750"/>
            </a:xfrm>
            <a:custGeom>
              <a:rect b="b" l="l" r="r" t="t"/>
              <a:pathLst>
                <a:path extrusionOk="0" h="9350" w="3165">
                  <a:moveTo>
                    <a:pt x="321" y="1"/>
                  </a:moveTo>
                  <a:cubicBezTo>
                    <a:pt x="143" y="1"/>
                    <a:pt x="0" y="144"/>
                    <a:pt x="0" y="321"/>
                  </a:cubicBezTo>
                  <a:lnTo>
                    <a:pt x="0" y="9030"/>
                  </a:lnTo>
                  <a:cubicBezTo>
                    <a:pt x="0" y="9207"/>
                    <a:pt x="143" y="9350"/>
                    <a:pt x="321" y="9350"/>
                  </a:cubicBezTo>
                  <a:cubicBezTo>
                    <a:pt x="496" y="9350"/>
                    <a:pt x="639" y="9207"/>
                    <a:pt x="639" y="9030"/>
                  </a:cubicBezTo>
                  <a:lnTo>
                    <a:pt x="639" y="641"/>
                  </a:lnTo>
                  <a:lnTo>
                    <a:pt x="2844" y="641"/>
                  </a:lnTo>
                  <a:cubicBezTo>
                    <a:pt x="3021" y="641"/>
                    <a:pt x="3164" y="497"/>
                    <a:pt x="3164" y="321"/>
                  </a:cubicBezTo>
                  <a:cubicBezTo>
                    <a:pt x="3164" y="144"/>
                    <a:pt x="3021" y="1"/>
                    <a:pt x="2844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37"/>
            <p:cNvSpPr/>
            <p:nvPr/>
          </p:nvSpPr>
          <p:spPr>
            <a:xfrm>
              <a:off x="5574225" y="4096925"/>
              <a:ext cx="158050" cy="16025"/>
            </a:xfrm>
            <a:custGeom>
              <a:rect b="b" l="l" r="r" t="t"/>
              <a:pathLst>
                <a:path extrusionOk="0" h="641" w="6322">
                  <a:moveTo>
                    <a:pt x="321" y="0"/>
                  </a:moveTo>
                  <a:cubicBezTo>
                    <a:pt x="144" y="0"/>
                    <a:pt x="1" y="143"/>
                    <a:pt x="1" y="320"/>
                  </a:cubicBezTo>
                  <a:cubicBezTo>
                    <a:pt x="1" y="497"/>
                    <a:pt x="144" y="640"/>
                    <a:pt x="321" y="640"/>
                  </a:cubicBezTo>
                  <a:lnTo>
                    <a:pt x="6001" y="640"/>
                  </a:lnTo>
                  <a:cubicBezTo>
                    <a:pt x="6178" y="640"/>
                    <a:pt x="6321" y="497"/>
                    <a:pt x="6321" y="320"/>
                  </a:cubicBezTo>
                  <a:cubicBezTo>
                    <a:pt x="6321" y="143"/>
                    <a:pt x="6178" y="0"/>
                    <a:pt x="6001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37"/>
            <p:cNvSpPr/>
            <p:nvPr/>
          </p:nvSpPr>
          <p:spPr>
            <a:xfrm>
              <a:off x="5074875" y="4910950"/>
              <a:ext cx="23875" cy="3425"/>
            </a:xfrm>
            <a:custGeom>
              <a:rect b="b" l="l" r="r" t="t"/>
              <a:pathLst>
                <a:path extrusionOk="0" h="137" w="955">
                  <a:moveTo>
                    <a:pt x="1" y="1"/>
                  </a:moveTo>
                  <a:lnTo>
                    <a:pt x="1" y="1"/>
                  </a:lnTo>
                  <a:cubicBezTo>
                    <a:pt x="319" y="51"/>
                    <a:pt x="638" y="96"/>
                    <a:pt x="955" y="136"/>
                  </a:cubicBezTo>
                  <a:cubicBezTo>
                    <a:pt x="638" y="95"/>
                    <a:pt x="319" y="50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37"/>
            <p:cNvSpPr/>
            <p:nvPr/>
          </p:nvSpPr>
          <p:spPr>
            <a:xfrm>
              <a:off x="5072050" y="4908300"/>
              <a:ext cx="29550" cy="8700"/>
            </a:xfrm>
            <a:custGeom>
              <a:rect b="b" l="l" r="r" t="t"/>
              <a:pathLst>
                <a:path extrusionOk="0" h="348" w="1182">
                  <a:moveTo>
                    <a:pt x="112" y="1"/>
                  </a:moveTo>
                  <a:cubicBezTo>
                    <a:pt x="61" y="1"/>
                    <a:pt x="17" y="38"/>
                    <a:pt x="9" y="90"/>
                  </a:cubicBezTo>
                  <a:cubicBezTo>
                    <a:pt x="0" y="150"/>
                    <a:pt x="39" y="203"/>
                    <a:pt x="97" y="212"/>
                  </a:cubicBezTo>
                  <a:cubicBezTo>
                    <a:pt x="413" y="262"/>
                    <a:pt x="734" y="308"/>
                    <a:pt x="1055" y="348"/>
                  </a:cubicBezTo>
                  <a:lnTo>
                    <a:pt x="1068" y="348"/>
                  </a:lnTo>
                  <a:cubicBezTo>
                    <a:pt x="1120" y="348"/>
                    <a:pt x="1166" y="309"/>
                    <a:pt x="1174" y="256"/>
                  </a:cubicBezTo>
                  <a:cubicBezTo>
                    <a:pt x="1181" y="198"/>
                    <a:pt x="1139" y="144"/>
                    <a:pt x="1081" y="136"/>
                  </a:cubicBezTo>
                  <a:cubicBezTo>
                    <a:pt x="764" y="95"/>
                    <a:pt x="447" y="50"/>
                    <a:pt x="130" y="2"/>
                  </a:cubicBezTo>
                  <a:cubicBezTo>
                    <a:pt x="124" y="1"/>
                    <a:pt x="118" y="1"/>
                    <a:pt x="11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37"/>
            <p:cNvSpPr/>
            <p:nvPr/>
          </p:nvSpPr>
          <p:spPr>
            <a:xfrm>
              <a:off x="5073100" y="4910650"/>
              <a:ext cx="1800" cy="300"/>
            </a:xfrm>
            <a:custGeom>
              <a:rect b="b" l="l" r="r" t="t"/>
              <a:pathLst>
                <a:path extrusionOk="0" h="12" w="72">
                  <a:moveTo>
                    <a:pt x="0" y="1"/>
                  </a:moveTo>
                  <a:lnTo>
                    <a:pt x="72" y="1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37"/>
            <p:cNvSpPr/>
            <p:nvPr/>
          </p:nvSpPr>
          <p:spPr>
            <a:xfrm>
              <a:off x="5070400" y="4907975"/>
              <a:ext cx="7175" cy="5600"/>
            </a:xfrm>
            <a:custGeom>
              <a:rect b="b" l="l" r="r" t="t"/>
              <a:pathLst>
                <a:path extrusionOk="0" h="224" w="287">
                  <a:moveTo>
                    <a:pt x="107" y="1"/>
                  </a:moveTo>
                  <a:cubicBezTo>
                    <a:pt x="55" y="1"/>
                    <a:pt x="11" y="39"/>
                    <a:pt x="2" y="91"/>
                  </a:cubicBezTo>
                  <a:cubicBezTo>
                    <a:pt x="2" y="97"/>
                    <a:pt x="1" y="102"/>
                    <a:pt x="1" y="108"/>
                  </a:cubicBezTo>
                  <a:cubicBezTo>
                    <a:pt x="1" y="160"/>
                    <a:pt x="40" y="205"/>
                    <a:pt x="93" y="214"/>
                  </a:cubicBezTo>
                  <a:lnTo>
                    <a:pt x="165" y="224"/>
                  </a:lnTo>
                  <a:lnTo>
                    <a:pt x="181" y="224"/>
                  </a:lnTo>
                  <a:cubicBezTo>
                    <a:pt x="233" y="224"/>
                    <a:pt x="278" y="187"/>
                    <a:pt x="285" y="133"/>
                  </a:cubicBezTo>
                  <a:cubicBezTo>
                    <a:pt x="287" y="129"/>
                    <a:pt x="287" y="123"/>
                    <a:pt x="287" y="118"/>
                  </a:cubicBezTo>
                  <a:cubicBezTo>
                    <a:pt x="287" y="66"/>
                    <a:pt x="250" y="20"/>
                    <a:pt x="196" y="12"/>
                  </a:cubicBezTo>
                  <a:lnTo>
                    <a:pt x="123" y="2"/>
                  </a:lnTo>
                  <a:cubicBezTo>
                    <a:pt x="118" y="1"/>
                    <a:pt x="112" y="1"/>
                    <a:pt x="1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37"/>
            <p:cNvSpPr/>
            <p:nvPr/>
          </p:nvSpPr>
          <p:spPr>
            <a:xfrm>
              <a:off x="5122400" y="4916975"/>
              <a:ext cx="25300" cy="2150"/>
            </a:xfrm>
            <a:custGeom>
              <a:rect b="b" l="l" r="r" t="t"/>
              <a:pathLst>
                <a:path extrusionOk="0" h="86" w="1012">
                  <a:moveTo>
                    <a:pt x="1012" y="86"/>
                  </a:moveTo>
                  <a:cubicBezTo>
                    <a:pt x="678" y="63"/>
                    <a:pt x="342" y="35"/>
                    <a:pt x="1" y="1"/>
                  </a:cubicBezTo>
                  <a:cubicBezTo>
                    <a:pt x="342" y="35"/>
                    <a:pt x="678" y="63"/>
                    <a:pt x="1012" y="8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37"/>
            <p:cNvSpPr/>
            <p:nvPr/>
          </p:nvSpPr>
          <p:spPr>
            <a:xfrm>
              <a:off x="5119725" y="4914325"/>
              <a:ext cx="30625" cy="7475"/>
            </a:xfrm>
            <a:custGeom>
              <a:rect b="b" l="l" r="r" t="t"/>
              <a:pathLst>
                <a:path extrusionOk="0" h="299" w="1225">
                  <a:moveTo>
                    <a:pt x="108" y="1"/>
                  </a:moveTo>
                  <a:cubicBezTo>
                    <a:pt x="55" y="1"/>
                    <a:pt x="6" y="42"/>
                    <a:pt x="1" y="96"/>
                  </a:cubicBezTo>
                  <a:cubicBezTo>
                    <a:pt x="1" y="99"/>
                    <a:pt x="1" y="104"/>
                    <a:pt x="1" y="107"/>
                  </a:cubicBezTo>
                  <a:cubicBezTo>
                    <a:pt x="1" y="161"/>
                    <a:pt x="42" y="208"/>
                    <a:pt x="98" y="213"/>
                  </a:cubicBezTo>
                  <a:cubicBezTo>
                    <a:pt x="425" y="247"/>
                    <a:pt x="757" y="274"/>
                    <a:pt x="1110" y="299"/>
                  </a:cubicBezTo>
                  <a:lnTo>
                    <a:pt x="1119" y="299"/>
                  </a:lnTo>
                  <a:cubicBezTo>
                    <a:pt x="1174" y="299"/>
                    <a:pt x="1220" y="256"/>
                    <a:pt x="1225" y="199"/>
                  </a:cubicBezTo>
                  <a:cubicBezTo>
                    <a:pt x="1225" y="198"/>
                    <a:pt x="1225" y="195"/>
                    <a:pt x="1225" y="192"/>
                  </a:cubicBezTo>
                  <a:cubicBezTo>
                    <a:pt x="1225" y="137"/>
                    <a:pt x="1181" y="89"/>
                    <a:pt x="1126" y="86"/>
                  </a:cubicBezTo>
                  <a:cubicBezTo>
                    <a:pt x="775" y="61"/>
                    <a:pt x="444" y="34"/>
                    <a:pt x="118" y="1"/>
                  </a:cubicBezTo>
                  <a:cubicBezTo>
                    <a:pt x="115" y="1"/>
                    <a:pt x="111" y="1"/>
                    <a:pt x="1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37"/>
            <p:cNvSpPr/>
            <p:nvPr/>
          </p:nvSpPr>
          <p:spPr>
            <a:xfrm>
              <a:off x="5148050" y="4919100"/>
              <a:ext cx="24825" cy="1325"/>
            </a:xfrm>
            <a:custGeom>
              <a:rect b="b" l="l" r="r" t="t"/>
              <a:pathLst>
                <a:path extrusionOk="0" h="53" w="993">
                  <a:moveTo>
                    <a:pt x="992" y="53"/>
                  </a:moveTo>
                  <a:cubicBezTo>
                    <a:pt x="668" y="39"/>
                    <a:pt x="337" y="25"/>
                    <a:pt x="1" y="1"/>
                  </a:cubicBezTo>
                  <a:cubicBezTo>
                    <a:pt x="337" y="25"/>
                    <a:pt x="668" y="39"/>
                    <a:pt x="992" y="5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37"/>
            <p:cNvSpPr/>
            <p:nvPr/>
          </p:nvSpPr>
          <p:spPr>
            <a:xfrm>
              <a:off x="5145375" y="4916450"/>
              <a:ext cx="30150" cy="6625"/>
            </a:xfrm>
            <a:custGeom>
              <a:rect b="b" l="l" r="r" t="t"/>
              <a:pathLst>
                <a:path extrusionOk="0" h="265" w="1206">
                  <a:moveTo>
                    <a:pt x="107" y="1"/>
                  </a:moveTo>
                  <a:cubicBezTo>
                    <a:pt x="51" y="1"/>
                    <a:pt x="5" y="44"/>
                    <a:pt x="1" y="99"/>
                  </a:cubicBezTo>
                  <a:cubicBezTo>
                    <a:pt x="1" y="102"/>
                    <a:pt x="1" y="105"/>
                    <a:pt x="1" y="107"/>
                  </a:cubicBezTo>
                  <a:cubicBezTo>
                    <a:pt x="1" y="163"/>
                    <a:pt x="44" y="210"/>
                    <a:pt x="100" y="214"/>
                  </a:cubicBezTo>
                  <a:cubicBezTo>
                    <a:pt x="444" y="238"/>
                    <a:pt x="782" y="253"/>
                    <a:pt x="1095" y="265"/>
                  </a:cubicBezTo>
                  <a:lnTo>
                    <a:pt x="1099" y="265"/>
                  </a:lnTo>
                  <a:cubicBezTo>
                    <a:pt x="1156" y="265"/>
                    <a:pt x="1204" y="220"/>
                    <a:pt x="1205" y="163"/>
                  </a:cubicBezTo>
                  <a:lnTo>
                    <a:pt x="1205" y="159"/>
                  </a:lnTo>
                  <a:cubicBezTo>
                    <a:pt x="1205" y="101"/>
                    <a:pt x="1161" y="55"/>
                    <a:pt x="1104" y="52"/>
                  </a:cubicBezTo>
                  <a:cubicBezTo>
                    <a:pt x="791" y="40"/>
                    <a:pt x="456" y="25"/>
                    <a:pt x="115" y="1"/>
                  </a:cubicBezTo>
                  <a:cubicBezTo>
                    <a:pt x="113" y="1"/>
                    <a:pt x="110" y="1"/>
                    <a:pt x="1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37"/>
            <p:cNvSpPr/>
            <p:nvPr/>
          </p:nvSpPr>
          <p:spPr>
            <a:xfrm>
              <a:off x="5098750" y="4914350"/>
              <a:ext cx="23600" cy="2650"/>
            </a:xfrm>
            <a:custGeom>
              <a:rect b="b" l="l" r="r" t="t"/>
              <a:pathLst>
                <a:path extrusionOk="0" h="106" w="944">
                  <a:moveTo>
                    <a:pt x="0" y="0"/>
                  </a:moveTo>
                  <a:cubicBezTo>
                    <a:pt x="32" y="4"/>
                    <a:pt x="64" y="8"/>
                    <a:pt x="96" y="12"/>
                  </a:cubicBezTo>
                  <a:lnTo>
                    <a:pt x="96" y="12"/>
                  </a:lnTo>
                  <a:cubicBezTo>
                    <a:pt x="64" y="8"/>
                    <a:pt x="32" y="4"/>
                    <a:pt x="0" y="0"/>
                  </a:cubicBezTo>
                  <a:close/>
                  <a:moveTo>
                    <a:pt x="96" y="12"/>
                  </a:moveTo>
                  <a:lnTo>
                    <a:pt x="96" y="12"/>
                  </a:lnTo>
                  <a:cubicBezTo>
                    <a:pt x="336" y="42"/>
                    <a:pt x="577" y="69"/>
                    <a:pt x="815" y="93"/>
                  </a:cubicBezTo>
                  <a:lnTo>
                    <a:pt x="815" y="93"/>
                  </a:lnTo>
                  <a:cubicBezTo>
                    <a:pt x="577" y="68"/>
                    <a:pt x="336" y="42"/>
                    <a:pt x="96" y="12"/>
                  </a:cubicBezTo>
                  <a:close/>
                  <a:moveTo>
                    <a:pt x="815" y="93"/>
                  </a:moveTo>
                  <a:cubicBezTo>
                    <a:pt x="822" y="94"/>
                    <a:pt x="829" y="95"/>
                    <a:pt x="835" y="95"/>
                  </a:cubicBezTo>
                  <a:lnTo>
                    <a:pt x="910" y="103"/>
                  </a:lnTo>
                  <a:lnTo>
                    <a:pt x="910" y="103"/>
                  </a:lnTo>
                  <a:cubicBezTo>
                    <a:pt x="879" y="100"/>
                    <a:pt x="847" y="97"/>
                    <a:pt x="815" y="93"/>
                  </a:cubicBezTo>
                  <a:close/>
                  <a:moveTo>
                    <a:pt x="910" y="103"/>
                  </a:moveTo>
                  <a:cubicBezTo>
                    <a:pt x="921" y="104"/>
                    <a:pt x="933" y="105"/>
                    <a:pt x="944" y="106"/>
                  </a:cubicBezTo>
                  <a:lnTo>
                    <a:pt x="910" y="10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37"/>
            <p:cNvSpPr/>
            <p:nvPr/>
          </p:nvSpPr>
          <p:spPr>
            <a:xfrm>
              <a:off x="5095900" y="4911675"/>
              <a:ext cx="29250" cy="8025"/>
            </a:xfrm>
            <a:custGeom>
              <a:rect b="b" l="l" r="r" t="t"/>
              <a:pathLst>
                <a:path extrusionOk="0" h="321" w="1170">
                  <a:moveTo>
                    <a:pt x="114" y="1"/>
                  </a:moveTo>
                  <a:cubicBezTo>
                    <a:pt x="61" y="1"/>
                    <a:pt x="15" y="39"/>
                    <a:pt x="8" y="94"/>
                  </a:cubicBezTo>
                  <a:cubicBezTo>
                    <a:pt x="1" y="152"/>
                    <a:pt x="41" y="205"/>
                    <a:pt x="101" y="213"/>
                  </a:cubicBezTo>
                  <a:cubicBezTo>
                    <a:pt x="148" y="219"/>
                    <a:pt x="197" y="225"/>
                    <a:pt x="247" y="231"/>
                  </a:cubicBezTo>
                  <a:cubicBezTo>
                    <a:pt x="529" y="265"/>
                    <a:pt x="793" y="295"/>
                    <a:pt x="1048" y="320"/>
                  </a:cubicBezTo>
                  <a:lnTo>
                    <a:pt x="1058" y="320"/>
                  </a:lnTo>
                  <a:cubicBezTo>
                    <a:pt x="1113" y="320"/>
                    <a:pt x="1159" y="278"/>
                    <a:pt x="1164" y="223"/>
                  </a:cubicBezTo>
                  <a:cubicBezTo>
                    <a:pt x="1170" y="165"/>
                    <a:pt x="1128" y="113"/>
                    <a:pt x="1068" y="107"/>
                  </a:cubicBezTo>
                  <a:lnTo>
                    <a:pt x="933" y="94"/>
                  </a:lnTo>
                  <a:cubicBezTo>
                    <a:pt x="714" y="70"/>
                    <a:pt x="494" y="46"/>
                    <a:pt x="272" y="19"/>
                  </a:cubicBezTo>
                  <a:cubicBezTo>
                    <a:pt x="224" y="13"/>
                    <a:pt x="177" y="7"/>
                    <a:pt x="127" y="1"/>
                  </a:cubicBezTo>
                  <a:cubicBezTo>
                    <a:pt x="123" y="1"/>
                    <a:pt x="118" y="1"/>
                    <a:pt x="11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37"/>
            <p:cNvSpPr/>
            <p:nvPr/>
          </p:nvSpPr>
          <p:spPr>
            <a:xfrm>
              <a:off x="5546825" y="3360675"/>
              <a:ext cx="3600" cy="1250"/>
            </a:xfrm>
            <a:custGeom>
              <a:rect b="b" l="l" r="r" t="t"/>
              <a:pathLst>
                <a:path extrusionOk="0" h="50" w="144">
                  <a:moveTo>
                    <a:pt x="1" y="0"/>
                  </a:moveTo>
                  <a:lnTo>
                    <a:pt x="45" y="17"/>
                  </a:lnTo>
                  <a:lnTo>
                    <a:pt x="144" y="50"/>
                  </a:lnTo>
                  <a:lnTo>
                    <a:pt x="144" y="5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37"/>
            <p:cNvSpPr/>
            <p:nvPr/>
          </p:nvSpPr>
          <p:spPr>
            <a:xfrm>
              <a:off x="5543825" y="3358000"/>
              <a:ext cx="9575" cy="6575"/>
            </a:xfrm>
            <a:custGeom>
              <a:rect b="b" l="l" r="r" t="t"/>
              <a:pathLst>
                <a:path extrusionOk="0" h="263" w="383">
                  <a:moveTo>
                    <a:pt x="120" y="0"/>
                  </a:moveTo>
                  <a:cubicBezTo>
                    <a:pt x="77" y="0"/>
                    <a:pt x="36" y="28"/>
                    <a:pt x="20" y="70"/>
                  </a:cubicBezTo>
                  <a:cubicBezTo>
                    <a:pt x="0" y="125"/>
                    <a:pt x="28" y="186"/>
                    <a:pt x="82" y="207"/>
                  </a:cubicBezTo>
                  <a:lnTo>
                    <a:pt x="229" y="258"/>
                  </a:lnTo>
                  <a:cubicBezTo>
                    <a:pt x="241" y="261"/>
                    <a:pt x="252" y="262"/>
                    <a:pt x="264" y="262"/>
                  </a:cubicBezTo>
                  <a:cubicBezTo>
                    <a:pt x="308" y="262"/>
                    <a:pt x="350" y="234"/>
                    <a:pt x="365" y="189"/>
                  </a:cubicBezTo>
                  <a:cubicBezTo>
                    <a:pt x="383" y="134"/>
                    <a:pt x="353" y="75"/>
                    <a:pt x="298" y="55"/>
                  </a:cubicBezTo>
                  <a:lnTo>
                    <a:pt x="155" y="6"/>
                  </a:lnTo>
                  <a:cubicBezTo>
                    <a:pt x="144" y="2"/>
                    <a:pt x="132" y="0"/>
                    <a:pt x="1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37"/>
            <p:cNvSpPr/>
            <p:nvPr/>
          </p:nvSpPr>
          <p:spPr>
            <a:xfrm>
              <a:off x="4964925" y="3338000"/>
              <a:ext cx="967975" cy="1582775"/>
            </a:xfrm>
            <a:custGeom>
              <a:rect b="b" l="l" r="r" t="t"/>
              <a:pathLst>
                <a:path extrusionOk="0" h="63311" w="38719">
                  <a:moveTo>
                    <a:pt x="14846" y="23454"/>
                  </a:moveTo>
                  <a:cubicBezTo>
                    <a:pt x="16444" y="23454"/>
                    <a:pt x="18581" y="25076"/>
                    <a:pt x="20153" y="26499"/>
                  </a:cubicBezTo>
                  <a:cubicBezTo>
                    <a:pt x="21319" y="27555"/>
                    <a:pt x="21408" y="29358"/>
                    <a:pt x="20353" y="30524"/>
                  </a:cubicBezTo>
                  <a:cubicBezTo>
                    <a:pt x="20288" y="30594"/>
                    <a:pt x="20223" y="30661"/>
                    <a:pt x="20153" y="30725"/>
                  </a:cubicBezTo>
                  <a:cubicBezTo>
                    <a:pt x="18581" y="32148"/>
                    <a:pt x="16444" y="33770"/>
                    <a:pt x="14846" y="33770"/>
                  </a:cubicBezTo>
                  <a:cubicBezTo>
                    <a:pt x="13249" y="33770"/>
                    <a:pt x="11112" y="32148"/>
                    <a:pt x="9541" y="30725"/>
                  </a:cubicBezTo>
                  <a:cubicBezTo>
                    <a:pt x="8374" y="29668"/>
                    <a:pt x="8285" y="27866"/>
                    <a:pt x="9340" y="26700"/>
                  </a:cubicBezTo>
                  <a:cubicBezTo>
                    <a:pt x="9404" y="26630"/>
                    <a:pt x="9471" y="26563"/>
                    <a:pt x="9541" y="26499"/>
                  </a:cubicBezTo>
                  <a:cubicBezTo>
                    <a:pt x="11112" y="25076"/>
                    <a:pt x="13249" y="23454"/>
                    <a:pt x="14846" y="23454"/>
                  </a:cubicBezTo>
                  <a:close/>
                  <a:moveTo>
                    <a:pt x="20132" y="1"/>
                  </a:moveTo>
                  <a:cubicBezTo>
                    <a:pt x="19942" y="16"/>
                    <a:pt x="10266" y="793"/>
                    <a:pt x="5460" y="7279"/>
                  </a:cubicBezTo>
                  <a:cubicBezTo>
                    <a:pt x="606" y="13833"/>
                    <a:pt x="2670" y="24510"/>
                    <a:pt x="2549" y="27539"/>
                  </a:cubicBezTo>
                  <a:cubicBezTo>
                    <a:pt x="2427" y="30567"/>
                    <a:pt x="2062" y="34090"/>
                    <a:pt x="1336" y="35546"/>
                  </a:cubicBezTo>
                  <a:cubicBezTo>
                    <a:pt x="608" y="37002"/>
                    <a:pt x="0" y="36882"/>
                    <a:pt x="364" y="37851"/>
                  </a:cubicBezTo>
                  <a:cubicBezTo>
                    <a:pt x="725" y="38822"/>
                    <a:pt x="2308" y="43074"/>
                    <a:pt x="2308" y="43074"/>
                  </a:cubicBezTo>
                  <a:lnTo>
                    <a:pt x="1217" y="45863"/>
                  </a:lnTo>
                  <a:lnTo>
                    <a:pt x="2308" y="48047"/>
                  </a:lnTo>
                  <a:cubicBezTo>
                    <a:pt x="2308" y="48047"/>
                    <a:pt x="1337" y="49503"/>
                    <a:pt x="2065" y="50717"/>
                  </a:cubicBezTo>
                  <a:cubicBezTo>
                    <a:pt x="2450" y="51402"/>
                    <a:pt x="2990" y="51987"/>
                    <a:pt x="3644" y="52423"/>
                  </a:cubicBezTo>
                  <a:cubicBezTo>
                    <a:pt x="3644" y="52423"/>
                    <a:pt x="4248" y="55942"/>
                    <a:pt x="3400" y="58126"/>
                  </a:cubicBezTo>
                  <a:cubicBezTo>
                    <a:pt x="2679" y="59977"/>
                    <a:pt x="3703" y="62085"/>
                    <a:pt x="4327" y="62907"/>
                  </a:cubicBezTo>
                  <a:lnTo>
                    <a:pt x="4400" y="62917"/>
                  </a:lnTo>
                  <a:cubicBezTo>
                    <a:pt x="5002" y="63011"/>
                    <a:pt x="5599" y="63085"/>
                    <a:pt x="6190" y="63148"/>
                  </a:cubicBezTo>
                  <a:lnTo>
                    <a:pt x="6300" y="63158"/>
                  </a:lnTo>
                  <a:cubicBezTo>
                    <a:pt x="6644" y="63193"/>
                    <a:pt x="6985" y="63219"/>
                    <a:pt x="7321" y="63243"/>
                  </a:cubicBezTo>
                  <a:cubicBezTo>
                    <a:pt x="7658" y="63264"/>
                    <a:pt x="7988" y="63282"/>
                    <a:pt x="8314" y="63294"/>
                  </a:cubicBezTo>
                  <a:cubicBezTo>
                    <a:pt x="8638" y="63305"/>
                    <a:pt x="8956" y="63310"/>
                    <a:pt x="9267" y="63310"/>
                  </a:cubicBezTo>
                  <a:cubicBezTo>
                    <a:pt x="10890" y="63310"/>
                    <a:pt x="12315" y="63160"/>
                    <a:pt x="13346" y="62858"/>
                  </a:cubicBezTo>
                  <a:cubicBezTo>
                    <a:pt x="15411" y="62249"/>
                    <a:pt x="29606" y="55090"/>
                    <a:pt x="31668" y="52907"/>
                  </a:cubicBezTo>
                  <a:cubicBezTo>
                    <a:pt x="33162" y="51318"/>
                    <a:pt x="34091" y="44338"/>
                    <a:pt x="34481" y="40652"/>
                  </a:cubicBezTo>
                  <a:lnTo>
                    <a:pt x="34481" y="40652"/>
                  </a:lnTo>
                  <a:cubicBezTo>
                    <a:pt x="33924" y="40865"/>
                    <a:pt x="33332" y="40975"/>
                    <a:pt x="32734" y="40975"/>
                  </a:cubicBezTo>
                  <a:cubicBezTo>
                    <a:pt x="28920" y="40975"/>
                    <a:pt x="25827" y="36498"/>
                    <a:pt x="25827" y="30984"/>
                  </a:cubicBezTo>
                  <a:cubicBezTo>
                    <a:pt x="25827" y="25472"/>
                    <a:pt x="28920" y="20996"/>
                    <a:pt x="32734" y="20996"/>
                  </a:cubicBezTo>
                  <a:cubicBezTo>
                    <a:pt x="35126" y="20996"/>
                    <a:pt x="37233" y="22753"/>
                    <a:pt x="38471" y="25423"/>
                  </a:cubicBezTo>
                  <a:cubicBezTo>
                    <a:pt x="38641" y="24157"/>
                    <a:pt x="38718" y="22880"/>
                    <a:pt x="38707" y="21604"/>
                  </a:cubicBezTo>
                  <a:cubicBezTo>
                    <a:pt x="38586" y="13720"/>
                    <a:pt x="32033" y="5590"/>
                    <a:pt x="27666" y="2920"/>
                  </a:cubicBezTo>
                  <a:lnTo>
                    <a:pt x="27665" y="2920"/>
                  </a:lnTo>
                  <a:cubicBezTo>
                    <a:pt x="27665" y="2920"/>
                    <a:pt x="27514" y="2822"/>
                    <a:pt x="27239" y="2666"/>
                  </a:cubicBezTo>
                  <a:cubicBezTo>
                    <a:pt x="27062" y="2566"/>
                    <a:pt x="26831" y="2440"/>
                    <a:pt x="26552" y="2298"/>
                  </a:cubicBezTo>
                  <a:lnTo>
                    <a:pt x="26533" y="2298"/>
                  </a:lnTo>
                  <a:lnTo>
                    <a:pt x="26258" y="2158"/>
                  </a:lnTo>
                  <a:lnTo>
                    <a:pt x="26223" y="2142"/>
                  </a:lnTo>
                  <a:lnTo>
                    <a:pt x="25930" y="2000"/>
                  </a:lnTo>
                  <a:lnTo>
                    <a:pt x="25876" y="1975"/>
                  </a:lnTo>
                  <a:lnTo>
                    <a:pt x="25562" y="1831"/>
                  </a:lnTo>
                  <a:lnTo>
                    <a:pt x="25498" y="1801"/>
                  </a:lnTo>
                  <a:lnTo>
                    <a:pt x="25157" y="1649"/>
                  </a:lnTo>
                  <a:lnTo>
                    <a:pt x="25092" y="1622"/>
                  </a:lnTo>
                  <a:lnTo>
                    <a:pt x="24718" y="1464"/>
                  </a:lnTo>
                  <a:lnTo>
                    <a:pt x="24554" y="1397"/>
                  </a:lnTo>
                  <a:lnTo>
                    <a:pt x="24249" y="1277"/>
                  </a:lnTo>
                  <a:lnTo>
                    <a:pt x="24055" y="1201"/>
                  </a:lnTo>
                  <a:lnTo>
                    <a:pt x="23774" y="1095"/>
                  </a:lnTo>
                  <a:lnTo>
                    <a:pt x="23913" y="1146"/>
                  </a:lnTo>
                  <a:lnTo>
                    <a:pt x="23838" y="1116"/>
                  </a:lnTo>
                  <a:lnTo>
                    <a:pt x="23581" y="1025"/>
                  </a:lnTo>
                  <a:cubicBezTo>
                    <a:pt x="23497" y="992"/>
                    <a:pt x="23409" y="963"/>
                    <a:pt x="23321" y="933"/>
                  </a:cubicBezTo>
                  <a:lnTo>
                    <a:pt x="23043" y="834"/>
                  </a:lnTo>
                  <a:lnTo>
                    <a:pt x="22759" y="741"/>
                  </a:lnTo>
                  <a:lnTo>
                    <a:pt x="22896" y="785"/>
                  </a:lnTo>
                  <a:lnTo>
                    <a:pt x="22739" y="732"/>
                  </a:lnTo>
                  <a:lnTo>
                    <a:pt x="22729" y="732"/>
                  </a:lnTo>
                  <a:cubicBezTo>
                    <a:pt x="22500" y="656"/>
                    <a:pt x="22258" y="581"/>
                    <a:pt x="22011" y="508"/>
                  </a:cubicBezTo>
                  <a:lnTo>
                    <a:pt x="21797" y="447"/>
                  </a:lnTo>
                  <a:lnTo>
                    <a:pt x="21780" y="447"/>
                  </a:lnTo>
                  <a:cubicBezTo>
                    <a:pt x="21608" y="395"/>
                    <a:pt x="21430" y="346"/>
                    <a:pt x="21252" y="300"/>
                  </a:cubicBezTo>
                  <a:lnTo>
                    <a:pt x="21003" y="211"/>
                  </a:lnTo>
                  <a:lnTo>
                    <a:pt x="20409" y="65"/>
                  </a:lnTo>
                  <a:lnTo>
                    <a:pt x="20196" y="14"/>
                  </a:lnTo>
                  <a:lnTo>
                    <a:pt x="2013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37"/>
            <p:cNvSpPr/>
            <p:nvPr/>
          </p:nvSpPr>
          <p:spPr>
            <a:xfrm>
              <a:off x="4965375" y="3335325"/>
              <a:ext cx="970200" cy="1588125"/>
            </a:xfrm>
            <a:custGeom>
              <a:rect b="b" l="l" r="r" t="t"/>
              <a:pathLst>
                <a:path extrusionOk="0" h="63525" w="38808">
                  <a:moveTo>
                    <a:pt x="14828" y="23667"/>
                  </a:moveTo>
                  <a:lnTo>
                    <a:pt x="14828" y="23669"/>
                  </a:lnTo>
                  <a:cubicBezTo>
                    <a:pt x="16402" y="23669"/>
                    <a:pt x="18543" y="25309"/>
                    <a:pt x="20062" y="26685"/>
                  </a:cubicBezTo>
                  <a:cubicBezTo>
                    <a:pt x="20605" y="27177"/>
                    <a:pt x="20924" y="27851"/>
                    <a:pt x="20961" y="28582"/>
                  </a:cubicBezTo>
                  <a:cubicBezTo>
                    <a:pt x="20997" y="29315"/>
                    <a:pt x="20747" y="30016"/>
                    <a:pt x="20256" y="30559"/>
                  </a:cubicBezTo>
                  <a:cubicBezTo>
                    <a:pt x="20195" y="30626"/>
                    <a:pt x="20131" y="30692"/>
                    <a:pt x="20062" y="30752"/>
                  </a:cubicBezTo>
                  <a:cubicBezTo>
                    <a:pt x="18543" y="32129"/>
                    <a:pt x="16402" y="33770"/>
                    <a:pt x="14828" y="33770"/>
                  </a:cubicBezTo>
                  <a:cubicBezTo>
                    <a:pt x="13255" y="33770"/>
                    <a:pt x="11114" y="32129"/>
                    <a:pt x="9595" y="30752"/>
                  </a:cubicBezTo>
                  <a:cubicBezTo>
                    <a:pt x="8474" y="29738"/>
                    <a:pt x="8387" y="28000"/>
                    <a:pt x="9401" y="26879"/>
                  </a:cubicBezTo>
                  <a:cubicBezTo>
                    <a:pt x="9462" y="26810"/>
                    <a:pt x="9526" y="26746"/>
                    <a:pt x="9595" y="26685"/>
                  </a:cubicBezTo>
                  <a:cubicBezTo>
                    <a:pt x="11114" y="25309"/>
                    <a:pt x="13255" y="23667"/>
                    <a:pt x="14828" y="23667"/>
                  </a:cubicBezTo>
                  <a:close/>
                  <a:moveTo>
                    <a:pt x="14828" y="23454"/>
                  </a:moveTo>
                  <a:cubicBezTo>
                    <a:pt x="13186" y="23454"/>
                    <a:pt x="10997" y="25126"/>
                    <a:pt x="9452" y="26527"/>
                  </a:cubicBezTo>
                  <a:cubicBezTo>
                    <a:pt x="9379" y="26593"/>
                    <a:pt x="9309" y="26663"/>
                    <a:pt x="9243" y="26736"/>
                  </a:cubicBezTo>
                  <a:cubicBezTo>
                    <a:pt x="8151" y="27943"/>
                    <a:pt x="8243" y="29816"/>
                    <a:pt x="9452" y="30909"/>
                  </a:cubicBezTo>
                  <a:cubicBezTo>
                    <a:pt x="10997" y="32312"/>
                    <a:pt x="13186" y="33982"/>
                    <a:pt x="14828" y="33982"/>
                  </a:cubicBezTo>
                  <a:cubicBezTo>
                    <a:pt x="16471" y="33982"/>
                    <a:pt x="18659" y="32312"/>
                    <a:pt x="20206" y="30911"/>
                  </a:cubicBezTo>
                  <a:cubicBezTo>
                    <a:pt x="20278" y="30844"/>
                    <a:pt x="20348" y="30775"/>
                    <a:pt x="20413" y="30702"/>
                  </a:cubicBezTo>
                  <a:cubicBezTo>
                    <a:pt x="20943" y="30117"/>
                    <a:pt x="21213" y="29361"/>
                    <a:pt x="21174" y="28572"/>
                  </a:cubicBezTo>
                  <a:cubicBezTo>
                    <a:pt x="21136" y="27784"/>
                    <a:pt x="20792" y="27057"/>
                    <a:pt x="20206" y="26527"/>
                  </a:cubicBezTo>
                  <a:cubicBezTo>
                    <a:pt x="18659" y="25126"/>
                    <a:pt x="16471" y="23454"/>
                    <a:pt x="14828" y="23454"/>
                  </a:cubicBezTo>
                  <a:close/>
                  <a:moveTo>
                    <a:pt x="20107" y="215"/>
                  </a:moveTo>
                  <a:lnTo>
                    <a:pt x="20949" y="417"/>
                  </a:lnTo>
                  <a:lnTo>
                    <a:pt x="21206" y="510"/>
                  </a:lnTo>
                  <a:cubicBezTo>
                    <a:pt x="21384" y="556"/>
                    <a:pt x="21560" y="605"/>
                    <a:pt x="21731" y="656"/>
                  </a:cubicBezTo>
                  <a:cubicBezTo>
                    <a:pt x="21742" y="659"/>
                    <a:pt x="21752" y="660"/>
                    <a:pt x="21762" y="660"/>
                  </a:cubicBezTo>
                  <a:lnTo>
                    <a:pt x="21962" y="718"/>
                  </a:lnTo>
                  <a:cubicBezTo>
                    <a:pt x="22208" y="790"/>
                    <a:pt x="22447" y="864"/>
                    <a:pt x="22677" y="940"/>
                  </a:cubicBezTo>
                  <a:cubicBezTo>
                    <a:pt x="22681" y="941"/>
                    <a:pt x="22687" y="943"/>
                    <a:pt x="22694" y="944"/>
                  </a:cubicBezTo>
                  <a:cubicBezTo>
                    <a:pt x="22699" y="946"/>
                    <a:pt x="22702" y="947"/>
                    <a:pt x="22706" y="949"/>
                  </a:cubicBezTo>
                  <a:lnTo>
                    <a:pt x="23269" y="1141"/>
                  </a:lnTo>
                  <a:cubicBezTo>
                    <a:pt x="23356" y="1169"/>
                    <a:pt x="23442" y="1199"/>
                    <a:pt x="23525" y="1232"/>
                  </a:cubicBezTo>
                  <a:lnTo>
                    <a:pt x="23704" y="1296"/>
                  </a:lnTo>
                  <a:cubicBezTo>
                    <a:pt x="23708" y="1297"/>
                    <a:pt x="23713" y="1300"/>
                    <a:pt x="23717" y="1302"/>
                  </a:cubicBezTo>
                  <a:lnTo>
                    <a:pt x="23999" y="1408"/>
                  </a:lnTo>
                  <a:lnTo>
                    <a:pt x="25032" y="1827"/>
                  </a:lnTo>
                  <a:lnTo>
                    <a:pt x="25812" y="2179"/>
                  </a:lnTo>
                  <a:lnTo>
                    <a:pt x="26467" y="2499"/>
                  </a:lnTo>
                  <a:cubicBezTo>
                    <a:pt x="26475" y="2503"/>
                    <a:pt x="26490" y="2506"/>
                    <a:pt x="26503" y="2509"/>
                  </a:cubicBezTo>
                  <a:cubicBezTo>
                    <a:pt x="26737" y="2628"/>
                    <a:pt x="26962" y="2749"/>
                    <a:pt x="27169" y="2867"/>
                  </a:cubicBezTo>
                  <a:cubicBezTo>
                    <a:pt x="27437" y="3019"/>
                    <a:pt x="27587" y="3115"/>
                    <a:pt x="27589" y="3117"/>
                  </a:cubicBezTo>
                  <a:cubicBezTo>
                    <a:pt x="27590" y="3117"/>
                    <a:pt x="27590" y="3117"/>
                    <a:pt x="27592" y="3118"/>
                  </a:cubicBezTo>
                  <a:cubicBezTo>
                    <a:pt x="32009" y="5818"/>
                    <a:pt x="38464" y="13994"/>
                    <a:pt x="38580" y="21711"/>
                  </a:cubicBezTo>
                  <a:cubicBezTo>
                    <a:pt x="38592" y="22859"/>
                    <a:pt x="38529" y="24017"/>
                    <a:pt x="38392" y="25159"/>
                  </a:cubicBezTo>
                  <a:cubicBezTo>
                    <a:pt x="37075" y="22544"/>
                    <a:pt x="34972" y="20996"/>
                    <a:pt x="32716" y="20996"/>
                  </a:cubicBezTo>
                  <a:cubicBezTo>
                    <a:pt x="28848" y="20996"/>
                    <a:pt x="25702" y="25524"/>
                    <a:pt x="25702" y="31091"/>
                  </a:cubicBezTo>
                  <a:cubicBezTo>
                    <a:pt x="25702" y="36660"/>
                    <a:pt x="28848" y="41189"/>
                    <a:pt x="32716" y="41189"/>
                  </a:cubicBezTo>
                  <a:cubicBezTo>
                    <a:pt x="33270" y="41187"/>
                    <a:pt x="33815" y="41097"/>
                    <a:pt x="34338" y="40916"/>
                  </a:cubicBezTo>
                  <a:lnTo>
                    <a:pt x="34338" y="40916"/>
                  </a:lnTo>
                  <a:cubicBezTo>
                    <a:pt x="33992" y="44136"/>
                    <a:pt x="33065" y="51352"/>
                    <a:pt x="31573" y="52941"/>
                  </a:cubicBezTo>
                  <a:cubicBezTo>
                    <a:pt x="29482" y="55154"/>
                    <a:pt x="15189" y="62305"/>
                    <a:pt x="13298" y="62862"/>
                  </a:cubicBezTo>
                  <a:cubicBezTo>
                    <a:pt x="12296" y="63156"/>
                    <a:pt x="10876" y="63311"/>
                    <a:pt x="9233" y="63311"/>
                  </a:cubicBezTo>
                  <a:cubicBezTo>
                    <a:pt x="8929" y="63311"/>
                    <a:pt x="8618" y="63306"/>
                    <a:pt x="8301" y="63295"/>
                  </a:cubicBezTo>
                  <a:cubicBezTo>
                    <a:pt x="7975" y="63282"/>
                    <a:pt x="7646" y="63265"/>
                    <a:pt x="7311" y="63243"/>
                  </a:cubicBezTo>
                  <a:cubicBezTo>
                    <a:pt x="6943" y="63218"/>
                    <a:pt x="6610" y="63191"/>
                    <a:pt x="6292" y="63158"/>
                  </a:cubicBezTo>
                  <a:lnTo>
                    <a:pt x="6182" y="63148"/>
                  </a:lnTo>
                  <a:cubicBezTo>
                    <a:pt x="5542" y="63081"/>
                    <a:pt x="4958" y="63006"/>
                    <a:pt x="4397" y="62918"/>
                  </a:cubicBezTo>
                  <a:lnTo>
                    <a:pt x="4367" y="62914"/>
                  </a:lnTo>
                  <a:lnTo>
                    <a:pt x="4369" y="62914"/>
                  </a:lnTo>
                  <a:cubicBezTo>
                    <a:pt x="3854" y="62216"/>
                    <a:pt x="2759" y="60127"/>
                    <a:pt x="3481" y="58270"/>
                  </a:cubicBezTo>
                  <a:cubicBezTo>
                    <a:pt x="4331" y="56084"/>
                    <a:pt x="3755" y="52657"/>
                    <a:pt x="3730" y="52512"/>
                  </a:cubicBezTo>
                  <a:cubicBezTo>
                    <a:pt x="3725" y="52483"/>
                    <a:pt x="3709" y="52457"/>
                    <a:pt x="3684" y="52441"/>
                  </a:cubicBezTo>
                  <a:cubicBezTo>
                    <a:pt x="3048" y="52017"/>
                    <a:pt x="2513" y="51439"/>
                    <a:pt x="2138" y="50769"/>
                  </a:cubicBezTo>
                  <a:cubicBezTo>
                    <a:pt x="1455" y="49628"/>
                    <a:pt x="2369" y="48227"/>
                    <a:pt x="2378" y="48214"/>
                  </a:cubicBezTo>
                  <a:cubicBezTo>
                    <a:pt x="2400" y="48181"/>
                    <a:pt x="2402" y="48141"/>
                    <a:pt x="2385" y="48107"/>
                  </a:cubicBezTo>
                  <a:lnTo>
                    <a:pt x="1315" y="45965"/>
                  </a:lnTo>
                  <a:lnTo>
                    <a:pt x="2388" y="43220"/>
                  </a:lnTo>
                  <a:cubicBezTo>
                    <a:pt x="2399" y="43195"/>
                    <a:pt x="2399" y="43168"/>
                    <a:pt x="2390" y="43144"/>
                  </a:cubicBezTo>
                  <a:cubicBezTo>
                    <a:pt x="2390" y="43144"/>
                    <a:pt x="807" y="38892"/>
                    <a:pt x="445" y="37921"/>
                  </a:cubicBezTo>
                  <a:cubicBezTo>
                    <a:pt x="241" y="37379"/>
                    <a:pt x="358" y="37234"/>
                    <a:pt x="666" y="36847"/>
                  </a:cubicBezTo>
                  <a:cubicBezTo>
                    <a:pt x="861" y="36603"/>
                    <a:pt x="1129" y="36268"/>
                    <a:pt x="1413" y="35701"/>
                  </a:cubicBezTo>
                  <a:cubicBezTo>
                    <a:pt x="2298" y="33929"/>
                    <a:pt x="2564" y="29480"/>
                    <a:pt x="2637" y="27650"/>
                  </a:cubicBezTo>
                  <a:cubicBezTo>
                    <a:pt x="2661" y="27038"/>
                    <a:pt x="2600" y="26139"/>
                    <a:pt x="2521" y="25000"/>
                  </a:cubicBezTo>
                  <a:cubicBezTo>
                    <a:pt x="2201" y="20386"/>
                    <a:pt x="1666" y="12661"/>
                    <a:pt x="5527" y="7450"/>
                  </a:cubicBezTo>
                  <a:cubicBezTo>
                    <a:pt x="10217" y="1120"/>
                    <a:pt x="19533" y="263"/>
                    <a:pt x="20107" y="215"/>
                  </a:cubicBezTo>
                  <a:close/>
                  <a:moveTo>
                    <a:pt x="20105" y="0"/>
                  </a:moveTo>
                  <a:cubicBezTo>
                    <a:pt x="19700" y="33"/>
                    <a:pt x="10150" y="852"/>
                    <a:pt x="5356" y="7322"/>
                  </a:cubicBezTo>
                  <a:cubicBezTo>
                    <a:pt x="1449" y="12597"/>
                    <a:pt x="1986" y="20371"/>
                    <a:pt x="2308" y="25015"/>
                  </a:cubicBezTo>
                  <a:cubicBezTo>
                    <a:pt x="2387" y="26146"/>
                    <a:pt x="2448" y="27041"/>
                    <a:pt x="2424" y="27641"/>
                  </a:cubicBezTo>
                  <a:cubicBezTo>
                    <a:pt x="2272" y="31425"/>
                    <a:pt x="1823" y="34401"/>
                    <a:pt x="1221" y="35605"/>
                  </a:cubicBezTo>
                  <a:cubicBezTo>
                    <a:pt x="949" y="36152"/>
                    <a:pt x="690" y="36478"/>
                    <a:pt x="499" y="36715"/>
                  </a:cubicBezTo>
                  <a:cubicBezTo>
                    <a:pt x="177" y="37118"/>
                    <a:pt x="0" y="37340"/>
                    <a:pt x="244" y="37995"/>
                  </a:cubicBezTo>
                  <a:cubicBezTo>
                    <a:pt x="587" y="38911"/>
                    <a:pt x="2018" y="42755"/>
                    <a:pt x="2176" y="43180"/>
                  </a:cubicBezTo>
                  <a:lnTo>
                    <a:pt x="1099" y="45931"/>
                  </a:lnTo>
                  <a:cubicBezTo>
                    <a:pt x="1087" y="45960"/>
                    <a:pt x="1089" y="45991"/>
                    <a:pt x="1102" y="46018"/>
                  </a:cubicBezTo>
                  <a:lnTo>
                    <a:pt x="2167" y="48148"/>
                  </a:lnTo>
                  <a:cubicBezTo>
                    <a:pt x="1995" y="48430"/>
                    <a:pt x="1272" y="49740"/>
                    <a:pt x="1954" y="50876"/>
                  </a:cubicBezTo>
                  <a:cubicBezTo>
                    <a:pt x="2336" y="51559"/>
                    <a:pt x="2880" y="52152"/>
                    <a:pt x="3526" y="52593"/>
                  </a:cubicBezTo>
                  <a:cubicBezTo>
                    <a:pt x="3591" y="53007"/>
                    <a:pt x="4059" y="56194"/>
                    <a:pt x="3282" y="58194"/>
                  </a:cubicBezTo>
                  <a:cubicBezTo>
                    <a:pt x="2592" y="59963"/>
                    <a:pt x="3468" y="62085"/>
                    <a:pt x="4224" y="63078"/>
                  </a:cubicBezTo>
                  <a:cubicBezTo>
                    <a:pt x="4241" y="63100"/>
                    <a:pt x="4266" y="63115"/>
                    <a:pt x="4294" y="63120"/>
                  </a:cubicBezTo>
                  <a:lnTo>
                    <a:pt x="4366" y="63130"/>
                  </a:lnTo>
                  <a:cubicBezTo>
                    <a:pt x="4929" y="63218"/>
                    <a:pt x="5515" y="63292"/>
                    <a:pt x="6160" y="63361"/>
                  </a:cubicBezTo>
                  <a:lnTo>
                    <a:pt x="6272" y="63371"/>
                  </a:lnTo>
                  <a:cubicBezTo>
                    <a:pt x="6590" y="63402"/>
                    <a:pt x="6927" y="63431"/>
                    <a:pt x="7296" y="63456"/>
                  </a:cubicBezTo>
                  <a:cubicBezTo>
                    <a:pt x="7634" y="63478"/>
                    <a:pt x="7966" y="63495"/>
                    <a:pt x="8294" y="63508"/>
                  </a:cubicBezTo>
                  <a:cubicBezTo>
                    <a:pt x="8612" y="63519"/>
                    <a:pt x="8925" y="63524"/>
                    <a:pt x="9232" y="63524"/>
                  </a:cubicBezTo>
                  <a:lnTo>
                    <a:pt x="9232" y="63523"/>
                  </a:lnTo>
                  <a:cubicBezTo>
                    <a:pt x="10896" y="63523"/>
                    <a:pt x="12337" y="63365"/>
                    <a:pt x="13357" y="63066"/>
                  </a:cubicBezTo>
                  <a:cubicBezTo>
                    <a:pt x="15257" y="62508"/>
                    <a:pt x="29624" y="55314"/>
                    <a:pt x="31728" y="53087"/>
                  </a:cubicBezTo>
                  <a:cubicBezTo>
                    <a:pt x="33236" y="51482"/>
                    <a:pt x="34155" y="44681"/>
                    <a:pt x="34569" y="40769"/>
                  </a:cubicBezTo>
                  <a:cubicBezTo>
                    <a:pt x="34573" y="40732"/>
                    <a:pt x="34558" y="40696"/>
                    <a:pt x="34528" y="40672"/>
                  </a:cubicBezTo>
                  <a:cubicBezTo>
                    <a:pt x="34509" y="40658"/>
                    <a:pt x="34486" y="40650"/>
                    <a:pt x="34463" y="40650"/>
                  </a:cubicBezTo>
                  <a:cubicBezTo>
                    <a:pt x="34451" y="40650"/>
                    <a:pt x="34438" y="40653"/>
                    <a:pt x="34426" y="40657"/>
                  </a:cubicBezTo>
                  <a:cubicBezTo>
                    <a:pt x="33878" y="40867"/>
                    <a:pt x="33303" y="40975"/>
                    <a:pt x="32716" y="40975"/>
                  </a:cubicBezTo>
                  <a:cubicBezTo>
                    <a:pt x="28967" y="40975"/>
                    <a:pt x="25917" y="36540"/>
                    <a:pt x="25917" y="31091"/>
                  </a:cubicBezTo>
                  <a:cubicBezTo>
                    <a:pt x="25917" y="25641"/>
                    <a:pt x="28967" y="21209"/>
                    <a:pt x="32716" y="21209"/>
                  </a:cubicBezTo>
                  <a:cubicBezTo>
                    <a:pt x="34980" y="21209"/>
                    <a:pt x="37088" y="22841"/>
                    <a:pt x="38357" y="25574"/>
                  </a:cubicBezTo>
                  <a:cubicBezTo>
                    <a:pt x="38374" y="25611"/>
                    <a:pt x="38410" y="25635"/>
                    <a:pt x="38453" y="25635"/>
                  </a:cubicBezTo>
                  <a:cubicBezTo>
                    <a:pt x="38458" y="25635"/>
                    <a:pt x="38464" y="25635"/>
                    <a:pt x="38470" y="25634"/>
                  </a:cubicBezTo>
                  <a:cubicBezTo>
                    <a:pt x="38516" y="25627"/>
                    <a:pt x="38552" y="25589"/>
                    <a:pt x="38559" y="25543"/>
                  </a:cubicBezTo>
                  <a:cubicBezTo>
                    <a:pt x="38729" y="24276"/>
                    <a:pt x="38808" y="22985"/>
                    <a:pt x="38794" y="21708"/>
                  </a:cubicBezTo>
                  <a:cubicBezTo>
                    <a:pt x="38677" y="13915"/>
                    <a:pt x="32163" y="5661"/>
                    <a:pt x="27705" y="2937"/>
                  </a:cubicBezTo>
                  <a:cubicBezTo>
                    <a:pt x="27687" y="2925"/>
                    <a:pt x="27538" y="2829"/>
                    <a:pt x="27273" y="2681"/>
                  </a:cubicBezTo>
                  <a:cubicBezTo>
                    <a:pt x="27059" y="2558"/>
                    <a:pt x="26826" y="2433"/>
                    <a:pt x="26584" y="2308"/>
                  </a:cubicBezTo>
                  <a:cubicBezTo>
                    <a:pt x="26575" y="2304"/>
                    <a:pt x="26560" y="2301"/>
                    <a:pt x="26545" y="2299"/>
                  </a:cubicBezTo>
                  <a:lnTo>
                    <a:pt x="25590" y="1841"/>
                  </a:lnTo>
                  <a:lnTo>
                    <a:pt x="24740" y="1472"/>
                  </a:lnTo>
                  <a:lnTo>
                    <a:pt x="23947" y="1159"/>
                  </a:lnTo>
                  <a:cubicBezTo>
                    <a:pt x="23942" y="1157"/>
                    <a:pt x="23938" y="1154"/>
                    <a:pt x="23935" y="1153"/>
                  </a:cubicBezTo>
                  <a:lnTo>
                    <a:pt x="23600" y="1031"/>
                  </a:lnTo>
                  <a:cubicBezTo>
                    <a:pt x="23516" y="998"/>
                    <a:pt x="23427" y="968"/>
                    <a:pt x="23339" y="939"/>
                  </a:cubicBezTo>
                  <a:lnTo>
                    <a:pt x="22919" y="794"/>
                  </a:lnTo>
                  <a:cubicBezTo>
                    <a:pt x="22916" y="793"/>
                    <a:pt x="22913" y="791"/>
                    <a:pt x="22912" y="791"/>
                  </a:cubicBezTo>
                  <a:lnTo>
                    <a:pt x="22756" y="738"/>
                  </a:lnTo>
                  <a:cubicBezTo>
                    <a:pt x="22750" y="736"/>
                    <a:pt x="22741" y="735"/>
                    <a:pt x="22732" y="733"/>
                  </a:cubicBezTo>
                  <a:cubicBezTo>
                    <a:pt x="22504" y="657"/>
                    <a:pt x="22266" y="584"/>
                    <a:pt x="22021" y="513"/>
                  </a:cubicBezTo>
                  <a:lnTo>
                    <a:pt x="21843" y="461"/>
                  </a:lnTo>
                  <a:cubicBezTo>
                    <a:pt x="21826" y="452"/>
                    <a:pt x="21809" y="446"/>
                    <a:pt x="21789" y="446"/>
                  </a:cubicBezTo>
                  <a:lnTo>
                    <a:pt x="21777" y="446"/>
                  </a:lnTo>
                  <a:cubicBezTo>
                    <a:pt x="21609" y="397"/>
                    <a:pt x="21435" y="349"/>
                    <a:pt x="21270" y="306"/>
                  </a:cubicBezTo>
                  <a:lnTo>
                    <a:pt x="21010" y="213"/>
                  </a:lnTo>
                  <a:lnTo>
                    <a:pt x="20415" y="67"/>
                  </a:lnTo>
                  <a:lnTo>
                    <a:pt x="20135" y="3"/>
                  </a:lnTo>
                  <a:cubicBezTo>
                    <a:pt x="20125" y="0"/>
                    <a:pt x="20116" y="0"/>
                    <a:pt x="2010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37"/>
            <p:cNvSpPr/>
            <p:nvPr/>
          </p:nvSpPr>
          <p:spPr>
            <a:xfrm>
              <a:off x="5431625" y="4823225"/>
              <a:ext cx="18825" cy="4750"/>
            </a:xfrm>
            <a:custGeom>
              <a:rect b="b" l="l" r="r" t="t"/>
              <a:pathLst>
                <a:path extrusionOk="0" h="190" w="753">
                  <a:moveTo>
                    <a:pt x="1" y="0"/>
                  </a:moveTo>
                  <a:cubicBezTo>
                    <a:pt x="245" y="69"/>
                    <a:pt x="495" y="133"/>
                    <a:pt x="752" y="18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37"/>
            <p:cNvSpPr/>
            <p:nvPr/>
          </p:nvSpPr>
          <p:spPr>
            <a:xfrm>
              <a:off x="5430925" y="4820650"/>
              <a:ext cx="20125" cy="9925"/>
            </a:xfrm>
            <a:custGeom>
              <a:rect b="b" l="l" r="r" t="t"/>
              <a:pathLst>
                <a:path extrusionOk="0" h="397" w="805">
                  <a:moveTo>
                    <a:pt x="57" y="1"/>
                  </a:moveTo>
                  <a:lnTo>
                    <a:pt x="0" y="206"/>
                  </a:lnTo>
                  <a:cubicBezTo>
                    <a:pt x="267" y="280"/>
                    <a:pt x="514" y="343"/>
                    <a:pt x="758" y="397"/>
                  </a:cubicBezTo>
                  <a:lnTo>
                    <a:pt x="804" y="188"/>
                  </a:lnTo>
                  <a:cubicBezTo>
                    <a:pt x="565" y="135"/>
                    <a:pt x="320" y="73"/>
                    <a:pt x="5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37"/>
            <p:cNvSpPr/>
            <p:nvPr/>
          </p:nvSpPr>
          <p:spPr>
            <a:xfrm>
              <a:off x="5166625" y="4541250"/>
              <a:ext cx="239000" cy="273950"/>
            </a:xfrm>
            <a:custGeom>
              <a:rect b="b" l="l" r="r" t="t"/>
              <a:pathLst>
                <a:path extrusionOk="0" h="10958" w="9560">
                  <a:moveTo>
                    <a:pt x="1" y="1"/>
                  </a:moveTo>
                  <a:cubicBezTo>
                    <a:pt x="1" y="1"/>
                    <a:pt x="1228" y="8065"/>
                    <a:pt x="9560" y="1095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37"/>
            <p:cNvSpPr/>
            <p:nvPr/>
          </p:nvSpPr>
          <p:spPr>
            <a:xfrm>
              <a:off x="5164025" y="4540850"/>
              <a:ext cx="242450" cy="276850"/>
            </a:xfrm>
            <a:custGeom>
              <a:rect b="b" l="l" r="r" t="t"/>
              <a:pathLst>
                <a:path extrusionOk="0" h="11074" w="9698">
                  <a:moveTo>
                    <a:pt x="211" y="0"/>
                  </a:moveTo>
                  <a:lnTo>
                    <a:pt x="1" y="31"/>
                  </a:lnTo>
                  <a:cubicBezTo>
                    <a:pt x="13" y="113"/>
                    <a:pt x="1332" y="8194"/>
                    <a:pt x="9628" y="11073"/>
                  </a:cubicBezTo>
                  <a:lnTo>
                    <a:pt x="9698" y="10872"/>
                  </a:lnTo>
                  <a:cubicBezTo>
                    <a:pt x="1527" y="8036"/>
                    <a:pt x="222" y="81"/>
                    <a:pt x="21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37"/>
            <p:cNvSpPr/>
            <p:nvPr/>
          </p:nvSpPr>
          <p:spPr>
            <a:xfrm>
              <a:off x="5571400" y="3369800"/>
              <a:ext cx="3625" cy="1400"/>
            </a:xfrm>
            <a:custGeom>
              <a:rect b="b" l="l" r="r" t="t"/>
              <a:pathLst>
                <a:path extrusionOk="0" h="56" w="145">
                  <a:moveTo>
                    <a:pt x="0" y="0"/>
                  </a:moveTo>
                  <a:lnTo>
                    <a:pt x="145" y="55"/>
                  </a:lnTo>
                  <a:lnTo>
                    <a:pt x="123" y="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37"/>
            <p:cNvSpPr/>
            <p:nvPr/>
          </p:nvSpPr>
          <p:spPr>
            <a:xfrm>
              <a:off x="5568375" y="3367125"/>
              <a:ext cx="9675" cy="6750"/>
            </a:xfrm>
            <a:custGeom>
              <a:rect b="b" l="l" r="r" t="t"/>
              <a:pathLst>
                <a:path extrusionOk="0" h="270" w="387">
                  <a:moveTo>
                    <a:pt x="121" y="1"/>
                  </a:moveTo>
                  <a:cubicBezTo>
                    <a:pt x="78" y="1"/>
                    <a:pt x="38" y="27"/>
                    <a:pt x="22" y="70"/>
                  </a:cubicBezTo>
                  <a:cubicBezTo>
                    <a:pt x="1" y="124"/>
                    <a:pt x="29" y="186"/>
                    <a:pt x="84" y="207"/>
                  </a:cubicBezTo>
                  <a:lnTo>
                    <a:pt x="229" y="262"/>
                  </a:lnTo>
                  <a:cubicBezTo>
                    <a:pt x="240" y="266"/>
                    <a:pt x="253" y="269"/>
                    <a:pt x="267" y="270"/>
                  </a:cubicBezTo>
                  <a:lnTo>
                    <a:pt x="267" y="270"/>
                  </a:lnTo>
                  <a:cubicBezTo>
                    <a:pt x="308" y="269"/>
                    <a:pt x="348" y="244"/>
                    <a:pt x="364" y="204"/>
                  </a:cubicBezTo>
                  <a:cubicBezTo>
                    <a:pt x="386" y="150"/>
                    <a:pt x="363" y="89"/>
                    <a:pt x="311" y="66"/>
                  </a:cubicBezTo>
                  <a:lnTo>
                    <a:pt x="287" y="55"/>
                  </a:lnTo>
                  <a:cubicBezTo>
                    <a:pt x="285" y="54"/>
                    <a:pt x="282" y="52"/>
                    <a:pt x="279" y="52"/>
                  </a:cubicBezTo>
                  <a:lnTo>
                    <a:pt x="159" y="7"/>
                  </a:lnTo>
                  <a:cubicBezTo>
                    <a:pt x="146" y="3"/>
                    <a:pt x="134" y="1"/>
                    <a:pt x="121" y="1"/>
                  </a:cubicBezTo>
                  <a:close/>
                  <a:moveTo>
                    <a:pt x="267" y="270"/>
                  </a:moveTo>
                  <a:lnTo>
                    <a:pt x="267" y="270"/>
                  </a:lnTo>
                  <a:cubicBezTo>
                    <a:pt x="266" y="270"/>
                    <a:pt x="266" y="270"/>
                    <a:pt x="266" y="270"/>
                  </a:cubicBezTo>
                  <a:lnTo>
                    <a:pt x="267" y="270"/>
                  </a:lnTo>
                  <a:cubicBezTo>
                    <a:pt x="267" y="270"/>
                    <a:pt x="267" y="270"/>
                    <a:pt x="267" y="27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37"/>
            <p:cNvSpPr/>
            <p:nvPr/>
          </p:nvSpPr>
          <p:spPr>
            <a:xfrm>
              <a:off x="5547725" y="3361050"/>
              <a:ext cx="13125" cy="4625"/>
            </a:xfrm>
            <a:custGeom>
              <a:rect b="b" l="l" r="r" t="t"/>
              <a:pathLst>
                <a:path extrusionOk="0" h="185" w="525">
                  <a:moveTo>
                    <a:pt x="0" y="0"/>
                  </a:moveTo>
                  <a:lnTo>
                    <a:pt x="104" y="38"/>
                  </a:lnTo>
                  <a:lnTo>
                    <a:pt x="112" y="38"/>
                  </a:lnTo>
                  <a:lnTo>
                    <a:pt x="0" y="0"/>
                  </a:lnTo>
                  <a:close/>
                  <a:moveTo>
                    <a:pt x="99" y="38"/>
                  </a:moveTo>
                  <a:lnTo>
                    <a:pt x="258" y="99"/>
                  </a:lnTo>
                  <a:lnTo>
                    <a:pt x="282" y="99"/>
                  </a:lnTo>
                  <a:lnTo>
                    <a:pt x="112" y="41"/>
                  </a:lnTo>
                  <a:lnTo>
                    <a:pt x="104" y="38"/>
                  </a:lnTo>
                  <a:close/>
                  <a:moveTo>
                    <a:pt x="282" y="99"/>
                  </a:moveTo>
                  <a:lnTo>
                    <a:pt x="289" y="101"/>
                  </a:lnTo>
                  <a:lnTo>
                    <a:pt x="289" y="101"/>
                  </a:lnTo>
                  <a:lnTo>
                    <a:pt x="282" y="99"/>
                  </a:lnTo>
                  <a:close/>
                  <a:moveTo>
                    <a:pt x="289" y="101"/>
                  </a:moveTo>
                  <a:lnTo>
                    <a:pt x="525" y="185"/>
                  </a:lnTo>
                  <a:lnTo>
                    <a:pt x="413" y="145"/>
                  </a:lnTo>
                  <a:lnTo>
                    <a:pt x="325" y="114"/>
                  </a:lnTo>
                  <a:lnTo>
                    <a:pt x="289" y="1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37"/>
            <p:cNvSpPr/>
            <p:nvPr/>
          </p:nvSpPr>
          <p:spPr>
            <a:xfrm>
              <a:off x="5544700" y="3358375"/>
              <a:ext cx="19175" cy="10000"/>
            </a:xfrm>
            <a:custGeom>
              <a:rect b="b" l="l" r="r" t="t"/>
              <a:pathLst>
                <a:path extrusionOk="0" h="400" w="767">
                  <a:moveTo>
                    <a:pt x="123" y="0"/>
                  </a:moveTo>
                  <a:cubicBezTo>
                    <a:pt x="79" y="0"/>
                    <a:pt x="37" y="28"/>
                    <a:pt x="22" y="72"/>
                  </a:cubicBezTo>
                  <a:cubicBezTo>
                    <a:pt x="1" y="127"/>
                    <a:pt x="31" y="186"/>
                    <a:pt x="86" y="207"/>
                  </a:cubicBezTo>
                  <a:lnTo>
                    <a:pt x="163" y="235"/>
                  </a:lnTo>
                  <a:cubicBezTo>
                    <a:pt x="169" y="240"/>
                    <a:pt x="175" y="243"/>
                    <a:pt x="183" y="246"/>
                  </a:cubicBezTo>
                  <a:lnTo>
                    <a:pt x="342" y="305"/>
                  </a:lnTo>
                  <a:cubicBezTo>
                    <a:pt x="354" y="310"/>
                    <a:pt x="367" y="311"/>
                    <a:pt x="379" y="311"/>
                  </a:cubicBezTo>
                  <a:lnTo>
                    <a:pt x="610" y="393"/>
                  </a:lnTo>
                  <a:cubicBezTo>
                    <a:pt x="622" y="398"/>
                    <a:pt x="634" y="399"/>
                    <a:pt x="646" y="399"/>
                  </a:cubicBezTo>
                  <a:cubicBezTo>
                    <a:pt x="690" y="399"/>
                    <a:pt x="730" y="372"/>
                    <a:pt x="747" y="328"/>
                  </a:cubicBezTo>
                  <a:cubicBezTo>
                    <a:pt x="766" y="273"/>
                    <a:pt x="738" y="212"/>
                    <a:pt x="681" y="192"/>
                  </a:cubicBezTo>
                  <a:lnTo>
                    <a:pt x="439" y="104"/>
                  </a:lnTo>
                  <a:cubicBezTo>
                    <a:pt x="436" y="103"/>
                    <a:pt x="431" y="101"/>
                    <a:pt x="428" y="101"/>
                  </a:cubicBezTo>
                  <a:lnTo>
                    <a:pt x="285" y="52"/>
                  </a:lnTo>
                  <a:cubicBezTo>
                    <a:pt x="281" y="49"/>
                    <a:pt x="273" y="46"/>
                    <a:pt x="267" y="45"/>
                  </a:cubicBezTo>
                  <a:lnTo>
                    <a:pt x="157" y="6"/>
                  </a:lnTo>
                  <a:cubicBezTo>
                    <a:pt x="146" y="2"/>
                    <a:pt x="134" y="0"/>
                    <a:pt x="12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37"/>
            <p:cNvSpPr/>
            <p:nvPr/>
          </p:nvSpPr>
          <p:spPr>
            <a:xfrm>
              <a:off x="5568450" y="3367225"/>
              <a:ext cx="5475" cy="5350"/>
            </a:xfrm>
            <a:custGeom>
              <a:rect b="b" l="l" r="r" t="t"/>
              <a:pathLst>
                <a:path extrusionOk="0" h="214" w="219">
                  <a:moveTo>
                    <a:pt x="102" y="1"/>
                  </a:moveTo>
                  <a:cubicBezTo>
                    <a:pt x="43" y="1"/>
                    <a:pt x="1" y="48"/>
                    <a:pt x="1" y="108"/>
                  </a:cubicBezTo>
                  <a:cubicBezTo>
                    <a:pt x="1" y="166"/>
                    <a:pt x="53" y="213"/>
                    <a:pt x="113" y="213"/>
                  </a:cubicBezTo>
                  <a:cubicBezTo>
                    <a:pt x="171" y="213"/>
                    <a:pt x="218" y="166"/>
                    <a:pt x="218" y="108"/>
                  </a:cubicBezTo>
                  <a:cubicBezTo>
                    <a:pt x="218" y="48"/>
                    <a:pt x="171" y="1"/>
                    <a:pt x="11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37"/>
            <p:cNvSpPr/>
            <p:nvPr/>
          </p:nvSpPr>
          <p:spPr>
            <a:xfrm>
              <a:off x="5533550" y="3356100"/>
              <a:ext cx="3975" cy="1325"/>
            </a:xfrm>
            <a:custGeom>
              <a:rect b="b" l="l" r="r" t="t"/>
              <a:pathLst>
                <a:path extrusionOk="0" h="53" w="159">
                  <a:moveTo>
                    <a:pt x="158" y="5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37"/>
            <p:cNvSpPr/>
            <p:nvPr/>
          </p:nvSpPr>
          <p:spPr>
            <a:xfrm>
              <a:off x="5530900" y="3353425"/>
              <a:ext cx="9300" cy="6675"/>
            </a:xfrm>
            <a:custGeom>
              <a:rect b="b" l="l" r="r" t="t"/>
              <a:pathLst>
                <a:path extrusionOk="0" h="267" w="372">
                  <a:moveTo>
                    <a:pt x="106" y="0"/>
                  </a:moveTo>
                  <a:cubicBezTo>
                    <a:pt x="62" y="0"/>
                    <a:pt x="20" y="28"/>
                    <a:pt x="5" y="73"/>
                  </a:cubicBezTo>
                  <a:cubicBezTo>
                    <a:pt x="2" y="83"/>
                    <a:pt x="1" y="95"/>
                    <a:pt x="1" y="107"/>
                  </a:cubicBezTo>
                  <a:cubicBezTo>
                    <a:pt x="1" y="152"/>
                    <a:pt x="27" y="192"/>
                    <a:pt x="72" y="207"/>
                  </a:cubicBezTo>
                  <a:lnTo>
                    <a:pt x="230" y="261"/>
                  </a:lnTo>
                  <a:cubicBezTo>
                    <a:pt x="242" y="265"/>
                    <a:pt x="254" y="267"/>
                    <a:pt x="264" y="267"/>
                  </a:cubicBezTo>
                  <a:cubicBezTo>
                    <a:pt x="309" y="267"/>
                    <a:pt x="350" y="238"/>
                    <a:pt x="365" y="194"/>
                  </a:cubicBezTo>
                  <a:cubicBezTo>
                    <a:pt x="368" y="183"/>
                    <a:pt x="371" y="171"/>
                    <a:pt x="371" y="159"/>
                  </a:cubicBezTo>
                  <a:cubicBezTo>
                    <a:pt x="371" y="115"/>
                    <a:pt x="343" y="75"/>
                    <a:pt x="298" y="60"/>
                  </a:cubicBezTo>
                  <a:lnTo>
                    <a:pt x="140" y="6"/>
                  </a:lnTo>
                  <a:cubicBezTo>
                    <a:pt x="129" y="2"/>
                    <a:pt x="117" y="0"/>
                    <a:pt x="1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37"/>
            <p:cNvSpPr/>
            <p:nvPr/>
          </p:nvSpPr>
          <p:spPr>
            <a:xfrm>
              <a:off x="5562700" y="3366625"/>
              <a:ext cx="10950" cy="4050"/>
            </a:xfrm>
            <a:custGeom>
              <a:rect b="b" l="l" r="r" t="t"/>
              <a:pathLst>
                <a:path extrusionOk="0" h="162" w="438">
                  <a:moveTo>
                    <a:pt x="0" y="1"/>
                  </a:moveTo>
                  <a:lnTo>
                    <a:pt x="143" y="56"/>
                  </a:lnTo>
                  <a:lnTo>
                    <a:pt x="189" y="64"/>
                  </a:lnTo>
                  <a:lnTo>
                    <a:pt x="189" y="64"/>
                  </a:lnTo>
                  <a:lnTo>
                    <a:pt x="438" y="161"/>
                  </a:lnTo>
                  <a:lnTo>
                    <a:pt x="310" y="111"/>
                  </a:lnTo>
                  <a:lnTo>
                    <a:pt x="214" y="74"/>
                  </a:lnTo>
                  <a:lnTo>
                    <a:pt x="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37"/>
            <p:cNvSpPr/>
            <p:nvPr/>
          </p:nvSpPr>
          <p:spPr>
            <a:xfrm>
              <a:off x="5558975" y="3363325"/>
              <a:ext cx="17700" cy="10000"/>
            </a:xfrm>
            <a:custGeom>
              <a:rect b="b" l="l" r="r" t="t"/>
              <a:pathLst>
                <a:path extrusionOk="0" h="400" w="708">
                  <a:moveTo>
                    <a:pt x="108" y="1"/>
                  </a:moveTo>
                  <a:cubicBezTo>
                    <a:pt x="64" y="1"/>
                    <a:pt x="24" y="26"/>
                    <a:pt x="8" y="69"/>
                  </a:cubicBezTo>
                  <a:cubicBezTo>
                    <a:pt x="3" y="81"/>
                    <a:pt x="0" y="94"/>
                    <a:pt x="0" y="107"/>
                  </a:cubicBezTo>
                  <a:cubicBezTo>
                    <a:pt x="0" y="151"/>
                    <a:pt x="27" y="191"/>
                    <a:pt x="69" y="207"/>
                  </a:cubicBezTo>
                  <a:lnTo>
                    <a:pt x="76" y="210"/>
                  </a:lnTo>
                  <a:cubicBezTo>
                    <a:pt x="85" y="219"/>
                    <a:pt x="98" y="226"/>
                    <a:pt x="112" y="232"/>
                  </a:cubicBezTo>
                  <a:lnTo>
                    <a:pt x="550" y="392"/>
                  </a:lnTo>
                  <a:cubicBezTo>
                    <a:pt x="561" y="398"/>
                    <a:pt x="575" y="399"/>
                    <a:pt x="587" y="399"/>
                  </a:cubicBezTo>
                  <a:cubicBezTo>
                    <a:pt x="630" y="399"/>
                    <a:pt x="670" y="374"/>
                    <a:pt x="687" y="331"/>
                  </a:cubicBezTo>
                  <a:cubicBezTo>
                    <a:pt x="707" y="276"/>
                    <a:pt x="681" y="215"/>
                    <a:pt x="626" y="194"/>
                  </a:cubicBezTo>
                  <a:lnTo>
                    <a:pt x="146" y="8"/>
                  </a:lnTo>
                  <a:cubicBezTo>
                    <a:pt x="133" y="3"/>
                    <a:pt x="120" y="1"/>
                    <a:pt x="10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37"/>
            <p:cNvSpPr/>
            <p:nvPr/>
          </p:nvSpPr>
          <p:spPr>
            <a:xfrm>
              <a:off x="5537500" y="3357350"/>
              <a:ext cx="9725" cy="3450"/>
            </a:xfrm>
            <a:custGeom>
              <a:rect b="b" l="l" r="r" t="t"/>
              <a:pathLst>
                <a:path extrusionOk="0" h="138" w="389">
                  <a:moveTo>
                    <a:pt x="0" y="1"/>
                  </a:moveTo>
                  <a:lnTo>
                    <a:pt x="139" y="52"/>
                  </a:lnTo>
                  <a:lnTo>
                    <a:pt x="389" y="138"/>
                  </a:lnTo>
                  <a:lnTo>
                    <a:pt x="295" y="105"/>
                  </a:lnTo>
                  <a:lnTo>
                    <a:pt x="213" y="7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37"/>
            <p:cNvSpPr/>
            <p:nvPr/>
          </p:nvSpPr>
          <p:spPr>
            <a:xfrm>
              <a:off x="5534475" y="3354675"/>
              <a:ext cx="15725" cy="8775"/>
            </a:xfrm>
            <a:custGeom>
              <a:rect b="b" l="l" r="r" t="t"/>
              <a:pathLst>
                <a:path extrusionOk="0" h="351" w="629">
                  <a:moveTo>
                    <a:pt x="122" y="1"/>
                  </a:moveTo>
                  <a:cubicBezTo>
                    <a:pt x="77" y="1"/>
                    <a:pt x="37" y="29"/>
                    <a:pt x="21" y="72"/>
                  </a:cubicBezTo>
                  <a:cubicBezTo>
                    <a:pt x="0" y="127"/>
                    <a:pt x="29" y="188"/>
                    <a:pt x="84" y="208"/>
                  </a:cubicBezTo>
                  <a:lnTo>
                    <a:pt x="222" y="260"/>
                  </a:lnTo>
                  <a:lnTo>
                    <a:pt x="225" y="260"/>
                  </a:lnTo>
                  <a:lnTo>
                    <a:pt x="475" y="345"/>
                  </a:lnTo>
                  <a:cubicBezTo>
                    <a:pt x="487" y="349"/>
                    <a:pt x="498" y="351"/>
                    <a:pt x="510" y="351"/>
                  </a:cubicBezTo>
                  <a:cubicBezTo>
                    <a:pt x="554" y="351"/>
                    <a:pt x="595" y="324"/>
                    <a:pt x="611" y="279"/>
                  </a:cubicBezTo>
                  <a:cubicBezTo>
                    <a:pt x="629" y="223"/>
                    <a:pt x="599" y="163"/>
                    <a:pt x="544" y="144"/>
                  </a:cubicBezTo>
                  <a:lnTo>
                    <a:pt x="157" y="7"/>
                  </a:lnTo>
                  <a:cubicBezTo>
                    <a:pt x="145" y="3"/>
                    <a:pt x="133" y="1"/>
                    <a:pt x="12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37"/>
            <p:cNvSpPr/>
            <p:nvPr/>
          </p:nvSpPr>
          <p:spPr>
            <a:xfrm>
              <a:off x="4971100" y="4267275"/>
              <a:ext cx="161750" cy="148075"/>
            </a:xfrm>
            <a:custGeom>
              <a:rect b="b" l="l" r="r" t="t"/>
              <a:pathLst>
                <a:path extrusionOk="0" h="5923" w="6470">
                  <a:moveTo>
                    <a:pt x="934" y="1"/>
                  </a:moveTo>
                  <a:cubicBezTo>
                    <a:pt x="419" y="1"/>
                    <a:pt x="51" y="111"/>
                    <a:pt x="51" y="111"/>
                  </a:cubicBezTo>
                  <a:lnTo>
                    <a:pt x="20" y="111"/>
                  </a:lnTo>
                  <a:cubicBezTo>
                    <a:pt x="0" y="314"/>
                    <a:pt x="35" y="518"/>
                    <a:pt x="118" y="704"/>
                  </a:cubicBezTo>
                  <a:cubicBezTo>
                    <a:pt x="481" y="1673"/>
                    <a:pt x="2060" y="5923"/>
                    <a:pt x="2060" y="5923"/>
                  </a:cubicBezTo>
                  <a:cubicBezTo>
                    <a:pt x="2060" y="5923"/>
                    <a:pt x="5472" y="4926"/>
                    <a:pt x="5971" y="3941"/>
                  </a:cubicBezTo>
                  <a:cubicBezTo>
                    <a:pt x="6470" y="2955"/>
                    <a:pt x="3505" y="970"/>
                    <a:pt x="2396" y="358"/>
                  </a:cubicBezTo>
                  <a:lnTo>
                    <a:pt x="2398" y="358"/>
                  </a:lnTo>
                  <a:cubicBezTo>
                    <a:pt x="1893" y="77"/>
                    <a:pt x="1363" y="1"/>
                    <a:pt x="93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37"/>
            <p:cNvSpPr/>
            <p:nvPr/>
          </p:nvSpPr>
          <p:spPr>
            <a:xfrm>
              <a:off x="4968425" y="4264550"/>
              <a:ext cx="170700" cy="153450"/>
            </a:xfrm>
            <a:custGeom>
              <a:rect b="b" l="l" r="r" t="t"/>
              <a:pathLst>
                <a:path extrusionOk="0" h="6138" w="6828">
                  <a:moveTo>
                    <a:pt x="1041" y="217"/>
                  </a:moveTo>
                  <a:cubicBezTo>
                    <a:pt x="1456" y="217"/>
                    <a:pt x="1968" y="290"/>
                    <a:pt x="2453" y="560"/>
                  </a:cubicBezTo>
                  <a:cubicBezTo>
                    <a:pt x="3845" y="1329"/>
                    <a:pt x="6395" y="3188"/>
                    <a:pt x="5983" y="4002"/>
                  </a:cubicBezTo>
                  <a:cubicBezTo>
                    <a:pt x="5555" y="4845"/>
                    <a:pt x="2783" y="5731"/>
                    <a:pt x="2232" y="5900"/>
                  </a:cubicBezTo>
                  <a:cubicBezTo>
                    <a:pt x="1998" y="5271"/>
                    <a:pt x="657" y="1660"/>
                    <a:pt x="322" y="770"/>
                  </a:cubicBezTo>
                  <a:cubicBezTo>
                    <a:pt x="258" y="625"/>
                    <a:pt x="225" y="469"/>
                    <a:pt x="228" y="311"/>
                  </a:cubicBezTo>
                  <a:cubicBezTo>
                    <a:pt x="334" y="285"/>
                    <a:pt x="642" y="217"/>
                    <a:pt x="1041" y="217"/>
                  </a:cubicBezTo>
                  <a:close/>
                  <a:moveTo>
                    <a:pt x="1043" y="1"/>
                  </a:moveTo>
                  <a:cubicBezTo>
                    <a:pt x="574" y="1"/>
                    <a:pt x="224" y="91"/>
                    <a:pt x="143" y="113"/>
                  </a:cubicBezTo>
                  <a:lnTo>
                    <a:pt x="127" y="113"/>
                  </a:lnTo>
                  <a:cubicBezTo>
                    <a:pt x="72" y="113"/>
                    <a:pt x="26" y="155"/>
                    <a:pt x="20" y="210"/>
                  </a:cubicBezTo>
                  <a:cubicBezTo>
                    <a:pt x="0" y="430"/>
                    <a:pt x="37" y="653"/>
                    <a:pt x="125" y="850"/>
                  </a:cubicBezTo>
                  <a:cubicBezTo>
                    <a:pt x="490" y="1821"/>
                    <a:pt x="2067" y="6067"/>
                    <a:pt x="2067" y="6067"/>
                  </a:cubicBezTo>
                  <a:cubicBezTo>
                    <a:pt x="2083" y="6110"/>
                    <a:pt x="2123" y="6137"/>
                    <a:pt x="2167" y="6137"/>
                  </a:cubicBezTo>
                  <a:cubicBezTo>
                    <a:pt x="2177" y="6137"/>
                    <a:pt x="2188" y="6136"/>
                    <a:pt x="2198" y="6133"/>
                  </a:cubicBezTo>
                  <a:cubicBezTo>
                    <a:pt x="2338" y="6093"/>
                    <a:pt x="5660" y="5113"/>
                    <a:pt x="6173" y="4097"/>
                  </a:cubicBezTo>
                  <a:cubicBezTo>
                    <a:pt x="6827" y="2809"/>
                    <a:pt x="2621" y="409"/>
                    <a:pt x="2557" y="374"/>
                  </a:cubicBezTo>
                  <a:cubicBezTo>
                    <a:pt x="2032" y="81"/>
                    <a:pt x="1485" y="1"/>
                    <a:pt x="104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37"/>
            <p:cNvSpPr/>
            <p:nvPr/>
          </p:nvSpPr>
          <p:spPr>
            <a:xfrm>
              <a:off x="4995300" y="4478750"/>
              <a:ext cx="171175" cy="62525"/>
            </a:xfrm>
            <a:custGeom>
              <a:rect b="b" l="l" r="r" t="t"/>
              <a:pathLst>
                <a:path extrusionOk="0" h="2501" w="6847">
                  <a:moveTo>
                    <a:pt x="1399" y="0"/>
                  </a:moveTo>
                  <a:cubicBezTo>
                    <a:pt x="534" y="0"/>
                    <a:pt x="0" y="242"/>
                    <a:pt x="0" y="242"/>
                  </a:cubicBezTo>
                  <a:cubicBezTo>
                    <a:pt x="176" y="2054"/>
                    <a:pt x="1089" y="2501"/>
                    <a:pt x="1089" y="2501"/>
                  </a:cubicBezTo>
                  <a:lnTo>
                    <a:pt x="6846" y="2501"/>
                  </a:lnTo>
                  <a:cubicBezTo>
                    <a:pt x="5870" y="1707"/>
                    <a:pt x="4795" y="1044"/>
                    <a:pt x="3647" y="528"/>
                  </a:cubicBezTo>
                  <a:cubicBezTo>
                    <a:pt x="2781" y="120"/>
                    <a:pt x="2008" y="0"/>
                    <a:pt x="13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37"/>
            <p:cNvSpPr/>
            <p:nvPr/>
          </p:nvSpPr>
          <p:spPr>
            <a:xfrm>
              <a:off x="4992550" y="4476000"/>
              <a:ext cx="176800" cy="67925"/>
            </a:xfrm>
            <a:custGeom>
              <a:rect b="b" l="l" r="r" t="t"/>
              <a:pathLst>
                <a:path extrusionOk="0" h="2717" w="7072">
                  <a:moveTo>
                    <a:pt x="1511" y="219"/>
                  </a:moveTo>
                  <a:cubicBezTo>
                    <a:pt x="2108" y="219"/>
                    <a:pt x="2867" y="336"/>
                    <a:pt x="3713" y="735"/>
                  </a:cubicBezTo>
                  <a:cubicBezTo>
                    <a:pt x="4759" y="1207"/>
                    <a:pt x="5746" y="1801"/>
                    <a:pt x="6650" y="2503"/>
                  </a:cubicBezTo>
                  <a:lnTo>
                    <a:pt x="1225" y="2503"/>
                  </a:lnTo>
                  <a:cubicBezTo>
                    <a:pt x="1099" y="2427"/>
                    <a:pt x="393" y="1935"/>
                    <a:pt x="225" y="422"/>
                  </a:cubicBezTo>
                  <a:cubicBezTo>
                    <a:pt x="393" y="360"/>
                    <a:pt x="855" y="219"/>
                    <a:pt x="1511" y="219"/>
                  </a:cubicBezTo>
                  <a:close/>
                  <a:moveTo>
                    <a:pt x="1507" y="1"/>
                  </a:moveTo>
                  <a:cubicBezTo>
                    <a:pt x="645" y="1"/>
                    <a:pt x="104" y="238"/>
                    <a:pt x="66" y="255"/>
                  </a:cubicBezTo>
                  <a:cubicBezTo>
                    <a:pt x="25" y="273"/>
                    <a:pt x="0" y="316"/>
                    <a:pt x="5" y="362"/>
                  </a:cubicBezTo>
                  <a:cubicBezTo>
                    <a:pt x="183" y="2213"/>
                    <a:pt x="1112" y="2687"/>
                    <a:pt x="1151" y="2706"/>
                  </a:cubicBezTo>
                  <a:cubicBezTo>
                    <a:pt x="1166" y="2713"/>
                    <a:pt x="1182" y="2716"/>
                    <a:pt x="1199" y="2716"/>
                  </a:cubicBezTo>
                  <a:lnTo>
                    <a:pt x="6956" y="2716"/>
                  </a:lnTo>
                  <a:cubicBezTo>
                    <a:pt x="7001" y="2716"/>
                    <a:pt x="7041" y="2688"/>
                    <a:pt x="7056" y="2645"/>
                  </a:cubicBezTo>
                  <a:cubicBezTo>
                    <a:pt x="7071" y="2603"/>
                    <a:pt x="7058" y="2555"/>
                    <a:pt x="7023" y="2527"/>
                  </a:cubicBezTo>
                  <a:cubicBezTo>
                    <a:pt x="6039" y="1729"/>
                    <a:pt x="4955" y="1061"/>
                    <a:pt x="3803" y="541"/>
                  </a:cubicBezTo>
                  <a:cubicBezTo>
                    <a:pt x="2916" y="124"/>
                    <a:pt x="2128" y="1"/>
                    <a:pt x="15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37"/>
            <p:cNvSpPr/>
            <p:nvPr/>
          </p:nvSpPr>
          <p:spPr>
            <a:xfrm>
              <a:off x="5000125" y="4541250"/>
              <a:ext cx="166525" cy="107375"/>
            </a:xfrm>
            <a:custGeom>
              <a:rect b="b" l="l" r="r" t="t"/>
              <a:pathLst>
                <a:path extrusionOk="0" h="4295" w="6661">
                  <a:moveTo>
                    <a:pt x="899" y="1"/>
                  </a:moveTo>
                  <a:cubicBezTo>
                    <a:pt x="899" y="1"/>
                    <a:pt x="1" y="371"/>
                    <a:pt x="370" y="1851"/>
                  </a:cubicBezTo>
                  <a:cubicBezTo>
                    <a:pt x="739" y="3331"/>
                    <a:pt x="2234" y="4295"/>
                    <a:pt x="2234" y="4295"/>
                  </a:cubicBezTo>
                  <a:cubicBezTo>
                    <a:pt x="2234" y="4295"/>
                    <a:pt x="6286" y="3948"/>
                    <a:pt x="66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37"/>
            <p:cNvSpPr/>
            <p:nvPr/>
          </p:nvSpPr>
          <p:spPr>
            <a:xfrm>
              <a:off x="4997125" y="4538575"/>
              <a:ext cx="172275" cy="112725"/>
            </a:xfrm>
            <a:custGeom>
              <a:rect b="b" l="l" r="r" t="t"/>
              <a:pathLst>
                <a:path extrusionOk="0" h="4509" w="6891">
                  <a:moveTo>
                    <a:pt x="6663" y="213"/>
                  </a:moveTo>
                  <a:cubicBezTo>
                    <a:pt x="6252" y="3764"/>
                    <a:pt x="2804" y="4247"/>
                    <a:pt x="2383" y="4291"/>
                  </a:cubicBezTo>
                  <a:cubicBezTo>
                    <a:pt x="2171" y="4147"/>
                    <a:pt x="920" y="3240"/>
                    <a:pt x="594" y="1933"/>
                  </a:cubicBezTo>
                  <a:cubicBezTo>
                    <a:pt x="277" y="664"/>
                    <a:pt x="923" y="274"/>
                    <a:pt x="1042" y="213"/>
                  </a:cubicBezTo>
                  <a:close/>
                  <a:moveTo>
                    <a:pt x="1019" y="0"/>
                  </a:moveTo>
                  <a:cubicBezTo>
                    <a:pt x="1005" y="0"/>
                    <a:pt x="992" y="3"/>
                    <a:pt x="978" y="9"/>
                  </a:cubicBezTo>
                  <a:cubicBezTo>
                    <a:pt x="968" y="12"/>
                    <a:pt x="0" y="432"/>
                    <a:pt x="387" y="1984"/>
                  </a:cubicBezTo>
                  <a:cubicBezTo>
                    <a:pt x="761" y="3487"/>
                    <a:pt x="2234" y="4451"/>
                    <a:pt x="2296" y="4491"/>
                  </a:cubicBezTo>
                  <a:cubicBezTo>
                    <a:pt x="2314" y="4503"/>
                    <a:pt x="2333" y="4509"/>
                    <a:pt x="2354" y="4509"/>
                  </a:cubicBezTo>
                  <a:lnTo>
                    <a:pt x="2363" y="4509"/>
                  </a:lnTo>
                  <a:cubicBezTo>
                    <a:pt x="2405" y="4504"/>
                    <a:pt x="6508" y="4107"/>
                    <a:pt x="6888" y="117"/>
                  </a:cubicBezTo>
                  <a:cubicBezTo>
                    <a:pt x="6891" y="87"/>
                    <a:pt x="6881" y="57"/>
                    <a:pt x="6860" y="36"/>
                  </a:cubicBezTo>
                  <a:cubicBezTo>
                    <a:pt x="6840" y="14"/>
                    <a:pt x="6812" y="0"/>
                    <a:pt x="67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37"/>
            <p:cNvSpPr/>
            <p:nvPr/>
          </p:nvSpPr>
          <p:spPr>
            <a:xfrm>
              <a:off x="5724950" y="3496975"/>
              <a:ext cx="33700" cy="8300"/>
            </a:xfrm>
            <a:custGeom>
              <a:rect b="b" l="l" r="r" t="t"/>
              <a:pathLst>
                <a:path extrusionOk="0" h="332" w="1348">
                  <a:moveTo>
                    <a:pt x="0" y="1"/>
                  </a:moveTo>
                  <a:lnTo>
                    <a:pt x="1348" y="331"/>
                  </a:lnTo>
                  <a:cubicBezTo>
                    <a:pt x="1178" y="214"/>
                    <a:pt x="694" y="8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37"/>
            <p:cNvSpPr/>
            <p:nvPr/>
          </p:nvSpPr>
          <p:spPr>
            <a:xfrm>
              <a:off x="5724650" y="3494350"/>
              <a:ext cx="35525" cy="13125"/>
            </a:xfrm>
            <a:custGeom>
              <a:rect b="b" l="l" r="r" t="t"/>
              <a:pathLst>
                <a:path extrusionOk="0" h="525" w="1421">
                  <a:moveTo>
                    <a:pt x="24" y="0"/>
                  </a:moveTo>
                  <a:lnTo>
                    <a:pt x="0" y="212"/>
                  </a:lnTo>
                  <a:cubicBezTo>
                    <a:pt x="752" y="300"/>
                    <a:pt x="1171" y="435"/>
                    <a:pt x="1300" y="524"/>
                  </a:cubicBezTo>
                  <a:lnTo>
                    <a:pt x="1421" y="349"/>
                  </a:lnTo>
                  <a:cubicBezTo>
                    <a:pt x="1217" y="209"/>
                    <a:pt x="696" y="79"/>
                    <a:pt x="2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37"/>
            <p:cNvSpPr/>
            <p:nvPr/>
          </p:nvSpPr>
          <p:spPr>
            <a:xfrm>
              <a:off x="5336850" y="3492075"/>
              <a:ext cx="365525" cy="420525"/>
            </a:xfrm>
            <a:custGeom>
              <a:rect b="b" l="l" r="r" t="t"/>
              <a:pathLst>
                <a:path extrusionOk="0" h="16821" w="14621">
                  <a:moveTo>
                    <a:pt x="13860" y="1"/>
                  </a:moveTo>
                  <a:cubicBezTo>
                    <a:pt x="10178" y="1"/>
                    <a:pt x="5660" y="1210"/>
                    <a:pt x="3209" y="4661"/>
                  </a:cubicBezTo>
                  <a:cubicBezTo>
                    <a:pt x="376" y="8651"/>
                    <a:pt x="1" y="13993"/>
                    <a:pt x="29" y="16821"/>
                  </a:cubicBezTo>
                  <a:lnTo>
                    <a:pt x="242" y="16819"/>
                  </a:lnTo>
                  <a:cubicBezTo>
                    <a:pt x="214" y="14016"/>
                    <a:pt x="584" y="8726"/>
                    <a:pt x="3384" y="4784"/>
                  </a:cubicBezTo>
                  <a:cubicBezTo>
                    <a:pt x="6328" y="636"/>
                    <a:pt x="11869" y="218"/>
                    <a:pt x="13983" y="218"/>
                  </a:cubicBezTo>
                  <a:cubicBezTo>
                    <a:pt x="14251" y="218"/>
                    <a:pt x="14465" y="224"/>
                    <a:pt x="14610" y="231"/>
                  </a:cubicBezTo>
                  <a:lnTo>
                    <a:pt x="14621" y="18"/>
                  </a:lnTo>
                  <a:cubicBezTo>
                    <a:pt x="14372" y="7"/>
                    <a:pt x="14118" y="1"/>
                    <a:pt x="1386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37"/>
            <p:cNvSpPr/>
            <p:nvPr/>
          </p:nvSpPr>
          <p:spPr>
            <a:xfrm>
              <a:off x="5464725" y="4053000"/>
              <a:ext cx="149025" cy="5350"/>
            </a:xfrm>
            <a:custGeom>
              <a:rect b="b" l="l" r="r" t="t"/>
              <a:pathLst>
                <a:path extrusionOk="0" h="214" w="5961">
                  <a:moveTo>
                    <a:pt x="0" y="0"/>
                  </a:moveTo>
                  <a:lnTo>
                    <a:pt x="0" y="213"/>
                  </a:lnTo>
                  <a:lnTo>
                    <a:pt x="5960" y="213"/>
                  </a:lnTo>
                  <a:lnTo>
                    <a:pt x="596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37"/>
            <p:cNvSpPr/>
            <p:nvPr/>
          </p:nvSpPr>
          <p:spPr>
            <a:xfrm>
              <a:off x="5706025" y="4032525"/>
              <a:ext cx="196275" cy="159975"/>
            </a:xfrm>
            <a:custGeom>
              <a:rect b="b" l="l" r="r" t="t"/>
              <a:pathLst>
                <a:path extrusionOk="0" h="6399" w="7851">
                  <a:moveTo>
                    <a:pt x="2216" y="0"/>
                  </a:moveTo>
                  <a:cubicBezTo>
                    <a:pt x="991" y="0"/>
                    <a:pt x="1" y="1436"/>
                    <a:pt x="1" y="3199"/>
                  </a:cubicBezTo>
                  <a:cubicBezTo>
                    <a:pt x="1" y="4963"/>
                    <a:pt x="993" y="6398"/>
                    <a:pt x="2216" y="6398"/>
                  </a:cubicBezTo>
                  <a:lnTo>
                    <a:pt x="7851" y="6398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" name="Google Shape;1054;p37"/>
            <p:cNvSpPr/>
            <p:nvPr/>
          </p:nvSpPr>
          <p:spPr>
            <a:xfrm>
              <a:off x="5703350" y="4029850"/>
              <a:ext cx="201600" cy="165275"/>
            </a:xfrm>
            <a:custGeom>
              <a:rect b="b" l="l" r="r" t="t"/>
              <a:pathLst>
                <a:path extrusionOk="0" h="6611" w="8064">
                  <a:moveTo>
                    <a:pt x="7850" y="214"/>
                  </a:moveTo>
                  <a:lnTo>
                    <a:pt x="7850" y="6398"/>
                  </a:lnTo>
                  <a:lnTo>
                    <a:pt x="2323" y="6398"/>
                  </a:lnTo>
                  <a:cubicBezTo>
                    <a:pt x="1161" y="6398"/>
                    <a:pt x="214" y="5010"/>
                    <a:pt x="214" y="3306"/>
                  </a:cubicBezTo>
                  <a:cubicBezTo>
                    <a:pt x="214" y="1601"/>
                    <a:pt x="1161" y="214"/>
                    <a:pt x="2323" y="214"/>
                  </a:cubicBezTo>
                  <a:close/>
                  <a:moveTo>
                    <a:pt x="2323" y="0"/>
                  </a:moveTo>
                  <a:cubicBezTo>
                    <a:pt x="1043" y="0"/>
                    <a:pt x="1" y="1483"/>
                    <a:pt x="1" y="3306"/>
                  </a:cubicBezTo>
                  <a:cubicBezTo>
                    <a:pt x="1" y="5129"/>
                    <a:pt x="1043" y="6611"/>
                    <a:pt x="2323" y="6611"/>
                  </a:cubicBezTo>
                  <a:lnTo>
                    <a:pt x="7958" y="6611"/>
                  </a:lnTo>
                  <a:cubicBezTo>
                    <a:pt x="8016" y="6611"/>
                    <a:pt x="8063" y="6563"/>
                    <a:pt x="8063" y="6505"/>
                  </a:cubicBezTo>
                  <a:lnTo>
                    <a:pt x="8063" y="107"/>
                  </a:lnTo>
                  <a:cubicBezTo>
                    <a:pt x="8063" y="48"/>
                    <a:pt x="8016" y="0"/>
                    <a:pt x="795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" name="Google Shape;1055;p37"/>
            <p:cNvSpPr/>
            <p:nvPr/>
          </p:nvSpPr>
          <p:spPr>
            <a:xfrm>
              <a:off x="5847025" y="4032450"/>
              <a:ext cx="110925" cy="160425"/>
            </a:xfrm>
            <a:custGeom>
              <a:rect b="b" l="l" r="r" t="t"/>
              <a:pathLst>
                <a:path extrusionOk="0" h="6417" w="4437">
                  <a:moveTo>
                    <a:pt x="2218" y="0"/>
                  </a:moveTo>
                  <a:cubicBezTo>
                    <a:pt x="994" y="0"/>
                    <a:pt x="1" y="1437"/>
                    <a:pt x="1" y="3209"/>
                  </a:cubicBezTo>
                  <a:cubicBezTo>
                    <a:pt x="1" y="4979"/>
                    <a:pt x="994" y="6416"/>
                    <a:pt x="2218" y="6416"/>
                  </a:cubicBezTo>
                  <a:cubicBezTo>
                    <a:pt x="3443" y="6416"/>
                    <a:pt x="4437" y="4979"/>
                    <a:pt x="4437" y="3209"/>
                  </a:cubicBezTo>
                  <a:cubicBezTo>
                    <a:pt x="4437" y="1437"/>
                    <a:pt x="3443" y="0"/>
                    <a:pt x="22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" name="Google Shape;1056;p37"/>
            <p:cNvSpPr/>
            <p:nvPr/>
          </p:nvSpPr>
          <p:spPr>
            <a:xfrm>
              <a:off x="5844350" y="4029800"/>
              <a:ext cx="116275" cy="165700"/>
            </a:xfrm>
            <a:custGeom>
              <a:rect b="b" l="l" r="r" t="t"/>
              <a:pathLst>
                <a:path extrusionOk="0" h="6628" w="4651">
                  <a:moveTo>
                    <a:pt x="2325" y="214"/>
                  </a:moveTo>
                  <a:cubicBezTo>
                    <a:pt x="3489" y="214"/>
                    <a:pt x="4436" y="1604"/>
                    <a:pt x="4436" y="3315"/>
                  </a:cubicBezTo>
                  <a:cubicBezTo>
                    <a:pt x="4436" y="5024"/>
                    <a:pt x="3489" y="6415"/>
                    <a:pt x="2325" y="6415"/>
                  </a:cubicBezTo>
                  <a:cubicBezTo>
                    <a:pt x="1161" y="6415"/>
                    <a:pt x="214" y="5024"/>
                    <a:pt x="214" y="3315"/>
                  </a:cubicBezTo>
                  <a:cubicBezTo>
                    <a:pt x="214" y="1604"/>
                    <a:pt x="1162" y="214"/>
                    <a:pt x="2325" y="214"/>
                  </a:cubicBezTo>
                  <a:close/>
                  <a:moveTo>
                    <a:pt x="2325" y="1"/>
                  </a:moveTo>
                  <a:cubicBezTo>
                    <a:pt x="1045" y="1"/>
                    <a:pt x="1" y="1487"/>
                    <a:pt x="1" y="3315"/>
                  </a:cubicBezTo>
                  <a:cubicBezTo>
                    <a:pt x="1" y="5142"/>
                    <a:pt x="1043" y="6628"/>
                    <a:pt x="2325" y="6628"/>
                  </a:cubicBezTo>
                  <a:cubicBezTo>
                    <a:pt x="3607" y="6628"/>
                    <a:pt x="4651" y="5142"/>
                    <a:pt x="4651" y="3315"/>
                  </a:cubicBezTo>
                  <a:cubicBezTo>
                    <a:pt x="4651" y="1487"/>
                    <a:pt x="3607" y="1"/>
                    <a:pt x="232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" name="Google Shape;1057;p37"/>
            <p:cNvSpPr/>
            <p:nvPr/>
          </p:nvSpPr>
          <p:spPr>
            <a:xfrm>
              <a:off x="5831250" y="3947900"/>
              <a:ext cx="256100" cy="329575"/>
            </a:xfrm>
            <a:custGeom>
              <a:rect b="b" l="l" r="r" t="t"/>
              <a:pathLst>
                <a:path extrusionOk="0" h="13183" w="10244">
                  <a:moveTo>
                    <a:pt x="4558" y="1"/>
                  </a:moveTo>
                  <a:cubicBezTo>
                    <a:pt x="2042" y="1"/>
                    <a:pt x="1" y="2951"/>
                    <a:pt x="1" y="6591"/>
                  </a:cubicBezTo>
                  <a:cubicBezTo>
                    <a:pt x="1" y="10231"/>
                    <a:pt x="2042" y="13182"/>
                    <a:pt x="4558" y="13182"/>
                  </a:cubicBezTo>
                  <a:lnTo>
                    <a:pt x="10243" y="13182"/>
                  </a:lnTo>
                  <a:lnTo>
                    <a:pt x="102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" name="Google Shape;1058;p37"/>
            <p:cNvSpPr/>
            <p:nvPr/>
          </p:nvSpPr>
          <p:spPr>
            <a:xfrm>
              <a:off x="5828575" y="3945225"/>
              <a:ext cx="261450" cy="334925"/>
            </a:xfrm>
            <a:custGeom>
              <a:rect b="b" l="l" r="r" t="t"/>
              <a:pathLst>
                <a:path extrusionOk="0" h="13397" w="10458">
                  <a:moveTo>
                    <a:pt x="10243" y="215"/>
                  </a:moveTo>
                  <a:lnTo>
                    <a:pt x="10243" y="13182"/>
                  </a:lnTo>
                  <a:lnTo>
                    <a:pt x="4665" y="13182"/>
                  </a:lnTo>
                  <a:cubicBezTo>
                    <a:pt x="2210" y="13182"/>
                    <a:pt x="215" y="10271"/>
                    <a:pt x="215" y="6698"/>
                  </a:cubicBezTo>
                  <a:cubicBezTo>
                    <a:pt x="215" y="3123"/>
                    <a:pt x="2210" y="215"/>
                    <a:pt x="4665" y="215"/>
                  </a:cubicBezTo>
                  <a:close/>
                  <a:moveTo>
                    <a:pt x="4665" y="1"/>
                  </a:moveTo>
                  <a:cubicBezTo>
                    <a:pt x="2092" y="1"/>
                    <a:pt x="0" y="3004"/>
                    <a:pt x="0" y="6698"/>
                  </a:cubicBezTo>
                  <a:cubicBezTo>
                    <a:pt x="0" y="10391"/>
                    <a:pt x="2092" y="13397"/>
                    <a:pt x="4665" y="13397"/>
                  </a:cubicBezTo>
                  <a:lnTo>
                    <a:pt x="10350" y="13397"/>
                  </a:lnTo>
                  <a:cubicBezTo>
                    <a:pt x="10410" y="13397"/>
                    <a:pt x="10457" y="13349"/>
                    <a:pt x="10457" y="13289"/>
                  </a:cubicBezTo>
                  <a:lnTo>
                    <a:pt x="10457" y="108"/>
                  </a:lnTo>
                  <a:cubicBezTo>
                    <a:pt x="10457" y="48"/>
                    <a:pt x="10410" y="1"/>
                    <a:pt x="1035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" name="Google Shape;1059;p37"/>
            <p:cNvSpPr/>
            <p:nvPr/>
          </p:nvSpPr>
          <p:spPr>
            <a:xfrm>
              <a:off x="5973375" y="3947825"/>
              <a:ext cx="227900" cy="329650"/>
            </a:xfrm>
            <a:custGeom>
              <a:rect b="b" l="l" r="r" t="t"/>
              <a:pathLst>
                <a:path extrusionOk="0" h="13186" w="9116">
                  <a:moveTo>
                    <a:pt x="4558" y="1"/>
                  </a:moveTo>
                  <a:cubicBezTo>
                    <a:pt x="2042" y="1"/>
                    <a:pt x="0" y="2954"/>
                    <a:pt x="0" y="6594"/>
                  </a:cubicBezTo>
                  <a:cubicBezTo>
                    <a:pt x="0" y="10234"/>
                    <a:pt x="2042" y="13185"/>
                    <a:pt x="4558" y="13185"/>
                  </a:cubicBezTo>
                  <a:cubicBezTo>
                    <a:pt x="7074" y="13185"/>
                    <a:pt x="9116" y="10234"/>
                    <a:pt x="9116" y="6594"/>
                  </a:cubicBezTo>
                  <a:cubicBezTo>
                    <a:pt x="9116" y="2954"/>
                    <a:pt x="7074" y="1"/>
                    <a:pt x="45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" name="Google Shape;1060;p37"/>
            <p:cNvSpPr/>
            <p:nvPr/>
          </p:nvSpPr>
          <p:spPr>
            <a:xfrm>
              <a:off x="5970725" y="3945200"/>
              <a:ext cx="233200" cy="334950"/>
            </a:xfrm>
            <a:custGeom>
              <a:rect b="b" l="l" r="r" t="t"/>
              <a:pathLst>
                <a:path extrusionOk="0" h="13398" w="9328">
                  <a:moveTo>
                    <a:pt x="4664" y="213"/>
                  </a:moveTo>
                  <a:cubicBezTo>
                    <a:pt x="7118" y="213"/>
                    <a:pt x="9114" y="3123"/>
                    <a:pt x="9114" y="6699"/>
                  </a:cubicBezTo>
                  <a:cubicBezTo>
                    <a:pt x="9114" y="10275"/>
                    <a:pt x="7118" y="13183"/>
                    <a:pt x="4664" y="13183"/>
                  </a:cubicBezTo>
                  <a:cubicBezTo>
                    <a:pt x="2210" y="13183"/>
                    <a:pt x="214" y="10274"/>
                    <a:pt x="214" y="6699"/>
                  </a:cubicBezTo>
                  <a:cubicBezTo>
                    <a:pt x="214" y="3123"/>
                    <a:pt x="2210" y="213"/>
                    <a:pt x="4664" y="213"/>
                  </a:cubicBezTo>
                  <a:close/>
                  <a:moveTo>
                    <a:pt x="4664" y="0"/>
                  </a:moveTo>
                  <a:cubicBezTo>
                    <a:pt x="2093" y="0"/>
                    <a:pt x="1" y="3005"/>
                    <a:pt x="1" y="6699"/>
                  </a:cubicBezTo>
                  <a:cubicBezTo>
                    <a:pt x="1" y="10392"/>
                    <a:pt x="2093" y="13398"/>
                    <a:pt x="4664" y="13398"/>
                  </a:cubicBezTo>
                  <a:cubicBezTo>
                    <a:pt x="7235" y="13398"/>
                    <a:pt x="9327" y="10392"/>
                    <a:pt x="9327" y="6699"/>
                  </a:cubicBezTo>
                  <a:cubicBezTo>
                    <a:pt x="9327" y="3005"/>
                    <a:pt x="7235" y="0"/>
                    <a:pt x="466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" name="Google Shape;1061;p37"/>
            <p:cNvSpPr/>
            <p:nvPr/>
          </p:nvSpPr>
          <p:spPr>
            <a:xfrm>
              <a:off x="5934375" y="3862850"/>
              <a:ext cx="345375" cy="499600"/>
            </a:xfrm>
            <a:custGeom>
              <a:rect b="b" l="l" r="r" t="t"/>
              <a:pathLst>
                <a:path extrusionOk="0" h="19984" w="13815">
                  <a:moveTo>
                    <a:pt x="6907" y="1"/>
                  </a:moveTo>
                  <a:cubicBezTo>
                    <a:pt x="5076" y="1"/>
                    <a:pt x="3319" y="1053"/>
                    <a:pt x="2023" y="2928"/>
                  </a:cubicBezTo>
                  <a:cubicBezTo>
                    <a:pt x="728" y="4801"/>
                    <a:pt x="0" y="7343"/>
                    <a:pt x="0" y="9993"/>
                  </a:cubicBezTo>
                  <a:cubicBezTo>
                    <a:pt x="0" y="12642"/>
                    <a:pt x="728" y="15183"/>
                    <a:pt x="2023" y="17056"/>
                  </a:cubicBezTo>
                  <a:cubicBezTo>
                    <a:pt x="3319" y="18931"/>
                    <a:pt x="5076" y="19984"/>
                    <a:pt x="6907" y="19984"/>
                  </a:cubicBezTo>
                  <a:cubicBezTo>
                    <a:pt x="8739" y="19984"/>
                    <a:pt x="10495" y="18931"/>
                    <a:pt x="11791" y="17056"/>
                  </a:cubicBezTo>
                  <a:cubicBezTo>
                    <a:pt x="13086" y="15183"/>
                    <a:pt x="13814" y="12642"/>
                    <a:pt x="13814" y="9993"/>
                  </a:cubicBezTo>
                  <a:cubicBezTo>
                    <a:pt x="13814" y="7343"/>
                    <a:pt x="13086" y="4801"/>
                    <a:pt x="11791" y="2928"/>
                  </a:cubicBezTo>
                  <a:cubicBezTo>
                    <a:pt x="10495" y="1053"/>
                    <a:pt x="8739" y="1"/>
                    <a:pt x="69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" name="Google Shape;1062;p37"/>
            <p:cNvSpPr/>
            <p:nvPr/>
          </p:nvSpPr>
          <p:spPr>
            <a:xfrm>
              <a:off x="5931675" y="3860200"/>
              <a:ext cx="350750" cy="504900"/>
            </a:xfrm>
            <a:custGeom>
              <a:rect b="b" l="l" r="r" t="t"/>
              <a:pathLst>
                <a:path extrusionOk="0" h="20196" w="14030">
                  <a:moveTo>
                    <a:pt x="7015" y="214"/>
                  </a:moveTo>
                  <a:cubicBezTo>
                    <a:pt x="10764" y="214"/>
                    <a:pt x="13815" y="4648"/>
                    <a:pt x="13815" y="10099"/>
                  </a:cubicBezTo>
                  <a:cubicBezTo>
                    <a:pt x="13815" y="15548"/>
                    <a:pt x="10764" y="19983"/>
                    <a:pt x="7015" y="19983"/>
                  </a:cubicBezTo>
                  <a:cubicBezTo>
                    <a:pt x="3266" y="19983"/>
                    <a:pt x="215" y="15548"/>
                    <a:pt x="215" y="10099"/>
                  </a:cubicBezTo>
                  <a:cubicBezTo>
                    <a:pt x="215" y="4648"/>
                    <a:pt x="3266" y="214"/>
                    <a:pt x="7015" y="214"/>
                  </a:cubicBezTo>
                  <a:close/>
                  <a:moveTo>
                    <a:pt x="7015" y="1"/>
                  </a:moveTo>
                  <a:cubicBezTo>
                    <a:pt x="3147" y="1"/>
                    <a:pt x="1" y="4530"/>
                    <a:pt x="1" y="10099"/>
                  </a:cubicBezTo>
                  <a:cubicBezTo>
                    <a:pt x="1" y="15666"/>
                    <a:pt x="3148" y="20195"/>
                    <a:pt x="7015" y="20195"/>
                  </a:cubicBezTo>
                  <a:cubicBezTo>
                    <a:pt x="10883" y="20195"/>
                    <a:pt x="14030" y="15666"/>
                    <a:pt x="14030" y="10099"/>
                  </a:cubicBezTo>
                  <a:cubicBezTo>
                    <a:pt x="14030" y="4530"/>
                    <a:pt x="10883" y="1"/>
                    <a:pt x="701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" name="Google Shape;1063;p37"/>
            <p:cNvSpPr/>
            <p:nvPr/>
          </p:nvSpPr>
          <p:spPr>
            <a:xfrm>
              <a:off x="5974450" y="3862850"/>
              <a:ext cx="345375" cy="499600"/>
            </a:xfrm>
            <a:custGeom>
              <a:rect b="b" l="l" r="r" t="t"/>
              <a:pathLst>
                <a:path extrusionOk="0" h="19984" w="13815">
                  <a:moveTo>
                    <a:pt x="6908" y="1"/>
                  </a:moveTo>
                  <a:cubicBezTo>
                    <a:pt x="5076" y="1"/>
                    <a:pt x="3319" y="1053"/>
                    <a:pt x="2024" y="2928"/>
                  </a:cubicBezTo>
                  <a:cubicBezTo>
                    <a:pt x="729" y="4801"/>
                    <a:pt x="1" y="7343"/>
                    <a:pt x="1" y="9993"/>
                  </a:cubicBezTo>
                  <a:cubicBezTo>
                    <a:pt x="1" y="12642"/>
                    <a:pt x="729" y="15183"/>
                    <a:pt x="2024" y="17056"/>
                  </a:cubicBezTo>
                  <a:cubicBezTo>
                    <a:pt x="3319" y="18931"/>
                    <a:pt x="5076" y="19984"/>
                    <a:pt x="6908" y="19984"/>
                  </a:cubicBezTo>
                  <a:cubicBezTo>
                    <a:pt x="8739" y="19984"/>
                    <a:pt x="10496" y="18931"/>
                    <a:pt x="11791" y="17056"/>
                  </a:cubicBezTo>
                  <a:cubicBezTo>
                    <a:pt x="13087" y="15183"/>
                    <a:pt x="13815" y="12642"/>
                    <a:pt x="13815" y="9993"/>
                  </a:cubicBezTo>
                  <a:cubicBezTo>
                    <a:pt x="13815" y="7343"/>
                    <a:pt x="13087" y="4801"/>
                    <a:pt x="11791" y="2928"/>
                  </a:cubicBezTo>
                  <a:cubicBezTo>
                    <a:pt x="10496" y="1053"/>
                    <a:pt x="8739" y="1"/>
                    <a:pt x="690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" name="Google Shape;1064;p37"/>
            <p:cNvSpPr/>
            <p:nvPr/>
          </p:nvSpPr>
          <p:spPr>
            <a:xfrm>
              <a:off x="5971775" y="3860200"/>
              <a:ext cx="350750" cy="504900"/>
            </a:xfrm>
            <a:custGeom>
              <a:rect b="b" l="l" r="r" t="t"/>
              <a:pathLst>
                <a:path extrusionOk="0" h="20196" w="14030">
                  <a:moveTo>
                    <a:pt x="7015" y="214"/>
                  </a:moveTo>
                  <a:cubicBezTo>
                    <a:pt x="10764" y="214"/>
                    <a:pt x="13815" y="4648"/>
                    <a:pt x="13815" y="10099"/>
                  </a:cubicBezTo>
                  <a:cubicBezTo>
                    <a:pt x="13815" y="15548"/>
                    <a:pt x="10764" y="19983"/>
                    <a:pt x="7015" y="19983"/>
                  </a:cubicBezTo>
                  <a:cubicBezTo>
                    <a:pt x="3266" y="19983"/>
                    <a:pt x="215" y="15548"/>
                    <a:pt x="215" y="10099"/>
                  </a:cubicBezTo>
                  <a:cubicBezTo>
                    <a:pt x="215" y="4648"/>
                    <a:pt x="3264" y="214"/>
                    <a:pt x="7015" y="214"/>
                  </a:cubicBezTo>
                  <a:close/>
                  <a:moveTo>
                    <a:pt x="7015" y="1"/>
                  </a:moveTo>
                  <a:cubicBezTo>
                    <a:pt x="3147" y="1"/>
                    <a:pt x="0" y="4530"/>
                    <a:pt x="0" y="10099"/>
                  </a:cubicBezTo>
                  <a:cubicBezTo>
                    <a:pt x="0" y="15666"/>
                    <a:pt x="3147" y="20195"/>
                    <a:pt x="7015" y="20195"/>
                  </a:cubicBezTo>
                  <a:cubicBezTo>
                    <a:pt x="10882" y="20195"/>
                    <a:pt x="14029" y="15666"/>
                    <a:pt x="14029" y="10099"/>
                  </a:cubicBezTo>
                  <a:cubicBezTo>
                    <a:pt x="14029" y="4530"/>
                    <a:pt x="10882" y="1"/>
                    <a:pt x="701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" name="Google Shape;1065;p37"/>
            <p:cNvSpPr/>
            <p:nvPr/>
          </p:nvSpPr>
          <p:spPr>
            <a:xfrm>
              <a:off x="6075850" y="4009600"/>
              <a:ext cx="142600" cy="206125"/>
            </a:xfrm>
            <a:custGeom>
              <a:rect b="b" l="l" r="r" t="t"/>
              <a:pathLst>
                <a:path extrusionOk="0" h="8245" w="5704">
                  <a:moveTo>
                    <a:pt x="2852" y="0"/>
                  </a:moveTo>
                  <a:cubicBezTo>
                    <a:pt x="1276" y="0"/>
                    <a:pt x="0" y="1846"/>
                    <a:pt x="0" y="4123"/>
                  </a:cubicBezTo>
                  <a:cubicBezTo>
                    <a:pt x="0" y="6400"/>
                    <a:pt x="1276" y="8244"/>
                    <a:pt x="2852" y="8244"/>
                  </a:cubicBezTo>
                  <a:cubicBezTo>
                    <a:pt x="4427" y="8244"/>
                    <a:pt x="5703" y="6400"/>
                    <a:pt x="5703" y="4123"/>
                  </a:cubicBezTo>
                  <a:cubicBezTo>
                    <a:pt x="5703" y="1846"/>
                    <a:pt x="4427" y="0"/>
                    <a:pt x="285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" name="Google Shape;1066;p37"/>
            <p:cNvSpPr/>
            <p:nvPr/>
          </p:nvSpPr>
          <p:spPr>
            <a:xfrm>
              <a:off x="6073175" y="4006950"/>
              <a:ext cx="147900" cy="211450"/>
            </a:xfrm>
            <a:custGeom>
              <a:rect b="b" l="l" r="r" t="t"/>
              <a:pathLst>
                <a:path extrusionOk="0" h="8458" w="5916">
                  <a:moveTo>
                    <a:pt x="2959" y="213"/>
                  </a:moveTo>
                  <a:cubicBezTo>
                    <a:pt x="4472" y="213"/>
                    <a:pt x="5703" y="2015"/>
                    <a:pt x="5703" y="4229"/>
                  </a:cubicBezTo>
                  <a:cubicBezTo>
                    <a:pt x="5703" y="6443"/>
                    <a:pt x="4472" y="8245"/>
                    <a:pt x="2959" y="8245"/>
                  </a:cubicBezTo>
                  <a:cubicBezTo>
                    <a:pt x="1446" y="8245"/>
                    <a:pt x="215" y="6443"/>
                    <a:pt x="215" y="4229"/>
                  </a:cubicBezTo>
                  <a:cubicBezTo>
                    <a:pt x="215" y="2013"/>
                    <a:pt x="1446" y="213"/>
                    <a:pt x="2959" y="213"/>
                  </a:cubicBezTo>
                  <a:close/>
                  <a:moveTo>
                    <a:pt x="2959" y="0"/>
                  </a:moveTo>
                  <a:cubicBezTo>
                    <a:pt x="1328" y="0"/>
                    <a:pt x="0" y="1897"/>
                    <a:pt x="0" y="4229"/>
                  </a:cubicBezTo>
                  <a:cubicBezTo>
                    <a:pt x="0" y="6561"/>
                    <a:pt x="1328" y="8458"/>
                    <a:pt x="2959" y="8458"/>
                  </a:cubicBezTo>
                  <a:cubicBezTo>
                    <a:pt x="4589" y="8458"/>
                    <a:pt x="5916" y="6561"/>
                    <a:pt x="5916" y="4229"/>
                  </a:cubicBezTo>
                  <a:cubicBezTo>
                    <a:pt x="5916" y="1897"/>
                    <a:pt x="4589" y="0"/>
                    <a:pt x="295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" name="Google Shape;1067;p37"/>
            <p:cNvSpPr/>
            <p:nvPr/>
          </p:nvSpPr>
          <p:spPr>
            <a:xfrm>
              <a:off x="6093575" y="4009600"/>
              <a:ext cx="142550" cy="206125"/>
            </a:xfrm>
            <a:custGeom>
              <a:rect b="b" l="l" r="r" t="t"/>
              <a:pathLst>
                <a:path extrusionOk="0" h="8245" w="5702">
                  <a:moveTo>
                    <a:pt x="2850" y="0"/>
                  </a:moveTo>
                  <a:cubicBezTo>
                    <a:pt x="1276" y="0"/>
                    <a:pt x="0" y="1846"/>
                    <a:pt x="0" y="4123"/>
                  </a:cubicBezTo>
                  <a:cubicBezTo>
                    <a:pt x="0" y="6400"/>
                    <a:pt x="1276" y="8244"/>
                    <a:pt x="2850" y="8244"/>
                  </a:cubicBezTo>
                  <a:cubicBezTo>
                    <a:pt x="4425" y="8244"/>
                    <a:pt x="5701" y="6400"/>
                    <a:pt x="5701" y="4123"/>
                  </a:cubicBezTo>
                  <a:cubicBezTo>
                    <a:pt x="5701" y="1846"/>
                    <a:pt x="4425" y="0"/>
                    <a:pt x="28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" name="Google Shape;1068;p37"/>
            <p:cNvSpPr/>
            <p:nvPr/>
          </p:nvSpPr>
          <p:spPr>
            <a:xfrm>
              <a:off x="6090875" y="4006950"/>
              <a:ext cx="147925" cy="211450"/>
            </a:xfrm>
            <a:custGeom>
              <a:rect b="b" l="l" r="r" t="t"/>
              <a:pathLst>
                <a:path extrusionOk="0" h="8458" w="5917">
                  <a:moveTo>
                    <a:pt x="2959" y="213"/>
                  </a:moveTo>
                  <a:cubicBezTo>
                    <a:pt x="4472" y="213"/>
                    <a:pt x="5704" y="2015"/>
                    <a:pt x="5704" y="4229"/>
                  </a:cubicBezTo>
                  <a:cubicBezTo>
                    <a:pt x="5704" y="6443"/>
                    <a:pt x="4472" y="8245"/>
                    <a:pt x="2959" y="8245"/>
                  </a:cubicBezTo>
                  <a:cubicBezTo>
                    <a:pt x="1445" y="8245"/>
                    <a:pt x="214" y="6443"/>
                    <a:pt x="214" y="4229"/>
                  </a:cubicBezTo>
                  <a:cubicBezTo>
                    <a:pt x="214" y="2013"/>
                    <a:pt x="1445" y="213"/>
                    <a:pt x="2959" y="213"/>
                  </a:cubicBezTo>
                  <a:close/>
                  <a:moveTo>
                    <a:pt x="2959" y="0"/>
                  </a:moveTo>
                  <a:cubicBezTo>
                    <a:pt x="1328" y="0"/>
                    <a:pt x="1" y="1897"/>
                    <a:pt x="1" y="4229"/>
                  </a:cubicBezTo>
                  <a:cubicBezTo>
                    <a:pt x="1" y="6561"/>
                    <a:pt x="1328" y="8458"/>
                    <a:pt x="2959" y="8458"/>
                  </a:cubicBezTo>
                  <a:cubicBezTo>
                    <a:pt x="4590" y="8458"/>
                    <a:pt x="5916" y="6561"/>
                    <a:pt x="5916" y="4229"/>
                  </a:cubicBezTo>
                  <a:cubicBezTo>
                    <a:pt x="5916" y="1897"/>
                    <a:pt x="4590" y="0"/>
                    <a:pt x="295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" name="Google Shape;1069;p37"/>
            <p:cNvSpPr/>
            <p:nvPr/>
          </p:nvSpPr>
          <p:spPr>
            <a:xfrm>
              <a:off x="6144575" y="4020600"/>
              <a:ext cx="59200" cy="195900"/>
            </a:xfrm>
            <a:custGeom>
              <a:rect b="b" l="l" r="r" t="t"/>
              <a:pathLst>
                <a:path extrusionOk="0" h="7836" w="2368">
                  <a:moveTo>
                    <a:pt x="2162" y="1"/>
                  </a:moveTo>
                  <a:lnTo>
                    <a:pt x="0" y="7778"/>
                  </a:lnTo>
                  <a:lnTo>
                    <a:pt x="205" y="7836"/>
                  </a:lnTo>
                  <a:lnTo>
                    <a:pt x="2367" y="57"/>
                  </a:lnTo>
                  <a:lnTo>
                    <a:pt x="216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37"/>
            <p:cNvSpPr/>
            <p:nvPr/>
          </p:nvSpPr>
          <p:spPr>
            <a:xfrm>
              <a:off x="5723725" y="4075225"/>
              <a:ext cx="79975" cy="16025"/>
            </a:xfrm>
            <a:custGeom>
              <a:rect b="b" l="l" r="r" t="t"/>
              <a:pathLst>
                <a:path extrusionOk="0" h="641" w="3199">
                  <a:moveTo>
                    <a:pt x="320" y="0"/>
                  </a:moveTo>
                  <a:cubicBezTo>
                    <a:pt x="143" y="0"/>
                    <a:pt x="0" y="143"/>
                    <a:pt x="0" y="320"/>
                  </a:cubicBezTo>
                  <a:cubicBezTo>
                    <a:pt x="0" y="497"/>
                    <a:pt x="143" y="640"/>
                    <a:pt x="320" y="640"/>
                  </a:cubicBezTo>
                  <a:lnTo>
                    <a:pt x="2880" y="640"/>
                  </a:lnTo>
                  <a:cubicBezTo>
                    <a:pt x="3055" y="640"/>
                    <a:pt x="3198" y="497"/>
                    <a:pt x="3198" y="320"/>
                  </a:cubicBezTo>
                  <a:cubicBezTo>
                    <a:pt x="3198" y="143"/>
                    <a:pt x="3055" y="0"/>
                    <a:pt x="2880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" name="Google Shape;1071;p37"/>
            <p:cNvSpPr/>
            <p:nvPr/>
          </p:nvSpPr>
          <p:spPr>
            <a:xfrm>
              <a:off x="5754175" y="4035825"/>
              <a:ext cx="79975" cy="16050"/>
            </a:xfrm>
            <a:custGeom>
              <a:rect b="b" l="l" r="r" t="t"/>
              <a:pathLst>
                <a:path extrusionOk="0" h="642" w="3199">
                  <a:moveTo>
                    <a:pt x="320" y="1"/>
                  </a:moveTo>
                  <a:cubicBezTo>
                    <a:pt x="143" y="1"/>
                    <a:pt x="0" y="144"/>
                    <a:pt x="0" y="321"/>
                  </a:cubicBezTo>
                  <a:cubicBezTo>
                    <a:pt x="0" y="497"/>
                    <a:pt x="143" y="641"/>
                    <a:pt x="320" y="641"/>
                  </a:cubicBezTo>
                  <a:lnTo>
                    <a:pt x="2878" y="641"/>
                  </a:lnTo>
                  <a:cubicBezTo>
                    <a:pt x="3055" y="641"/>
                    <a:pt x="3198" y="497"/>
                    <a:pt x="3198" y="321"/>
                  </a:cubicBezTo>
                  <a:cubicBezTo>
                    <a:pt x="3198" y="144"/>
                    <a:pt x="3055" y="1"/>
                    <a:pt x="2878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" name="Google Shape;1072;p37"/>
            <p:cNvSpPr/>
            <p:nvPr/>
          </p:nvSpPr>
          <p:spPr>
            <a:xfrm>
              <a:off x="5719150" y="4116525"/>
              <a:ext cx="79975" cy="16050"/>
            </a:xfrm>
            <a:custGeom>
              <a:rect b="b" l="l" r="r" t="t"/>
              <a:pathLst>
                <a:path extrusionOk="0" h="642" w="3199">
                  <a:moveTo>
                    <a:pt x="320" y="1"/>
                  </a:moveTo>
                  <a:cubicBezTo>
                    <a:pt x="143" y="1"/>
                    <a:pt x="0" y="144"/>
                    <a:pt x="0" y="321"/>
                  </a:cubicBezTo>
                  <a:cubicBezTo>
                    <a:pt x="0" y="498"/>
                    <a:pt x="143" y="641"/>
                    <a:pt x="320" y="641"/>
                  </a:cubicBezTo>
                  <a:lnTo>
                    <a:pt x="2878" y="641"/>
                  </a:lnTo>
                  <a:cubicBezTo>
                    <a:pt x="3055" y="641"/>
                    <a:pt x="3198" y="498"/>
                    <a:pt x="3198" y="321"/>
                  </a:cubicBezTo>
                  <a:cubicBezTo>
                    <a:pt x="3198" y="144"/>
                    <a:pt x="3055" y="1"/>
                    <a:pt x="2878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" name="Google Shape;1073;p37"/>
            <p:cNvSpPr/>
            <p:nvPr/>
          </p:nvSpPr>
          <p:spPr>
            <a:xfrm>
              <a:off x="5743550" y="4156250"/>
              <a:ext cx="79975" cy="16025"/>
            </a:xfrm>
            <a:custGeom>
              <a:rect b="b" l="l" r="r" t="t"/>
              <a:pathLst>
                <a:path extrusionOk="0" h="641" w="3199">
                  <a:moveTo>
                    <a:pt x="321" y="1"/>
                  </a:moveTo>
                  <a:cubicBezTo>
                    <a:pt x="144" y="1"/>
                    <a:pt x="1" y="143"/>
                    <a:pt x="1" y="321"/>
                  </a:cubicBezTo>
                  <a:cubicBezTo>
                    <a:pt x="1" y="498"/>
                    <a:pt x="144" y="641"/>
                    <a:pt x="321" y="641"/>
                  </a:cubicBezTo>
                  <a:lnTo>
                    <a:pt x="2879" y="641"/>
                  </a:lnTo>
                  <a:cubicBezTo>
                    <a:pt x="3056" y="641"/>
                    <a:pt x="3199" y="498"/>
                    <a:pt x="3199" y="321"/>
                  </a:cubicBezTo>
                  <a:cubicBezTo>
                    <a:pt x="3199" y="143"/>
                    <a:pt x="3056" y="1"/>
                    <a:pt x="2879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" name="Google Shape;1074;p37"/>
            <p:cNvSpPr/>
            <p:nvPr/>
          </p:nvSpPr>
          <p:spPr>
            <a:xfrm>
              <a:off x="5376175" y="4923975"/>
              <a:ext cx="53050" cy="43400"/>
            </a:xfrm>
            <a:custGeom>
              <a:rect b="b" l="l" r="r" t="t"/>
              <a:pathLst>
                <a:path extrusionOk="0" h="1736" w="2122">
                  <a:moveTo>
                    <a:pt x="600" y="1"/>
                  </a:moveTo>
                  <a:cubicBezTo>
                    <a:pt x="270" y="1"/>
                    <a:pt x="0" y="388"/>
                    <a:pt x="0" y="869"/>
                  </a:cubicBezTo>
                  <a:cubicBezTo>
                    <a:pt x="0" y="1348"/>
                    <a:pt x="270" y="1735"/>
                    <a:pt x="600" y="1735"/>
                  </a:cubicBezTo>
                  <a:lnTo>
                    <a:pt x="2122" y="1735"/>
                  </a:lnTo>
                  <a:lnTo>
                    <a:pt x="212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" name="Google Shape;1075;p37"/>
            <p:cNvSpPr/>
            <p:nvPr/>
          </p:nvSpPr>
          <p:spPr>
            <a:xfrm>
              <a:off x="5373525" y="4921300"/>
              <a:ext cx="58375" cy="48750"/>
            </a:xfrm>
            <a:custGeom>
              <a:rect b="b" l="l" r="r" t="t"/>
              <a:pathLst>
                <a:path extrusionOk="0" h="1950" w="2335">
                  <a:moveTo>
                    <a:pt x="2122" y="214"/>
                  </a:moveTo>
                  <a:lnTo>
                    <a:pt x="2122" y="1737"/>
                  </a:lnTo>
                  <a:lnTo>
                    <a:pt x="706" y="1737"/>
                  </a:lnTo>
                  <a:cubicBezTo>
                    <a:pt x="438" y="1737"/>
                    <a:pt x="213" y="1388"/>
                    <a:pt x="213" y="976"/>
                  </a:cubicBezTo>
                  <a:cubicBezTo>
                    <a:pt x="213" y="563"/>
                    <a:pt x="438" y="214"/>
                    <a:pt x="706" y="214"/>
                  </a:cubicBezTo>
                  <a:close/>
                  <a:moveTo>
                    <a:pt x="706" y="1"/>
                  </a:moveTo>
                  <a:cubicBezTo>
                    <a:pt x="316" y="1"/>
                    <a:pt x="0" y="438"/>
                    <a:pt x="0" y="976"/>
                  </a:cubicBezTo>
                  <a:cubicBezTo>
                    <a:pt x="0" y="1513"/>
                    <a:pt x="316" y="1950"/>
                    <a:pt x="706" y="1950"/>
                  </a:cubicBezTo>
                  <a:lnTo>
                    <a:pt x="2228" y="1950"/>
                  </a:lnTo>
                  <a:cubicBezTo>
                    <a:pt x="2287" y="1950"/>
                    <a:pt x="2335" y="1902"/>
                    <a:pt x="2335" y="1842"/>
                  </a:cubicBezTo>
                  <a:lnTo>
                    <a:pt x="2335" y="108"/>
                  </a:lnTo>
                  <a:cubicBezTo>
                    <a:pt x="2335" y="48"/>
                    <a:pt x="2287" y="1"/>
                    <a:pt x="222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" name="Google Shape;1076;p37"/>
            <p:cNvSpPr/>
            <p:nvPr/>
          </p:nvSpPr>
          <p:spPr>
            <a:xfrm>
              <a:off x="5414250" y="4923975"/>
              <a:ext cx="30025" cy="43400"/>
            </a:xfrm>
            <a:custGeom>
              <a:rect b="b" l="l" r="r" t="t"/>
              <a:pathLst>
                <a:path extrusionOk="0" h="1736" w="1201">
                  <a:moveTo>
                    <a:pt x="599" y="1"/>
                  </a:moveTo>
                  <a:cubicBezTo>
                    <a:pt x="268" y="1"/>
                    <a:pt x="0" y="388"/>
                    <a:pt x="0" y="869"/>
                  </a:cubicBezTo>
                  <a:cubicBezTo>
                    <a:pt x="0" y="1348"/>
                    <a:pt x="267" y="1735"/>
                    <a:pt x="599" y="1735"/>
                  </a:cubicBezTo>
                  <a:cubicBezTo>
                    <a:pt x="932" y="1735"/>
                    <a:pt x="1200" y="1348"/>
                    <a:pt x="1200" y="869"/>
                  </a:cubicBezTo>
                  <a:cubicBezTo>
                    <a:pt x="1200" y="388"/>
                    <a:pt x="929" y="1"/>
                    <a:pt x="59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" name="Google Shape;1077;p37"/>
            <p:cNvSpPr/>
            <p:nvPr/>
          </p:nvSpPr>
          <p:spPr>
            <a:xfrm>
              <a:off x="5411550" y="4921300"/>
              <a:ext cx="35400" cy="48750"/>
            </a:xfrm>
            <a:custGeom>
              <a:rect b="b" l="l" r="r" t="t"/>
              <a:pathLst>
                <a:path extrusionOk="0" h="1950" w="1416">
                  <a:moveTo>
                    <a:pt x="707" y="214"/>
                  </a:moveTo>
                  <a:cubicBezTo>
                    <a:pt x="975" y="214"/>
                    <a:pt x="1203" y="556"/>
                    <a:pt x="1203" y="976"/>
                  </a:cubicBezTo>
                  <a:cubicBezTo>
                    <a:pt x="1203" y="1396"/>
                    <a:pt x="979" y="1737"/>
                    <a:pt x="707" y="1737"/>
                  </a:cubicBezTo>
                  <a:cubicBezTo>
                    <a:pt x="436" y="1737"/>
                    <a:pt x="214" y="1388"/>
                    <a:pt x="214" y="976"/>
                  </a:cubicBezTo>
                  <a:cubicBezTo>
                    <a:pt x="214" y="563"/>
                    <a:pt x="440" y="214"/>
                    <a:pt x="707" y="214"/>
                  </a:cubicBezTo>
                  <a:close/>
                  <a:moveTo>
                    <a:pt x="707" y="1"/>
                  </a:moveTo>
                  <a:cubicBezTo>
                    <a:pt x="318" y="1"/>
                    <a:pt x="1" y="428"/>
                    <a:pt x="1" y="976"/>
                  </a:cubicBezTo>
                  <a:cubicBezTo>
                    <a:pt x="1" y="1522"/>
                    <a:pt x="311" y="1950"/>
                    <a:pt x="707" y="1950"/>
                  </a:cubicBezTo>
                  <a:cubicBezTo>
                    <a:pt x="1104" y="1950"/>
                    <a:pt x="1415" y="1513"/>
                    <a:pt x="1415" y="976"/>
                  </a:cubicBezTo>
                  <a:cubicBezTo>
                    <a:pt x="1415" y="438"/>
                    <a:pt x="1097" y="1"/>
                    <a:pt x="7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" name="Google Shape;1078;p37"/>
            <p:cNvSpPr/>
            <p:nvPr/>
          </p:nvSpPr>
          <p:spPr>
            <a:xfrm>
              <a:off x="5409950" y="4901100"/>
              <a:ext cx="69300" cy="89175"/>
            </a:xfrm>
            <a:custGeom>
              <a:rect b="b" l="l" r="r" t="t"/>
              <a:pathLst>
                <a:path extrusionOk="0" h="3567" w="2772">
                  <a:moveTo>
                    <a:pt x="1234" y="0"/>
                  </a:moveTo>
                  <a:cubicBezTo>
                    <a:pt x="553" y="0"/>
                    <a:pt x="1" y="798"/>
                    <a:pt x="1" y="1784"/>
                  </a:cubicBezTo>
                  <a:cubicBezTo>
                    <a:pt x="1" y="2770"/>
                    <a:pt x="553" y="3566"/>
                    <a:pt x="1234" y="3566"/>
                  </a:cubicBezTo>
                  <a:lnTo>
                    <a:pt x="2772" y="3566"/>
                  </a:lnTo>
                  <a:lnTo>
                    <a:pt x="27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" name="Google Shape;1079;p37"/>
            <p:cNvSpPr/>
            <p:nvPr/>
          </p:nvSpPr>
          <p:spPr>
            <a:xfrm>
              <a:off x="5407325" y="4898450"/>
              <a:ext cx="74575" cy="94500"/>
            </a:xfrm>
            <a:custGeom>
              <a:rect b="b" l="l" r="r" t="t"/>
              <a:pathLst>
                <a:path extrusionOk="0" h="3780" w="2983">
                  <a:moveTo>
                    <a:pt x="2770" y="213"/>
                  </a:moveTo>
                  <a:lnTo>
                    <a:pt x="2770" y="3565"/>
                  </a:lnTo>
                  <a:lnTo>
                    <a:pt x="1339" y="3565"/>
                  </a:lnTo>
                  <a:cubicBezTo>
                    <a:pt x="718" y="3565"/>
                    <a:pt x="213" y="2813"/>
                    <a:pt x="213" y="1890"/>
                  </a:cubicBezTo>
                  <a:cubicBezTo>
                    <a:pt x="213" y="965"/>
                    <a:pt x="718" y="213"/>
                    <a:pt x="1339" y="213"/>
                  </a:cubicBezTo>
                  <a:close/>
                  <a:moveTo>
                    <a:pt x="1339" y="0"/>
                  </a:moveTo>
                  <a:cubicBezTo>
                    <a:pt x="600" y="0"/>
                    <a:pt x="0" y="848"/>
                    <a:pt x="0" y="1890"/>
                  </a:cubicBezTo>
                  <a:cubicBezTo>
                    <a:pt x="0" y="2931"/>
                    <a:pt x="600" y="3779"/>
                    <a:pt x="1339" y="3779"/>
                  </a:cubicBezTo>
                  <a:lnTo>
                    <a:pt x="2877" y="3779"/>
                  </a:lnTo>
                  <a:cubicBezTo>
                    <a:pt x="2935" y="3779"/>
                    <a:pt x="2983" y="3732"/>
                    <a:pt x="2983" y="3672"/>
                  </a:cubicBezTo>
                  <a:lnTo>
                    <a:pt x="2983" y="106"/>
                  </a:lnTo>
                  <a:cubicBezTo>
                    <a:pt x="2983" y="48"/>
                    <a:pt x="2935" y="0"/>
                    <a:pt x="287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" name="Google Shape;1080;p37"/>
            <p:cNvSpPr/>
            <p:nvPr/>
          </p:nvSpPr>
          <p:spPr>
            <a:xfrm>
              <a:off x="5448425" y="4901100"/>
              <a:ext cx="61650" cy="89175"/>
            </a:xfrm>
            <a:custGeom>
              <a:rect b="b" l="l" r="r" t="t"/>
              <a:pathLst>
                <a:path extrusionOk="0" h="3567" w="2466">
                  <a:moveTo>
                    <a:pt x="1233" y="0"/>
                  </a:moveTo>
                  <a:cubicBezTo>
                    <a:pt x="552" y="0"/>
                    <a:pt x="0" y="798"/>
                    <a:pt x="0" y="1784"/>
                  </a:cubicBezTo>
                  <a:cubicBezTo>
                    <a:pt x="0" y="2768"/>
                    <a:pt x="552" y="3566"/>
                    <a:pt x="1233" y="3566"/>
                  </a:cubicBezTo>
                  <a:cubicBezTo>
                    <a:pt x="1912" y="3566"/>
                    <a:pt x="2466" y="2768"/>
                    <a:pt x="2466" y="1784"/>
                  </a:cubicBezTo>
                  <a:cubicBezTo>
                    <a:pt x="2466" y="809"/>
                    <a:pt x="1912" y="0"/>
                    <a:pt x="12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" name="Google Shape;1081;p37"/>
            <p:cNvSpPr/>
            <p:nvPr/>
          </p:nvSpPr>
          <p:spPr>
            <a:xfrm>
              <a:off x="5445725" y="4898450"/>
              <a:ext cx="67000" cy="94500"/>
            </a:xfrm>
            <a:custGeom>
              <a:rect b="b" l="l" r="r" t="t"/>
              <a:pathLst>
                <a:path extrusionOk="0" h="3780" w="2680">
                  <a:moveTo>
                    <a:pt x="1341" y="213"/>
                  </a:moveTo>
                  <a:cubicBezTo>
                    <a:pt x="1951" y="213"/>
                    <a:pt x="2466" y="965"/>
                    <a:pt x="2466" y="1890"/>
                  </a:cubicBezTo>
                  <a:cubicBezTo>
                    <a:pt x="2466" y="2813"/>
                    <a:pt x="1962" y="3565"/>
                    <a:pt x="1341" y="3565"/>
                  </a:cubicBezTo>
                  <a:cubicBezTo>
                    <a:pt x="720" y="3565"/>
                    <a:pt x="215" y="2813"/>
                    <a:pt x="215" y="1890"/>
                  </a:cubicBezTo>
                  <a:cubicBezTo>
                    <a:pt x="215" y="965"/>
                    <a:pt x="720" y="213"/>
                    <a:pt x="1341" y="213"/>
                  </a:cubicBezTo>
                  <a:close/>
                  <a:moveTo>
                    <a:pt x="1341" y="0"/>
                  </a:moveTo>
                  <a:cubicBezTo>
                    <a:pt x="602" y="0"/>
                    <a:pt x="1" y="848"/>
                    <a:pt x="1" y="1890"/>
                  </a:cubicBezTo>
                  <a:cubicBezTo>
                    <a:pt x="1" y="2931"/>
                    <a:pt x="602" y="3779"/>
                    <a:pt x="1341" y="3779"/>
                  </a:cubicBezTo>
                  <a:cubicBezTo>
                    <a:pt x="2079" y="3779"/>
                    <a:pt x="2679" y="2932"/>
                    <a:pt x="2679" y="1890"/>
                  </a:cubicBezTo>
                  <a:cubicBezTo>
                    <a:pt x="2679" y="848"/>
                    <a:pt x="2079" y="0"/>
                    <a:pt x="134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2" name="Google Shape;1082;p37"/>
            <p:cNvSpPr/>
            <p:nvPr/>
          </p:nvSpPr>
          <p:spPr>
            <a:xfrm>
              <a:off x="5437850" y="4878125"/>
              <a:ext cx="93400" cy="135100"/>
            </a:xfrm>
            <a:custGeom>
              <a:rect b="b" l="l" r="r" t="t"/>
              <a:pathLst>
                <a:path extrusionOk="0" h="5404" w="3736">
                  <a:moveTo>
                    <a:pt x="1869" y="0"/>
                  </a:moveTo>
                  <a:cubicBezTo>
                    <a:pt x="837" y="0"/>
                    <a:pt x="0" y="1209"/>
                    <a:pt x="0" y="2703"/>
                  </a:cubicBezTo>
                  <a:cubicBezTo>
                    <a:pt x="0" y="4195"/>
                    <a:pt x="837" y="5404"/>
                    <a:pt x="1869" y="5404"/>
                  </a:cubicBezTo>
                  <a:cubicBezTo>
                    <a:pt x="2901" y="5404"/>
                    <a:pt x="3736" y="4195"/>
                    <a:pt x="3736" y="2703"/>
                  </a:cubicBezTo>
                  <a:cubicBezTo>
                    <a:pt x="3736" y="1209"/>
                    <a:pt x="2901" y="0"/>
                    <a:pt x="18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" name="Google Shape;1083;p37"/>
            <p:cNvSpPr/>
            <p:nvPr/>
          </p:nvSpPr>
          <p:spPr>
            <a:xfrm>
              <a:off x="5435200" y="4875475"/>
              <a:ext cx="98750" cy="140425"/>
            </a:xfrm>
            <a:custGeom>
              <a:rect b="b" l="l" r="r" t="t"/>
              <a:pathLst>
                <a:path extrusionOk="0" h="5617" w="3950">
                  <a:moveTo>
                    <a:pt x="1975" y="214"/>
                  </a:moveTo>
                  <a:cubicBezTo>
                    <a:pt x="2946" y="214"/>
                    <a:pt x="3736" y="1377"/>
                    <a:pt x="3736" y="2809"/>
                  </a:cubicBezTo>
                  <a:cubicBezTo>
                    <a:pt x="3736" y="4240"/>
                    <a:pt x="2946" y="5404"/>
                    <a:pt x="1975" y="5404"/>
                  </a:cubicBezTo>
                  <a:cubicBezTo>
                    <a:pt x="1004" y="5404"/>
                    <a:pt x="213" y="4240"/>
                    <a:pt x="213" y="2809"/>
                  </a:cubicBezTo>
                  <a:cubicBezTo>
                    <a:pt x="213" y="1377"/>
                    <a:pt x="1004" y="214"/>
                    <a:pt x="1975" y="214"/>
                  </a:cubicBezTo>
                  <a:close/>
                  <a:moveTo>
                    <a:pt x="1975" y="1"/>
                  </a:moveTo>
                  <a:cubicBezTo>
                    <a:pt x="886" y="1"/>
                    <a:pt x="0" y="1260"/>
                    <a:pt x="0" y="2809"/>
                  </a:cubicBezTo>
                  <a:cubicBezTo>
                    <a:pt x="0" y="4357"/>
                    <a:pt x="886" y="5617"/>
                    <a:pt x="1975" y="5617"/>
                  </a:cubicBezTo>
                  <a:cubicBezTo>
                    <a:pt x="3063" y="5617"/>
                    <a:pt x="3949" y="4357"/>
                    <a:pt x="3949" y="2809"/>
                  </a:cubicBezTo>
                  <a:cubicBezTo>
                    <a:pt x="3949" y="1260"/>
                    <a:pt x="3063" y="1"/>
                    <a:pt x="197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" name="Google Shape;1084;p37"/>
            <p:cNvSpPr/>
            <p:nvPr/>
          </p:nvSpPr>
          <p:spPr>
            <a:xfrm>
              <a:off x="5448700" y="4878125"/>
              <a:ext cx="93475" cy="135100"/>
            </a:xfrm>
            <a:custGeom>
              <a:rect b="b" l="l" r="r" t="t"/>
              <a:pathLst>
                <a:path extrusionOk="0" h="5404" w="3739">
                  <a:moveTo>
                    <a:pt x="1870" y="0"/>
                  </a:moveTo>
                  <a:cubicBezTo>
                    <a:pt x="838" y="0"/>
                    <a:pt x="1" y="1209"/>
                    <a:pt x="1" y="2703"/>
                  </a:cubicBezTo>
                  <a:cubicBezTo>
                    <a:pt x="1" y="4195"/>
                    <a:pt x="838" y="5404"/>
                    <a:pt x="1870" y="5404"/>
                  </a:cubicBezTo>
                  <a:cubicBezTo>
                    <a:pt x="2901" y="5404"/>
                    <a:pt x="3738" y="4195"/>
                    <a:pt x="3738" y="2703"/>
                  </a:cubicBezTo>
                  <a:cubicBezTo>
                    <a:pt x="3738" y="1209"/>
                    <a:pt x="2901" y="0"/>
                    <a:pt x="187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37"/>
            <p:cNvSpPr/>
            <p:nvPr/>
          </p:nvSpPr>
          <p:spPr>
            <a:xfrm>
              <a:off x="5446075" y="4875475"/>
              <a:ext cx="98725" cy="140425"/>
            </a:xfrm>
            <a:custGeom>
              <a:rect b="b" l="l" r="r" t="t"/>
              <a:pathLst>
                <a:path extrusionOk="0" h="5617" w="3949">
                  <a:moveTo>
                    <a:pt x="1975" y="214"/>
                  </a:moveTo>
                  <a:cubicBezTo>
                    <a:pt x="2945" y="214"/>
                    <a:pt x="3736" y="1377"/>
                    <a:pt x="3736" y="2809"/>
                  </a:cubicBezTo>
                  <a:cubicBezTo>
                    <a:pt x="3736" y="4240"/>
                    <a:pt x="2947" y="5404"/>
                    <a:pt x="1975" y="5404"/>
                  </a:cubicBezTo>
                  <a:cubicBezTo>
                    <a:pt x="1004" y="5404"/>
                    <a:pt x="213" y="4240"/>
                    <a:pt x="213" y="2809"/>
                  </a:cubicBezTo>
                  <a:cubicBezTo>
                    <a:pt x="213" y="1377"/>
                    <a:pt x="1004" y="214"/>
                    <a:pt x="1975" y="214"/>
                  </a:cubicBezTo>
                  <a:close/>
                  <a:moveTo>
                    <a:pt x="1975" y="1"/>
                  </a:moveTo>
                  <a:cubicBezTo>
                    <a:pt x="886" y="1"/>
                    <a:pt x="0" y="1260"/>
                    <a:pt x="0" y="2809"/>
                  </a:cubicBezTo>
                  <a:cubicBezTo>
                    <a:pt x="0" y="4357"/>
                    <a:pt x="886" y="5617"/>
                    <a:pt x="1975" y="5617"/>
                  </a:cubicBezTo>
                  <a:cubicBezTo>
                    <a:pt x="3063" y="5617"/>
                    <a:pt x="3949" y="4357"/>
                    <a:pt x="3949" y="2809"/>
                  </a:cubicBezTo>
                  <a:cubicBezTo>
                    <a:pt x="3949" y="1260"/>
                    <a:pt x="3064" y="1"/>
                    <a:pt x="197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" name="Google Shape;1086;p37"/>
            <p:cNvSpPr/>
            <p:nvPr/>
          </p:nvSpPr>
          <p:spPr>
            <a:xfrm>
              <a:off x="5476150" y="4917800"/>
              <a:ext cx="38550" cy="55800"/>
            </a:xfrm>
            <a:custGeom>
              <a:rect b="b" l="l" r="r" t="t"/>
              <a:pathLst>
                <a:path extrusionOk="0" h="2232" w="1542">
                  <a:moveTo>
                    <a:pt x="772" y="1"/>
                  </a:moveTo>
                  <a:cubicBezTo>
                    <a:pt x="346" y="1"/>
                    <a:pt x="0" y="499"/>
                    <a:pt x="0" y="1116"/>
                  </a:cubicBezTo>
                  <a:cubicBezTo>
                    <a:pt x="0" y="1732"/>
                    <a:pt x="347" y="2231"/>
                    <a:pt x="772" y="2231"/>
                  </a:cubicBezTo>
                  <a:cubicBezTo>
                    <a:pt x="1196" y="2231"/>
                    <a:pt x="1541" y="1732"/>
                    <a:pt x="1541" y="1116"/>
                  </a:cubicBezTo>
                  <a:cubicBezTo>
                    <a:pt x="1541" y="499"/>
                    <a:pt x="1199" y="1"/>
                    <a:pt x="7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" name="Google Shape;1087;p37"/>
            <p:cNvSpPr/>
            <p:nvPr/>
          </p:nvSpPr>
          <p:spPr>
            <a:xfrm>
              <a:off x="5473475" y="4915125"/>
              <a:ext cx="43900" cy="61100"/>
            </a:xfrm>
            <a:custGeom>
              <a:rect b="b" l="l" r="r" t="t"/>
              <a:pathLst>
                <a:path extrusionOk="0" h="2444" w="1756">
                  <a:moveTo>
                    <a:pt x="879" y="213"/>
                  </a:moveTo>
                  <a:cubicBezTo>
                    <a:pt x="1245" y="213"/>
                    <a:pt x="1541" y="666"/>
                    <a:pt x="1541" y="1223"/>
                  </a:cubicBezTo>
                  <a:cubicBezTo>
                    <a:pt x="1541" y="1778"/>
                    <a:pt x="1239" y="2231"/>
                    <a:pt x="879" y="2231"/>
                  </a:cubicBezTo>
                  <a:cubicBezTo>
                    <a:pt x="518" y="2231"/>
                    <a:pt x="213" y="1778"/>
                    <a:pt x="213" y="1223"/>
                  </a:cubicBezTo>
                  <a:cubicBezTo>
                    <a:pt x="213" y="666"/>
                    <a:pt x="512" y="213"/>
                    <a:pt x="879" y="213"/>
                  </a:cubicBezTo>
                  <a:close/>
                  <a:moveTo>
                    <a:pt x="879" y="0"/>
                  </a:moveTo>
                  <a:cubicBezTo>
                    <a:pt x="395" y="0"/>
                    <a:pt x="0" y="548"/>
                    <a:pt x="0" y="1223"/>
                  </a:cubicBezTo>
                  <a:cubicBezTo>
                    <a:pt x="0" y="1896"/>
                    <a:pt x="395" y="2444"/>
                    <a:pt x="879" y="2444"/>
                  </a:cubicBezTo>
                  <a:cubicBezTo>
                    <a:pt x="1362" y="2444"/>
                    <a:pt x="1756" y="1908"/>
                    <a:pt x="1756" y="1223"/>
                  </a:cubicBezTo>
                  <a:cubicBezTo>
                    <a:pt x="1756" y="538"/>
                    <a:pt x="1362" y="0"/>
                    <a:pt x="87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" name="Google Shape;1088;p37"/>
            <p:cNvSpPr/>
            <p:nvPr/>
          </p:nvSpPr>
          <p:spPr>
            <a:xfrm>
              <a:off x="5480950" y="4917800"/>
              <a:ext cx="38550" cy="55800"/>
            </a:xfrm>
            <a:custGeom>
              <a:rect b="b" l="l" r="r" t="t"/>
              <a:pathLst>
                <a:path extrusionOk="0" h="2232" w="1542">
                  <a:moveTo>
                    <a:pt x="772" y="1"/>
                  </a:moveTo>
                  <a:cubicBezTo>
                    <a:pt x="346" y="1"/>
                    <a:pt x="0" y="499"/>
                    <a:pt x="0" y="1116"/>
                  </a:cubicBezTo>
                  <a:cubicBezTo>
                    <a:pt x="0" y="1732"/>
                    <a:pt x="347" y="2231"/>
                    <a:pt x="772" y="2231"/>
                  </a:cubicBezTo>
                  <a:cubicBezTo>
                    <a:pt x="1196" y="2231"/>
                    <a:pt x="1541" y="1732"/>
                    <a:pt x="1541" y="1116"/>
                  </a:cubicBezTo>
                  <a:cubicBezTo>
                    <a:pt x="1541" y="499"/>
                    <a:pt x="1199" y="1"/>
                    <a:pt x="7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" name="Google Shape;1089;p37"/>
            <p:cNvSpPr/>
            <p:nvPr/>
          </p:nvSpPr>
          <p:spPr>
            <a:xfrm>
              <a:off x="5478275" y="4915125"/>
              <a:ext cx="43900" cy="61100"/>
            </a:xfrm>
            <a:custGeom>
              <a:rect b="b" l="l" r="r" t="t"/>
              <a:pathLst>
                <a:path extrusionOk="0" h="2444" w="1756">
                  <a:moveTo>
                    <a:pt x="879" y="213"/>
                  </a:moveTo>
                  <a:cubicBezTo>
                    <a:pt x="1245" y="213"/>
                    <a:pt x="1541" y="666"/>
                    <a:pt x="1541" y="1223"/>
                  </a:cubicBezTo>
                  <a:cubicBezTo>
                    <a:pt x="1541" y="1778"/>
                    <a:pt x="1239" y="2231"/>
                    <a:pt x="879" y="2231"/>
                  </a:cubicBezTo>
                  <a:cubicBezTo>
                    <a:pt x="518" y="2231"/>
                    <a:pt x="213" y="1778"/>
                    <a:pt x="213" y="1223"/>
                  </a:cubicBezTo>
                  <a:cubicBezTo>
                    <a:pt x="213" y="666"/>
                    <a:pt x="512" y="213"/>
                    <a:pt x="879" y="213"/>
                  </a:cubicBezTo>
                  <a:close/>
                  <a:moveTo>
                    <a:pt x="879" y="0"/>
                  </a:moveTo>
                  <a:cubicBezTo>
                    <a:pt x="395" y="0"/>
                    <a:pt x="0" y="548"/>
                    <a:pt x="0" y="1223"/>
                  </a:cubicBezTo>
                  <a:cubicBezTo>
                    <a:pt x="0" y="1896"/>
                    <a:pt x="395" y="2444"/>
                    <a:pt x="879" y="2444"/>
                  </a:cubicBezTo>
                  <a:cubicBezTo>
                    <a:pt x="1363" y="2444"/>
                    <a:pt x="1756" y="1908"/>
                    <a:pt x="1756" y="1223"/>
                  </a:cubicBezTo>
                  <a:cubicBezTo>
                    <a:pt x="1756" y="538"/>
                    <a:pt x="1363" y="0"/>
                    <a:pt x="87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" name="Google Shape;1090;p37"/>
            <p:cNvSpPr/>
            <p:nvPr/>
          </p:nvSpPr>
          <p:spPr>
            <a:xfrm>
              <a:off x="5376175" y="5090850"/>
              <a:ext cx="53050" cy="43350"/>
            </a:xfrm>
            <a:custGeom>
              <a:rect b="b" l="l" r="r" t="t"/>
              <a:pathLst>
                <a:path extrusionOk="0" h="1734" w="2122">
                  <a:moveTo>
                    <a:pt x="600" y="1"/>
                  </a:moveTo>
                  <a:cubicBezTo>
                    <a:pt x="270" y="1"/>
                    <a:pt x="0" y="388"/>
                    <a:pt x="0" y="869"/>
                  </a:cubicBezTo>
                  <a:cubicBezTo>
                    <a:pt x="0" y="1348"/>
                    <a:pt x="270" y="1734"/>
                    <a:pt x="600" y="1734"/>
                  </a:cubicBezTo>
                  <a:lnTo>
                    <a:pt x="2122" y="1734"/>
                  </a:lnTo>
                  <a:lnTo>
                    <a:pt x="212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" name="Google Shape;1091;p37"/>
            <p:cNvSpPr/>
            <p:nvPr/>
          </p:nvSpPr>
          <p:spPr>
            <a:xfrm>
              <a:off x="5373525" y="5088175"/>
              <a:ext cx="58375" cy="48725"/>
            </a:xfrm>
            <a:custGeom>
              <a:rect b="b" l="l" r="r" t="t"/>
              <a:pathLst>
                <a:path extrusionOk="0" h="1949" w="2335">
                  <a:moveTo>
                    <a:pt x="706" y="213"/>
                  </a:moveTo>
                  <a:lnTo>
                    <a:pt x="706" y="215"/>
                  </a:lnTo>
                  <a:lnTo>
                    <a:pt x="2122" y="215"/>
                  </a:lnTo>
                  <a:lnTo>
                    <a:pt x="2122" y="1735"/>
                  </a:lnTo>
                  <a:lnTo>
                    <a:pt x="706" y="1735"/>
                  </a:lnTo>
                  <a:cubicBezTo>
                    <a:pt x="438" y="1735"/>
                    <a:pt x="213" y="1388"/>
                    <a:pt x="213" y="976"/>
                  </a:cubicBezTo>
                  <a:cubicBezTo>
                    <a:pt x="213" y="562"/>
                    <a:pt x="438" y="213"/>
                    <a:pt x="706" y="213"/>
                  </a:cubicBezTo>
                  <a:close/>
                  <a:moveTo>
                    <a:pt x="706" y="1"/>
                  </a:moveTo>
                  <a:cubicBezTo>
                    <a:pt x="316" y="1"/>
                    <a:pt x="0" y="431"/>
                    <a:pt x="0" y="976"/>
                  </a:cubicBezTo>
                  <a:cubicBezTo>
                    <a:pt x="0" y="1521"/>
                    <a:pt x="310" y="1948"/>
                    <a:pt x="706" y="1948"/>
                  </a:cubicBezTo>
                  <a:lnTo>
                    <a:pt x="2228" y="1948"/>
                  </a:lnTo>
                  <a:cubicBezTo>
                    <a:pt x="2287" y="1948"/>
                    <a:pt x="2335" y="1900"/>
                    <a:pt x="2335" y="1841"/>
                  </a:cubicBezTo>
                  <a:lnTo>
                    <a:pt x="2335" y="108"/>
                  </a:lnTo>
                  <a:cubicBezTo>
                    <a:pt x="2335" y="48"/>
                    <a:pt x="2287" y="1"/>
                    <a:pt x="222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" name="Google Shape;1092;p37"/>
            <p:cNvSpPr/>
            <p:nvPr/>
          </p:nvSpPr>
          <p:spPr>
            <a:xfrm>
              <a:off x="5414250" y="5090850"/>
              <a:ext cx="30025" cy="43350"/>
            </a:xfrm>
            <a:custGeom>
              <a:rect b="b" l="l" r="r" t="t"/>
              <a:pathLst>
                <a:path extrusionOk="0" h="1734" w="1201">
                  <a:moveTo>
                    <a:pt x="599" y="1"/>
                  </a:moveTo>
                  <a:cubicBezTo>
                    <a:pt x="268" y="1"/>
                    <a:pt x="0" y="391"/>
                    <a:pt x="0" y="869"/>
                  </a:cubicBezTo>
                  <a:cubicBezTo>
                    <a:pt x="0" y="1347"/>
                    <a:pt x="267" y="1734"/>
                    <a:pt x="599" y="1734"/>
                  </a:cubicBezTo>
                  <a:cubicBezTo>
                    <a:pt x="932" y="1734"/>
                    <a:pt x="1200" y="1347"/>
                    <a:pt x="1200" y="869"/>
                  </a:cubicBezTo>
                  <a:cubicBezTo>
                    <a:pt x="1200" y="388"/>
                    <a:pt x="929" y="1"/>
                    <a:pt x="59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" name="Google Shape;1093;p37"/>
            <p:cNvSpPr/>
            <p:nvPr/>
          </p:nvSpPr>
          <p:spPr>
            <a:xfrm>
              <a:off x="5411550" y="5088175"/>
              <a:ext cx="35400" cy="48725"/>
            </a:xfrm>
            <a:custGeom>
              <a:rect b="b" l="l" r="r" t="t"/>
              <a:pathLst>
                <a:path extrusionOk="0" h="1949" w="1416">
                  <a:moveTo>
                    <a:pt x="707" y="213"/>
                  </a:moveTo>
                  <a:cubicBezTo>
                    <a:pt x="975" y="213"/>
                    <a:pt x="1203" y="563"/>
                    <a:pt x="1203" y="976"/>
                  </a:cubicBezTo>
                  <a:cubicBezTo>
                    <a:pt x="1203" y="1387"/>
                    <a:pt x="979" y="1735"/>
                    <a:pt x="707" y="1735"/>
                  </a:cubicBezTo>
                  <a:cubicBezTo>
                    <a:pt x="436" y="1735"/>
                    <a:pt x="214" y="1388"/>
                    <a:pt x="214" y="976"/>
                  </a:cubicBezTo>
                  <a:cubicBezTo>
                    <a:pt x="214" y="562"/>
                    <a:pt x="440" y="213"/>
                    <a:pt x="707" y="213"/>
                  </a:cubicBezTo>
                  <a:close/>
                  <a:moveTo>
                    <a:pt x="707" y="1"/>
                  </a:moveTo>
                  <a:cubicBezTo>
                    <a:pt x="318" y="1"/>
                    <a:pt x="1" y="431"/>
                    <a:pt x="1" y="976"/>
                  </a:cubicBezTo>
                  <a:cubicBezTo>
                    <a:pt x="1" y="1521"/>
                    <a:pt x="311" y="1948"/>
                    <a:pt x="707" y="1948"/>
                  </a:cubicBezTo>
                  <a:cubicBezTo>
                    <a:pt x="1097" y="1948"/>
                    <a:pt x="1415" y="1513"/>
                    <a:pt x="1415" y="976"/>
                  </a:cubicBezTo>
                  <a:cubicBezTo>
                    <a:pt x="1415" y="438"/>
                    <a:pt x="1097" y="1"/>
                    <a:pt x="7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" name="Google Shape;1094;p37"/>
            <p:cNvSpPr/>
            <p:nvPr/>
          </p:nvSpPr>
          <p:spPr>
            <a:xfrm>
              <a:off x="5409950" y="5067975"/>
              <a:ext cx="69300" cy="89175"/>
            </a:xfrm>
            <a:custGeom>
              <a:rect b="b" l="l" r="r" t="t"/>
              <a:pathLst>
                <a:path extrusionOk="0" h="3567" w="2772">
                  <a:moveTo>
                    <a:pt x="1234" y="0"/>
                  </a:moveTo>
                  <a:cubicBezTo>
                    <a:pt x="553" y="0"/>
                    <a:pt x="1" y="798"/>
                    <a:pt x="1" y="1784"/>
                  </a:cubicBezTo>
                  <a:cubicBezTo>
                    <a:pt x="1" y="2768"/>
                    <a:pt x="553" y="3566"/>
                    <a:pt x="1234" y="3566"/>
                  </a:cubicBezTo>
                  <a:lnTo>
                    <a:pt x="2772" y="3566"/>
                  </a:lnTo>
                  <a:lnTo>
                    <a:pt x="277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" name="Google Shape;1095;p37"/>
            <p:cNvSpPr/>
            <p:nvPr/>
          </p:nvSpPr>
          <p:spPr>
            <a:xfrm>
              <a:off x="5407325" y="5065325"/>
              <a:ext cx="74575" cy="94500"/>
            </a:xfrm>
            <a:custGeom>
              <a:rect b="b" l="l" r="r" t="t"/>
              <a:pathLst>
                <a:path extrusionOk="0" h="3780" w="2983">
                  <a:moveTo>
                    <a:pt x="2770" y="213"/>
                  </a:moveTo>
                  <a:lnTo>
                    <a:pt x="2770" y="3565"/>
                  </a:lnTo>
                  <a:lnTo>
                    <a:pt x="1339" y="3565"/>
                  </a:lnTo>
                  <a:cubicBezTo>
                    <a:pt x="718" y="3565"/>
                    <a:pt x="213" y="2813"/>
                    <a:pt x="213" y="1890"/>
                  </a:cubicBezTo>
                  <a:cubicBezTo>
                    <a:pt x="213" y="965"/>
                    <a:pt x="718" y="213"/>
                    <a:pt x="1339" y="213"/>
                  </a:cubicBezTo>
                  <a:close/>
                  <a:moveTo>
                    <a:pt x="1339" y="0"/>
                  </a:moveTo>
                  <a:cubicBezTo>
                    <a:pt x="600" y="0"/>
                    <a:pt x="0" y="848"/>
                    <a:pt x="0" y="1890"/>
                  </a:cubicBezTo>
                  <a:cubicBezTo>
                    <a:pt x="0" y="2932"/>
                    <a:pt x="600" y="3779"/>
                    <a:pt x="1339" y="3779"/>
                  </a:cubicBezTo>
                  <a:lnTo>
                    <a:pt x="2877" y="3779"/>
                  </a:lnTo>
                  <a:cubicBezTo>
                    <a:pt x="2935" y="3779"/>
                    <a:pt x="2983" y="3732"/>
                    <a:pt x="2983" y="3672"/>
                  </a:cubicBezTo>
                  <a:lnTo>
                    <a:pt x="2983" y="106"/>
                  </a:lnTo>
                  <a:cubicBezTo>
                    <a:pt x="2983" y="48"/>
                    <a:pt x="2935" y="0"/>
                    <a:pt x="287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" name="Google Shape;1096;p37"/>
            <p:cNvSpPr/>
            <p:nvPr/>
          </p:nvSpPr>
          <p:spPr>
            <a:xfrm>
              <a:off x="5448425" y="5067975"/>
              <a:ext cx="61650" cy="89175"/>
            </a:xfrm>
            <a:custGeom>
              <a:rect b="b" l="l" r="r" t="t"/>
              <a:pathLst>
                <a:path extrusionOk="0" h="3567" w="2466">
                  <a:moveTo>
                    <a:pt x="1233" y="0"/>
                  </a:moveTo>
                  <a:cubicBezTo>
                    <a:pt x="552" y="0"/>
                    <a:pt x="0" y="800"/>
                    <a:pt x="0" y="1784"/>
                  </a:cubicBezTo>
                  <a:cubicBezTo>
                    <a:pt x="0" y="2766"/>
                    <a:pt x="552" y="3566"/>
                    <a:pt x="1233" y="3566"/>
                  </a:cubicBezTo>
                  <a:cubicBezTo>
                    <a:pt x="1912" y="3566"/>
                    <a:pt x="2466" y="2766"/>
                    <a:pt x="2466" y="1784"/>
                  </a:cubicBezTo>
                  <a:cubicBezTo>
                    <a:pt x="2466" y="798"/>
                    <a:pt x="1912" y="0"/>
                    <a:pt x="12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7" name="Google Shape;1097;p37"/>
            <p:cNvSpPr/>
            <p:nvPr/>
          </p:nvSpPr>
          <p:spPr>
            <a:xfrm>
              <a:off x="5445725" y="5065325"/>
              <a:ext cx="67000" cy="94500"/>
            </a:xfrm>
            <a:custGeom>
              <a:rect b="b" l="l" r="r" t="t"/>
              <a:pathLst>
                <a:path extrusionOk="0" h="3780" w="2680">
                  <a:moveTo>
                    <a:pt x="1341" y="213"/>
                  </a:moveTo>
                  <a:cubicBezTo>
                    <a:pt x="1962" y="213"/>
                    <a:pt x="2466" y="965"/>
                    <a:pt x="2466" y="1890"/>
                  </a:cubicBezTo>
                  <a:cubicBezTo>
                    <a:pt x="2466" y="2813"/>
                    <a:pt x="1962" y="3565"/>
                    <a:pt x="1341" y="3565"/>
                  </a:cubicBezTo>
                  <a:cubicBezTo>
                    <a:pt x="720" y="3565"/>
                    <a:pt x="215" y="2813"/>
                    <a:pt x="215" y="1890"/>
                  </a:cubicBezTo>
                  <a:cubicBezTo>
                    <a:pt x="215" y="965"/>
                    <a:pt x="720" y="213"/>
                    <a:pt x="1341" y="213"/>
                  </a:cubicBezTo>
                  <a:close/>
                  <a:moveTo>
                    <a:pt x="1341" y="0"/>
                  </a:moveTo>
                  <a:cubicBezTo>
                    <a:pt x="602" y="0"/>
                    <a:pt x="1" y="848"/>
                    <a:pt x="1" y="1890"/>
                  </a:cubicBezTo>
                  <a:cubicBezTo>
                    <a:pt x="1" y="2932"/>
                    <a:pt x="602" y="3779"/>
                    <a:pt x="1341" y="3779"/>
                  </a:cubicBezTo>
                  <a:cubicBezTo>
                    <a:pt x="2079" y="3779"/>
                    <a:pt x="2679" y="2932"/>
                    <a:pt x="2679" y="1890"/>
                  </a:cubicBezTo>
                  <a:cubicBezTo>
                    <a:pt x="2679" y="848"/>
                    <a:pt x="2079" y="0"/>
                    <a:pt x="134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8" name="Google Shape;1098;p37"/>
            <p:cNvSpPr/>
            <p:nvPr/>
          </p:nvSpPr>
          <p:spPr>
            <a:xfrm>
              <a:off x="5437850" y="5045000"/>
              <a:ext cx="93400" cy="135100"/>
            </a:xfrm>
            <a:custGeom>
              <a:rect b="b" l="l" r="r" t="t"/>
              <a:pathLst>
                <a:path extrusionOk="0" h="5404" w="3736">
                  <a:moveTo>
                    <a:pt x="1869" y="0"/>
                  </a:moveTo>
                  <a:cubicBezTo>
                    <a:pt x="837" y="0"/>
                    <a:pt x="0" y="1209"/>
                    <a:pt x="0" y="2703"/>
                  </a:cubicBezTo>
                  <a:cubicBezTo>
                    <a:pt x="0" y="4195"/>
                    <a:pt x="837" y="5404"/>
                    <a:pt x="1869" y="5404"/>
                  </a:cubicBezTo>
                  <a:cubicBezTo>
                    <a:pt x="2901" y="5404"/>
                    <a:pt x="3736" y="4195"/>
                    <a:pt x="3736" y="2703"/>
                  </a:cubicBezTo>
                  <a:cubicBezTo>
                    <a:pt x="3736" y="1209"/>
                    <a:pt x="2901" y="0"/>
                    <a:pt x="18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9" name="Google Shape;1099;p37"/>
            <p:cNvSpPr/>
            <p:nvPr/>
          </p:nvSpPr>
          <p:spPr>
            <a:xfrm>
              <a:off x="5435200" y="5042325"/>
              <a:ext cx="98750" cy="140450"/>
            </a:xfrm>
            <a:custGeom>
              <a:rect b="b" l="l" r="r" t="t"/>
              <a:pathLst>
                <a:path extrusionOk="0" h="5618" w="3950">
                  <a:moveTo>
                    <a:pt x="1975" y="215"/>
                  </a:moveTo>
                  <a:cubicBezTo>
                    <a:pt x="2946" y="215"/>
                    <a:pt x="3736" y="1377"/>
                    <a:pt x="3736" y="2810"/>
                  </a:cubicBezTo>
                  <a:cubicBezTo>
                    <a:pt x="3736" y="4241"/>
                    <a:pt x="2946" y="5405"/>
                    <a:pt x="1975" y="5405"/>
                  </a:cubicBezTo>
                  <a:cubicBezTo>
                    <a:pt x="1004" y="5405"/>
                    <a:pt x="213" y="4241"/>
                    <a:pt x="213" y="2810"/>
                  </a:cubicBezTo>
                  <a:cubicBezTo>
                    <a:pt x="213" y="1377"/>
                    <a:pt x="1004" y="215"/>
                    <a:pt x="1975" y="215"/>
                  </a:cubicBezTo>
                  <a:close/>
                  <a:moveTo>
                    <a:pt x="1975" y="0"/>
                  </a:moveTo>
                  <a:cubicBezTo>
                    <a:pt x="886" y="0"/>
                    <a:pt x="0" y="1261"/>
                    <a:pt x="0" y="2810"/>
                  </a:cubicBezTo>
                  <a:cubicBezTo>
                    <a:pt x="0" y="4358"/>
                    <a:pt x="886" y="5618"/>
                    <a:pt x="1975" y="5618"/>
                  </a:cubicBezTo>
                  <a:cubicBezTo>
                    <a:pt x="3063" y="5618"/>
                    <a:pt x="3949" y="4358"/>
                    <a:pt x="3949" y="2810"/>
                  </a:cubicBezTo>
                  <a:cubicBezTo>
                    <a:pt x="3949" y="1261"/>
                    <a:pt x="3063" y="0"/>
                    <a:pt x="19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0" name="Google Shape;1100;p37"/>
            <p:cNvSpPr/>
            <p:nvPr/>
          </p:nvSpPr>
          <p:spPr>
            <a:xfrm>
              <a:off x="5448700" y="5045000"/>
              <a:ext cx="93475" cy="135100"/>
            </a:xfrm>
            <a:custGeom>
              <a:rect b="b" l="l" r="r" t="t"/>
              <a:pathLst>
                <a:path extrusionOk="0" h="5404" w="3739">
                  <a:moveTo>
                    <a:pt x="1870" y="0"/>
                  </a:moveTo>
                  <a:cubicBezTo>
                    <a:pt x="838" y="0"/>
                    <a:pt x="1" y="1209"/>
                    <a:pt x="1" y="2703"/>
                  </a:cubicBezTo>
                  <a:cubicBezTo>
                    <a:pt x="1" y="4195"/>
                    <a:pt x="838" y="5404"/>
                    <a:pt x="1870" y="5404"/>
                  </a:cubicBezTo>
                  <a:cubicBezTo>
                    <a:pt x="2901" y="5404"/>
                    <a:pt x="3738" y="4195"/>
                    <a:pt x="3738" y="2703"/>
                  </a:cubicBezTo>
                  <a:cubicBezTo>
                    <a:pt x="3738" y="1209"/>
                    <a:pt x="2901" y="0"/>
                    <a:pt x="187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1" name="Google Shape;1101;p37"/>
            <p:cNvSpPr/>
            <p:nvPr/>
          </p:nvSpPr>
          <p:spPr>
            <a:xfrm>
              <a:off x="5446075" y="5042325"/>
              <a:ext cx="98725" cy="140450"/>
            </a:xfrm>
            <a:custGeom>
              <a:rect b="b" l="l" r="r" t="t"/>
              <a:pathLst>
                <a:path extrusionOk="0" h="5618" w="3949">
                  <a:moveTo>
                    <a:pt x="1975" y="215"/>
                  </a:moveTo>
                  <a:cubicBezTo>
                    <a:pt x="2945" y="215"/>
                    <a:pt x="3736" y="1377"/>
                    <a:pt x="3736" y="2810"/>
                  </a:cubicBezTo>
                  <a:cubicBezTo>
                    <a:pt x="3736" y="4241"/>
                    <a:pt x="2947" y="5405"/>
                    <a:pt x="1975" y="5405"/>
                  </a:cubicBezTo>
                  <a:cubicBezTo>
                    <a:pt x="1004" y="5405"/>
                    <a:pt x="213" y="4241"/>
                    <a:pt x="213" y="2810"/>
                  </a:cubicBezTo>
                  <a:cubicBezTo>
                    <a:pt x="213" y="1377"/>
                    <a:pt x="1004" y="215"/>
                    <a:pt x="1975" y="215"/>
                  </a:cubicBezTo>
                  <a:close/>
                  <a:moveTo>
                    <a:pt x="1975" y="0"/>
                  </a:moveTo>
                  <a:cubicBezTo>
                    <a:pt x="886" y="0"/>
                    <a:pt x="0" y="1261"/>
                    <a:pt x="0" y="2810"/>
                  </a:cubicBezTo>
                  <a:cubicBezTo>
                    <a:pt x="0" y="4358"/>
                    <a:pt x="886" y="5618"/>
                    <a:pt x="1975" y="5618"/>
                  </a:cubicBezTo>
                  <a:cubicBezTo>
                    <a:pt x="3063" y="5618"/>
                    <a:pt x="3949" y="4358"/>
                    <a:pt x="3949" y="2810"/>
                  </a:cubicBezTo>
                  <a:cubicBezTo>
                    <a:pt x="3949" y="1261"/>
                    <a:pt x="3064" y="0"/>
                    <a:pt x="19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" name="Google Shape;1102;p37"/>
            <p:cNvSpPr/>
            <p:nvPr/>
          </p:nvSpPr>
          <p:spPr>
            <a:xfrm>
              <a:off x="5476150" y="5084650"/>
              <a:ext cx="38550" cy="55800"/>
            </a:xfrm>
            <a:custGeom>
              <a:rect b="b" l="l" r="r" t="t"/>
              <a:pathLst>
                <a:path extrusionOk="0" h="2232" w="1542">
                  <a:moveTo>
                    <a:pt x="772" y="0"/>
                  </a:moveTo>
                  <a:cubicBezTo>
                    <a:pt x="346" y="0"/>
                    <a:pt x="0" y="500"/>
                    <a:pt x="0" y="1117"/>
                  </a:cubicBezTo>
                  <a:cubicBezTo>
                    <a:pt x="0" y="1733"/>
                    <a:pt x="347" y="2232"/>
                    <a:pt x="772" y="2232"/>
                  </a:cubicBezTo>
                  <a:cubicBezTo>
                    <a:pt x="1196" y="2232"/>
                    <a:pt x="1541" y="1733"/>
                    <a:pt x="1541" y="1117"/>
                  </a:cubicBezTo>
                  <a:cubicBezTo>
                    <a:pt x="1541" y="505"/>
                    <a:pt x="1199" y="0"/>
                    <a:pt x="7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" name="Google Shape;1103;p37"/>
            <p:cNvSpPr/>
            <p:nvPr/>
          </p:nvSpPr>
          <p:spPr>
            <a:xfrm>
              <a:off x="5473475" y="5082000"/>
              <a:ext cx="43900" cy="61100"/>
            </a:xfrm>
            <a:custGeom>
              <a:rect b="b" l="l" r="r" t="t"/>
              <a:pathLst>
                <a:path extrusionOk="0" h="2444" w="1756">
                  <a:moveTo>
                    <a:pt x="879" y="213"/>
                  </a:moveTo>
                  <a:cubicBezTo>
                    <a:pt x="1239" y="213"/>
                    <a:pt x="1541" y="666"/>
                    <a:pt x="1541" y="1223"/>
                  </a:cubicBezTo>
                  <a:cubicBezTo>
                    <a:pt x="1541" y="1778"/>
                    <a:pt x="1239" y="2231"/>
                    <a:pt x="879" y="2231"/>
                  </a:cubicBezTo>
                  <a:cubicBezTo>
                    <a:pt x="518" y="2231"/>
                    <a:pt x="213" y="1778"/>
                    <a:pt x="213" y="1223"/>
                  </a:cubicBezTo>
                  <a:cubicBezTo>
                    <a:pt x="213" y="666"/>
                    <a:pt x="512" y="213"/>
                    <a:pt x="879" y="213"/>
                  </a:cubicBezTo>
                  <a:close/>
                  <a:moveTo>
                    <a:pt x="879" y="0"/>
                  </a:moveTo>
                  <a:cubicBezTo>
                    <a:pt x="395" y="0"/>
                    <a:pt x="0" y="548"/>
                    <a:pt x="0" y="1223"/>
                  </a:cubicBezTo>
                  <a:cubicBezTo>
                    <a:pt x="0" y="1896"/>
                    <a:pt x="395" y="2444"/>
                    <a:pt x="879" y="2444"/>
                  </a:cubicBezTo>
                  <a:cubicBezTo>
                    <a:pt x="1362" y="2444"/>
                    <a:pt x="1756" y="1896"/>
                    <a:pt x="1756" y="1223"/>
                  </a:cubicBezTo>
                  <a:cubicBezTo>
                    <a:pt x="1756" y="548"/>
                    <a:pt x="1362" y="0"/>
                    <a:pt x="87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" name="Google Shape;1104;p37"/>
            <p:cNvSpPr/>
            <p:nvPr/>
          </p:nvSpPr>
          <p:spPr>
            <a:xfrm>
              <a:off x="5480950" y="5084650"/>
              <a:ext cx="38550" cy="55800"/>
            </a:xfrm>
            <a:custGeom>
              <a:rect b="b" l="l" r="r" t="t"/>
              <a:pathLst>
                <a:path extrusionOk="0" h="2232" w="1542">
                  <a:moveTo>
                    <a:pt x="772" y="0"/>
                  </a:moveTo>
                  <a:cubicBezTo>
                    <a:pt x="346" y="0"/>
                    <a:pt x="0" y="500"/>
                    <a:pt x="0" y="1117"/>
                  </a:cubicBezTo>
                  <a:cubicBezTo>
                    <a:pt x="0" y="1733"/>
                    <a:pt x="347" y="2232"/>
                    <a:pt x="772" y="2232"/>
                  </a:cubicBezTo>
                  <a:cubicBezTo>
                    <a:pt x="1196" y="2232"/>
                    <a:pt x="1541" y="1733"/>
                    <a:pt x="1541" y="1117"/>
                  </a:cubicBezTo>
                  <a:cubicBezTo>
                    <a:pt x="1541" y="505"/>
                    <a:pt x="1199" y="0"/>
                    <a:pt x="7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" name="Google Shape;1105;p37"/>
            <p:cNvSpPr/>
            <p:nvPr/>
          </p:nvSpPr>
          <p:spPr>
            <a:xfrm>
              <a:off x="5478275" y="5082000"/>
              <a:ext cx="43900" cy="61100"/>
            </a:xfrm>
            <a:custGeom>
              <a:rect b="b" l="l" r="r" t="t"/>
              <a:pathLst>
                <a:path extrusionOk="0" h="2444" w="1756">
                  <a:moveTo>
                    <a:pt x="879" y="213"/>
                  </a:moveTo>
                  <a:cubicBezTo>
                    <a:pt x="1237" y="213"/>
                    <a:pt x="1541" y="666"/>
                    <a:pt x="1541" y="1223"/>
                  </a:cubicBezTo>
                  <a:cubicBezTo>
                    <a:pt x="1541" y="1778"/>
                    <a:pt x="1239" y="2231"/>
                    <a:pt x="879" y="2231"/>
                  </a:cubicBezTo>
                  <a:cubicBezTo>
                    <a:pt x="518" y="2231"/>
                    <a:pt x="213" y="1778"/>
                    <a:pt x="213" y="1223"/>
                  </a:cubicBezTo>
                  <a:cubicBezTo>
                    <a:pt x="213" y="666"/>
                    <a:pt x="512" y="213"/>
                    <a:pt x="879" y="213"/>
                  </a:cubicBezTo>
                  <a:close/>
                  <a:moveTo>
                    <a:pt x="879" y="0"/>
                  </a:moveTo>
                  <a:cubicBezTo>
                    <a:pt x="395" y="0"/>
                    <a:pt x="0" y="548"/>
                    <a:pt x="0" y="1223"/>
                  </a:cubicBezTo>
                  <a:cubicBezTo>
                    <a:pt x="0" y="1896"/>
                    <a:pt x="395" y="2444"/>
                    <a:pt x="879" y="2444"/>
                  </a:cubicBezTo>
                  <a:cubicBezTo>
                    <a:pt x="1363" y="2444"/>
                    <a:pt x="1756" y="1896"/>
                    <a:pt x="1756" y="1223"/>
                  </a:cubicBezTo>
                  <a:cubicBezTo>
                    <a:pt x="1756" y="548"/>
                    <a:pt x="1363" y="0"/>
                    <a:pt x="87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" name="Google Shape;1106;p37"/>
            <p:cNvSpPr/>
            <p:nvPr/>
          </p:nvSpPr>
          <p:spPr>
            <a:xfrm>
              <a:off x="5525575" y="4378425"/>
              <a:ext cx="21775" cy="14450"/>
            </a:xfrm>
            <a:custGeom>
              <a:rect b="b" l="l" r="r" t="t"/>
              <a:pathLst>
                <a:path extrusionOk="0" h="578" w="871">
                  <a:moveTo>
                    <a:pt x="745" y="1"/>
                  </a:moveTo>
                  <a:cubicBezTo>
                    <a:pt x="519" y="165"/>
                    <a:pt x="267" y="290"/>
                    <a:pt x="1" y="373"/>
                  </a:cubicBezTo>
                  <a:lnTo>
                    <a:pt x="63" y="577"/>
                  </a:lnTo>
                  <a:cubicBezTo>
                    <a:pt x="353" y="486"/>
                    <a:pt x="624" y="351"/>
                    <a:pt x="870" y="174"/>
                  </a:cubicBezTo>
                  <a:lnTo>
                    <a:pt x="74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" name="Google Shape;1107;p37"/>
            <p:cNvSpPr/>
            <p:nvPr/>
          </p:nvSpPr>
          <p:spPr>
            <a:xfrm>
              <a:off x="5431600" y="4252325"/>
              <a:ext cx="155675" cy="138350"/>
            </a:xfrm>
            <a:custGeom>
              <a:rect b="b" l="l" r="r" t="t"/>
              <a:pathLst>
                <a:path extrusionOk="0" h="5534" w="6227">
                  <a:moveTo>
                    <a:pt x="2958" y="0"/>
                  </a:moveTo>
                  <a:cubicBezTo>
                    <a:pt x="2591" y="0"/>
                    <a:pt x="2224" y="71"/>
                    <a:pt x="1873" y="213"/>
                  </a:cubicBezTo>
                  <a:cubicBezTo>
                    <a:pt x="1161" y="502"/>
                    <a:pt x="605" y="1052"/>
                    <a:pt x="305" y="1760"/>
                  </a:cubicBezTo>
                  <a:cubicBezTo>
                    <a:pt x="6" y="2469"/>
                    <a:pt x="0" y="3251"/>
                    <a:pt x="289" y="3964"/>
                  </a:cubicBezTo>
                  <a:cubicBezTo>
                    <a:pt x="579" y="4676"/>
                    <a:pt x="1127" y="5234"/>
                    <a:pt x="1836" y="5533"/>
                  </a:cubicBezTo>
                  <a:lnTo>
                    <a:pt x="1919" y="5337"/>
                  </a:lnTo>
                  <a:cubicBezTo>
                    <a:pt x="1264" y="5060"/>
                    <a:pt x="755" y="4543"/>
                    <a:pt x="487" y="3884"/>
                  </a:cubicBezTo>
                  <a:cubicBezTo>
                    <a:pt x="219" y="3224"/>
                    <a:pt x="225" y="2499"/>
                    <a:pt x="502" y="1844"/>
                  </a:cubicBezTo>
                  <a:cubicBezTo>
                    <a:pt x="779" y="1187"/>
                    <a:pt x="1294" y="679"/>
                    <a:pt x="1954" y="411"/>
                  </a:cubicBezTo>
                  <a:cubicBezTo>
                    <a:pt x="2278" y="280"/>
                    <a:pt x="2618" y="214"/>
                    <a:pt x="2958" y="214"/>
                  </a:cubicBezTo>
                  <a:cubicBezTo>
                    <a:pt x="3310" y="214"/>
                    <a:pt x="3661" y="284"/>
                    <a:pt x="3995" y="425"/>
                  </a:cubicBezTo>
                  <a:cubicBezTo>
                    <a:pt x="5348" y="998"/>
                    <a:pt x="5984" y="2564"/>
                    <a:pt x="5412" y="3918"/>
                  </a:cubicBezTo>
                  <a:cubicBezTo>
                    <a:pt x="5304" y="4175"/>
                    <a:pt x="5156" y="4412"/>
                    <a:pt x="4975" y="4622"/>
                  </a:cubicBezTo>
                  <a:lnTo>
                    <a:pt x="5135" y="4762"/>
                  </a:lnTo>
                  <a:cubicBezTo>
                    <a:pt x="5332" y="4534"/>
                    <a:pt x="5491" y="4280"/>
                    <a:pt x="5609" y="4001"/>
                  </a:cubicBezTo>
                  <a:cubicBezTo>
                    <a:pt x="6227" y="2539"/>
                    <a:pt x="5539" y="846"/>
                    <a:pt x="4077" y="228"/>
                  </a:cubicBezTo>
                  <a:cubicBezTo>
                    <a:pt x="3717" y="76"/>
                    <a:pt x="3337" y="0"/>
                    <a:pt x="295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" name="Google Shape;1108;p37"/>
            <p:cNvSpPr/>
            <p:nvPr/>
          </p:nvSpPr>
          <p:spPr>
            <a:xfrm>
              <a:off x="5387000" y="3489125"/>
              <a:ext cx="221100" cy="145425"/>
            </a:xfrm>
            <a:custGeom>
              <a:rect b="b" l="l" r="r" t="t"/>
              <a:pathLst>
                <a:path extrusionOk="0" h="5817" w="8844">
                  <a:moveTo>
                    <a:pt x="3528" y="0"/>
                  </a:moveTo>
                  <a:cubicBezTo>
                    <a:pt x="2005" y="0"/>
                    <a:pt x="753" y="647"/>
                    <a:pt x="434" y="1734"/>
                  </a:cubicBezTo>
                  <a:cubicBezTo>
                    <a:pt x="0" y="3202"/>
                    <a:pt x="1436" y="4919"/>
                    <a:pt x="3639" y="5568"/>
                  </a:cubicBezTo>
                  <a:cubicBezTo>
                    <a:pt x="4212" y="5737"/>
                    <a:pt x="4780" y="5817"/>
                    <a:pt x="5315" y="5817"/>
                  </a:cubicBezTo>
                  <a:cubicBezTo>
                    <a:pt x="6837" y="5817"/>
                    <a:pt x="8091" y="5170"/>
                    <a:pt x="8411" y="4083"/>
                  </a:cubicBezTo>
                  <a:cubicBezTo>
                    <a:pt x="8843" y="2614"/>
                    <a:pt x="7408" y="897"/>
                    <a:pt x="5206" y="249"/>
                  </a:cubicBezTo>
                  <a:cubicBezTo>
                    <a:pt x="4632" y="80"/>
                    <a:pt x="4063" y="0"/>
                    <a:pt x="35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" name="Google Shape;1109;p37"/>
            <p:cNvSpPr/>
            <p:nvPr/>
          </p:nvSpPr>
          <p:spPr>
            <a:xfrm>
              <a:off x="5389750" y="3486425"/>
              <a:ext cx="215575" cy="150725"/>
            </a:xfrm>
            <a:custGeom>
              <a:rect b="b" l="l" r="r" t="t"/>
              <a:pathLst>
                <a:path extrusionOk="0" h="6029" w="8623">
                  <a:moveTo>
                    <a:pt x="3418" y="214"/>
                  </a:moveTo>
                  <a:cubicBezTo>
                    <a:pt x="3952" y="214"/>
                    <a:pt x="4510" y="296"/>
                    <a:pt x="5064" y="459"/>
                  </a:cubicBezTo>
                  <a:cubicBezTo>
                    <a:pt x="6111" y="767"/>
                    <a:pt x="7012" y="1327"/>
                    <a:pt x="7604" y="2035"/>
                  </a:cubicBezTo>
                  <a:cubicBezTo>
                    <a:pt x="8187" y="2731"/>
                    <a:pt x="8397" y="3486"/>
                    <a:pt x="8199" y="4162"/>
                  </a:cubicBezTo>
                  <a:cubicBezTo>
                    <a:pt x="7892" y="5201"/>
                    <a:pt x="6681" y="5818"/>
                    <a:pt x="5208" y="5818"/>
                  </a:cubicBezTo>
                  <a:cubicBezTo>
                    <a:pt x="4682" y="5818"/>
                    <a:pt x="4123" y="5739"/>
                    <a:pt x="3559" y="5573"/>
                  </a:cubicBezTo>
                  <a:cubicBezTo>
                    <a:pt x="2514" y="5265"/>
                    <a:pt x="1611" y="4705"/>
                    <a:pt x="1019" y="3998"/>
                  </a:cubicBezTo>
                  <a:cubicBezTo>
                    <a:pt x="437" y="3303"/>
                    <a:pt x="227" y="2546"/>
                    <a:pt x="425" y="1872"/>
                  </a:cubicBezTo>
                  <a:cubicBezTo>
                    <a:pt x="624" y="1197"/>
                    <a:pt x="1211" y="676"/>
                    <a:pt x="2076" y="407"/>
                  </a:cubicBezTo>
                  <a:cubicBezTo>
                    <a:pt x="2490" y="279"/>
                    <a:pt x="2944" y="214"/>
                    <a:pt x="3418" y="214"/>
                  </a:cubicBezTo>
                  <a:close/>
                  <a:moveTo>
                    <a:pt x="3419" y="1"/>
                  </a:moveTo>
                  <a:cubicBezTo>
                    <a:pt x="2923" y="1"/>
                    <a:pt x="2448" y="68"/>
                    <a:pt x="2014" y="204"/>
                  </a:cubicBezTo>
                  <a:cubicBezTo>
                    <a:pt x="1077" y="494"/>
                    <a:pt x="440" y="1066"/>
                    <a:pt x="221" y="1812"/>
                  </a:cubicBezTo>
                  <a:cubicBezTo>
                    <a:pt x="0" y="2557"/>
                    <a:pt x="227" y="3381"/>
                    <a:pt x="855" y="4135"/>
                  </a:cubicBezTo>
                  <a:cubicBezTo>
                    <a:pt x="1475" y="4875"/>
                    <a:pt x="2413" y="5459"/>
                    <a:pt x="3498" y="5779"/>
                  </a:cubicBezTo>
                  <a:cubicBezTo>
                    <a:pt x="4079" y="5948"/>
                    <a:pt x="4653" y="6029"/>
                    <a:pt x="5197" y="6029"/>
                  </a:cubicBezTo>
                  <a:cubicBezTo>
                    <a:pt x="6769" y="6029"/>
                    <a:pt x="8070" y="5353"/>
                    <a:pt x="8403" y="4221"/>
                  </a:cubicBezTo>
                  <a:cubicBezTo>
                    <a:pt x="8623" y="3475"/>
                    <a:pt x="8397" y="2650"/>
                    <a:pt x="7768" y="1898"/>
                  </a:cubicBezTo>
                  <a:cubicBezTo>
                    <a:pt x="7149" y="1158"/>
                    <a:pt x="6211" y="575"/>
                    <a:pt x="5125" y="255"/>
                  </a:cubicBezTo>
                  <a:cubicBezTo>
                    <a:pt x="4552" y="86"/>
                    <a:pt x="3973" y="1"/>
                    <a:pt x="341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" name="Google Shape;1110;p37"/>
            <p:cNvSpPr/>
            <p:nvPr/>
          </p:nvSpPr>
          <p:spPr>
            <a:xfrm>
              <a:off x="5340250" y="4430800"/>
              <a:ext cx="64000" cy="64025"/>
            </a:xfrm>
            <a:custGeom>
              <a:rect b="b" l="l" r="r" t="t"/>
              <a:pathLst>
                <a:path extrusionOk="0" h="2561" w="2560">
                  <a:moveTo>
                    <a:pt x="1279" y="1"/>
                  </a:moveTo>
                  <a:cubicBezTo>
                    <a:pt x="573" y="1"/>
                    <a:pt x="0" y="574"/>
                    <a:pt x="0" y="1281"/>
                  </a:cubicBezTo>
                  <a:cubicBezTo>
                    <a:pt x="0" y="1987"/>
                    <a:pt x="573" y="2560"/>
                    <a:pt x="1279" y="2560"/>
                  </a:cubicBezTo>
                  <a:cubicBezTo>
                    <a:pt x="1986" y="2560"/>
                    <a:pt x="2560" y="1987"/>
                    <a:pt x="2560" y="1281"/>
                  </a:cubicBezTo>
                  <a:cubicBezTo>
                    <a:pt x="2560" y="574"/>
                    <a:pt x="1986" y="1"/>
                    <a:pt x="12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" name="Google Shape;1111;p37"/>
            <p:cNvSpPr/>
            <p:nvPr/>
          </p:nvSpPr>
          <p:spPr>
            <a:xfrm>
              <a:off x="5337550" y="4428175"/>
              <a:ext cx="69350" cy="69325"/>
            </a:xfrm>
            <a:custGeom>
              <a:rect b="b" l="l" r="r" t="t"/>
              <a:pathLst>
                <a:path extrusionOk="0" h="2773" w="2774">
                  <a:moveTo>
                    <a:pt x="1387" y="213"/>
                  </a:moveTo>
                  <a:cubicBezTo>
                    <a:pt x="2033" y="213"/>
                    <a:pt x="2560" y="740"/>
                    <a:pt x="2560" y="1386"/>
                  </a:cubicBezTo>
                  <a:cubicBezTo>
                    <a:pt x="2560" y="2033"/>
                    <a:pt x="2033" y="2560"/>
                    <a:pt x="1387" y="2560"/>
                  </a:cubicBezTo>
                  <a:cubicBezTo>
                    <a:pt x="741" y="2560"/>
                    <a:pt x="214" y="2033"/>
                    <a:pt x="214" y="1386"/>
                  </a:cubicBezTo>
                  <a:cubicBezTo>
                    <a:pt x="214" y="740"/>
                    <a:pt x="741" y="213"/>
                    <a:pt x="1387" y="213"/>
                  </a:cubicBezTo>
                  <a:close/>
                  <a:moveTo>
                    <a:pt x="1387" y="0"/>
                  </a:moveTo>
                  <a:cubicBezTo>
                    <a:pt x="623" y="0"/>
                    <a:pt x="1" y="621"/>
                    <a:pt x="1" y="1386"/>
                  </a:cubicBezTo>
                  <a:cubicBezTo>
                    <a:pt x="1" y="2150"/>
                    <a:pt x="623" y="2773"/>
                    <a:pt x="1387" y="2773"/>
                  </a:cubicBezTo>
                  <a:cubicBezTo>
                    <a:pt x="2153" y="2773"/>
                    <a:pt x="2773" y="2150"/>
                    <a:pt x="2773" y="1386"/>
                  </a:cubicBezTo>
                  <a:cubicBezTo>
                    <a:pt x="2773" y="621"/>
                    <a:pt x="2153" y="0"/>
                    <a:pt x="13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" name="Google Shape;1112;p37"/>
            <p:cNvSpPr/>
            <p:nvPr/>
          </p:nvSpPr>
          <p:spPr>
            <a:xfrm>
              <a:off x="4567350" y="4901100"/>
              <a:ext cx="61650" cy="89175"/>
            </a:xfrm>
            <a:custGeom>
              <a:rect b="b" l="l" r="r" t="t"/>
              <a:pathLst>
                <a:path extrusionOk="0" h="3567" w="2466">
                  <a:moveTo>
                    <a:pt x="1233" y="0"/>
                  </a:moveTo>
                  <a:cubicBezTo>
                    <a:pt x="552" y="0"/>
                    <a:pt x="0" y="798"/>
                    <a:pt x="0" y="1784"/>
                  </a:cubicBezTo>
                  <a:cubicBezTo>
                    <a:pt x="0" y="2768"/>
                    <a:pt x="552" y="3566"/>
                    <a:pt x="1233" y="3566"/>
                  </a:cubicBezTo>
                  <a:cubicBezTo>
                    <a:pt x="1913" y="3566"/>
                    <a:pt x="2466" y="2768"/>
                    <a:pt x="2466" y="1784"/>
                  </a:cubicBezTo>
                  <a:cubicBezTo>
                    <a:pt x="2466" y="798"/>
                    <a:pt x="1913" y="0"/>
                    <a:pt x="12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37"/>
            <p:cNvSpPr/>
            <p:nvPr/>
          </p:nvSpPr>
          <p:spPr>
            <a:xfrm>
              <a:off x="4564700" y="4898450"/>
              <a:ext cx="66975" cy="94500"/>
            </a:xfrm>
            <a:custGeom>
              <a:rect b="b" l="l" r="r" t="t"/>
              <a:pathLst>
                <a:path extrusionOk="0" h="3780" w="2679">
                  <a:moveTo>
                    <a:pt x="1339" y="213"/>
                  </a:moveTo>
                  <a:cubicBezTo>
                    <a:pt x="1960" y="213"/>
                    <a:pt x="2466" y="965"/>
                    <a:pt x="2466" y="1890"/>
                  </a:cubicBezTo>
                  <a:cubicBezTo>
                    <a:pt x="2466" y="2813"/>
                    <a:pt x="1960" y="3565"/>
                    <a:pt x="1339" y="3565"/>
                  </a:cubicBezTo>
                  <a:cubicBezTo>
                    <a:pt x="718" y="3565"/>
                    <a:pt x="213" y="2813"/>
                    <a:pt x="213" y="1890"/>
                  </a:cubicBezTo>
                  <a:cubicBezTo>
                    <a:pt x="213" y="965"/>
                    <a:pt x="718" y="213"/>
                    <a:pt x="1339" y="213"/>
                  </a:cubicBezTo>
                  <a:close/>
                  <a:moveTo>
                    <a:pt x="1339" y="0"/>
                  </a:moveTo>
                  <a:cubicBezTo>
                    <a:pt x="600" y="0"/>
                    <a:pt x="0" y="848"/>
                    <a:pt x="0" y="1890"/>
                  </a:cubicBezTo>
                  <a:cubicBezTo>
                    <a:pt x="0" y="2931"/>
                    <a:pt x="600" y="3779"/>
                    <a:pt x="1339" y="3779"/>
                  </a:cubicBezTo>
                  <a:cubicBezTo>
                    <a:pt x="2077" y="3779"/>
                    <a:pt x="2679" y="2932"/>
                    <a:pt x="2679" y="1890"/>
                  </a:cubicBezTo>
                  <a:cubicBezTo>
                    <a:pt x="2679" y="848"/>
                    <a:pt x="2077" y="0"/>
                    <a:pt x="133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37"/>
            <p:cNvSpPr/>
            <p:nvPr/>
          </p:nvSpPr>
          <p:spPr>
            <a:xfrm>
              <a:off x="4535250" y="4878125"/>
              <a:ext cx="93425" cy="135100"/>
            </a:xfrm>
            <a:custGeom>
              <a:rect b="b" l="l" r="r" t="t"/>
              <a:pathLst>
                <a:path extrusionOk="0" h="5404" w="3737">
                  <a:moveTo>
                    <a:pt x="1869" y="0"/>
                  </a:moveTo>
                  <a:cubicBezTo>
                    <a:pt x="837" y="0"/>
                    <a:pt x="1" y="1209"/>
                    <a:pt x="1" y="2703"/>
                  </a:cubicBezTo>
                  <a:cubicBezTo>
                    <a:pt x="1" y="4195"/>
                    <a:pt x="837" y="5404"/>
                    <a:pt x="1869" y="5404"/>
                  </a:cubicBezTo>
                  <a:cubicBezTo>
                    <a:pt x="2901" y="5404"/>
                    <a:pt x="3736" y="4195"/>
                    <a:pt x="3736" y="2703"/>
                  </a:cubicBezTo>
                  <a:cubicBezTo>
                    <a:pt x="3736" y="1209"/>
                    <a:pt x="2901" y="0"/>
                    <a:pt x="18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" name="Google Shape;1115;p37"/>
            <p:cNvSpPr/>
            <p:nvPr/>
          </p:nvSpPr>
          <p:spPr>
            <a:xfrm>
              <a:off x="4532575" y="4875475"/>
              <a:ext cx="98775" cy="140425"/>
            </a:xfrm>
            <a:custGeom>
              <a:rect b="b" l="l" r="r" t="t"/>
              <a:pathLst>
                <a:path extrusionOk="0" h="5617" w="3951">
                  <a:moveTo>
                    <a:pt x="1976" y="214"/>
                  </a:moveTo>
                  <a:cubicBezTo>
                    <a:pt x="2947" y="214"/>
                    <a:pt x="3738" y="1377"/>
                    <a:pt x="3738" y="2809"/>
                  </a:cubicBezTo>
                  <a:cubicBezTo>
                    <a:pt x="3738" y="4240"/>
                    <a:pt x="2947" y="5404"/>
                    <a:pt x="1976" y="5404"/>
                  </a:cubicBezTo>
                  <a:cubicBezTo>
                    <a:pt x="1004" y="5404"/>
                    <a:pt x="215" y="4240"/>
                    <a:pt x="215" y="2809"/>
                  </a:cubicBezTo>
                  <a:cubicBezTo>
                    <a:pt x="215" y="1377"/>
                    <a:pt x="1004" y="214"/>
                    <a:pt x="1976" y="214"/>
                  </a:cubicBezTo>
                  <a:close/>
                  <a:moveTo>
                    <a:pt x="1976" y="1"/>
                  </a:moveTo>
                  <a:cubicBezTo>
                    <a:pt x="888" y="1"/>
                    <a:pt x="0" y="1260"/>
                    <a:pt x="0" y="2809"/>
                  </a:cubicBezTo>
                  <a:cubicBezTo>
                    <a:pt x="0" y="4357"/>
                    <a:pt x="888" y="5617"/>
                    <a:pt x="1976" y="5617"/>
                  </a:cubicBezTo>
                  <a:cubicBezTo>
                    <a:pt x="3065" y="5617"/>
                    <a:pt x="3951" y="4357"/>
                    <a:pt x="3951" y="2809"/>
                  </a:cubicBezTo>
                  <a:cubicBezTo>
                    <a:pt x="3951" y="1260"/>
                    <a:pt x="3065" y="1"/>
                    <a:pt x="197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" name="Google Shape;1116;p37"/>
            <p:cNvSpPr/>
            <p:nvPr/>
          </p:nvSpPr>
          <p:spPr>
            <a:xfrm>
              <a:off x="4546125" y="4878125"/>
              <a:ext cx="93450" cy="135100"/>
            </a:xfrm>
            <a:custGeom>
              <a:rect b="b" l="l" r="r" t="t"/>
              <a:pathLst>
                <a:path extrusionOk="0" h="5404" w="3738">
                  <a:moveTo>
                    <a:pt x="1869" y="0"/>
                  </a:moveTo>
                  <a:cubicBezTo>
                    <a:pt x="837" y="0"/>
                    <a:pt x="0" y="1209"/>
                    <a:pt x="0" y="2703"/>
                  </a:cubicBezTo>
                  <a:cubicBezTo>
                    <a:pt x="0" y="4195"/>
                    <a:pt x="837" y="5404"/>
                    <a:pt x="1869" y="5404"/>
                  </a:cubicBezTo>
                  <a:cubicBezTo>
                    <a:pt x="2901" y="5404"/>
                    <a:pt x="3738" y="4195"/>
                    <a:pt x="3738" y="2703"/>
                  </a:cubicBezTo>
                  <a:cubicBezTo>
                    <a:pt x="3738" y="1209"/>
                    <a:pt x="2901" y="0"/>
                    <a:pt x="18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37"/>
            <p:cNvSpPr/>
            <p:nvPr/>
          </p:nvSpPr>
          <p:spPr>
            <a:xfrm>
              <a:off x="4543475" y="4875475"/>
              <a:ext cx="98750" cy="140425"/>
            </a:xfrm>
            <a:custGeom>
              <a:rect b="b" l="l" r="r" t="t"/>
              <a:pathLst>
                <a:path extrusionOk="0" h="5617" w="3950">
                  <a:moveTo>
                    <a:pt x="1975" y="214"/>
                  </a:moveTo>
                  <a:cubicBezTo>
                    <a:pt x="2946" y="214"/>
                    <a:pt x="3736" y="1377"/>
                    <a:pt x="3736" y="2809"/>
                  </a:cubicBezTo>
                  <a:cubicBezTo>
                    <a:pt x="3736" y="4240"/>
                    <a:pt x="2946" y="5404"/>
                    <a:pt x="1975" y="5404"/>
                  </a:cubicBezTo>
                  <a:cubicBezTo>
                    <a:pt x="1004" y="5404"/>
                    <a:pt x="214" y="4240"/>
                    <a:pt x="214" y="2809"/>
                  </a:cubicBezTo>
                  <a:cubicBezTo>
                    <a:pt x="214" y="1377"/>
                    <a:pt x="1004" y="214"/>
                    <a:pt x="1975" y="214"/>
                  </a:cubicBezTo>
                  <a:close/>
                  <a:moveTo>
                    <a:pt x="1975" y="1"/>
                  </a:moveTo>
                  <a:cubicBezTo>
                    <a:pt x="887" y="1"/>
                    <a:pt x="1" y="1260"/>
                    <a:pt x="1" y="2809"/>
                  </a:cubicBezTo>
                  <a:cubicBezTo>
                    <a:pt x="1" y="4357"/>
                    <a:pt x="887" y="5617"/>
                    <a:pt x="1975" y="5617"/>
                  </a:cubicBezTo>
                  <a:cubicBezTo>
                    <a:pt x="3063" y="5617"/>
                    <a:pt x="3949" y="4357"/>
                    <a:pt x="3949" y="2809"/>
                  </a:cubicBezTo>
                  <a:cubicBezTo>
                    <a:pt x="3949" y="1260"/>
                    <a:pt x="3063" y="1"/>
                    <a:pt x="197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37"/>
            <p:cNvSpPr/>
            <p:nvPr/>
          </p:nvSpPr>
          <p:spPr>
            <a:xfrm>
              <a:off x="4574450" y="4902100"/>
              <a:ext cx="66025" cy="87150"/>
            </a:xfrm>
            <a:custGeom>
              <a:rect b="b" l="l" r="r" t="t"/>
              <a:pathLst>
                <a:path extrusionOk="0" h="3486" w="2641">
                  <a:moveTo>
                    <a:pt x="1203" y="0"/>
                  </a:moveTo>
                  <a:cubicBezTo>
                    <a:pt x="539" y="0"/>
                    <a:pt x="0" y="782"/>
                    <a:pt x="0" y="1744"/>
                  </a:cubicBezTo>
                  <a:cubicBezTo>
                    <a:pt x="0" y="2706"/>
                    <a:pt x="539" y="3486"/>
                    <a:pt x="1203" y="3486"/>
                  </a:cubicBezTo>
                  <a:lnTo>
                    <a:pt x="2640" y="3486"/>
                  </a:lnTo>
                  <a:lnTo>
                    <a:pt x="2640" y="2"/>
                  </a:lnTo>
                  <a:lnTo>
                    <a:pt x="12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37"/>
            <p:cNvSpPr/>
            <p:nvPr/>
          </p:nvSpPr>
          <p:spPr>
            <a:xfrm>
              <a:off x="4571775" y="4899450"/>
              <a:ext cx="71375" cy="92500"/>
            </a:xfrm>
            <a:custGeom>
              <a:rect b="b" l="l" r="r" t="t"/>
              <a:pathLst>
                <a:path extrusionOk="0" h="3700" w="2855">
                  <a:moveTo>
                    <a:pt x="2640" y="214"/>
                  </a:moveTo>
                  <a:lnTo>
                    <a:pt x="2640" y="3485"/>
                  </a:lnTo>
                  <a:lnTo>
                    <a:pt x="1310" y="3485"/>
                  </a:lnTo>
                  <a:cubicBezTo>
                    <a:pt x="706" y="3485"/>
                    <a:pt x="213" y="2751"/>
                    <a:pt x="213" y="1850"/>
                  </a:cubicBezTo>
                  <a:cubicBezTo>
                    <a:pt x="213" y="948"/>
                    <a:pt x="706" y="214"/>
                    <a:pt x="1310" y="214"/>
                  </a:cubicBezTo>
                  <a:close/>
                  <a:moveTo>
                    <a:pt x="1310" y="1"/>
                  </a:moveTo>
                  <a:cubicBezTo>
                    <a:pt x="588" y="1"/>
                    <a:pt x="0" y="830"/>
                    <a:pt x="0" y="1850"/>
                  </a:cubicBezTo>
                  <a:cubicBezTo>
                    <a:pt x="0" y="2868"/>
                    <a:pt x="588" y="3699"/>
                    <a:pt x="1310" y="3699"/>
                  </a:cubicBezTo>
                  <a:lnTo>
                    <a:pt x="2747" y="3699"/>
                  </a:lnTo>
                  <a:cubicBezTo>
                    <a:pt x="2807" y="3698"/>
                    <a:pt x="2855" y="3650"/>
                    <a:pt x="2855" y="3592"/>
                  </a:cubicBezTo>
                  <a:lnTo>
                    <a:pt x="2855" y="108"/>
                  </a:lnTo>
                  <a:cubicBezTo>
                    <a:pt x="2855" y="48"/>
                    <a:pt x="2807" y="1"/>
                    <a:pt x="274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" name="Google Shape;1120;p37"/>
            <p:cNvSpPr/>
            <p:nvPr/>
          </p:nvSpPr>
          <p:spPr>
            <a:xfrm>
              <a:off x="4610375" y="4902100"/>
              <a:ext cx="60200" cy="87150"/>
            </a:xfrm>
            <a:custGeom>
              <a:rect b="b" l="l" r="r" t="t"/>
              <a:pathLst>
                <a:path extrusionOk="0" h="3486" w="2408">
                  <a:moveTo>
                    <a:pt x="1203" y="0"/>
                  </a:moveTo>
                  <a:cubicBezTo>
                    <a:pt x="538" y="0"/>
                    <a:pt x="0" y="782"/>
                    <a:pt x="0" y="1744"/>
                  </a:cubicBezTo>
                  <a:cubicBezTo>
                    <a:pt x="0" y="2706"/>
                    <a:pt x="538" y="3486"/>
                    <a:pt x="1203" y="3486"/>
                  </a:cubicBezTo>
                  <a:cubicBezTo>
                    <a:pt x="1869" y="3486"/>
                    <a:pt x="2408" y="2706"/>
                    <a:pt x="2408" y="1744"/>
                  </a:cubicBezTo>
                  <a:cubicBezTo>
                    <a:pt x="2408" y="782"/>
                    <a:pt x="1869" y="0"/>
                    <a:pt x="12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" name="Google Shape;1121;p37"/>
            <p:cNvSpPr/>
            <p:nvPr/>
          </p:nvSpPr>
          <p:spPr>
            <a:xfrm>
              <a:off x="4607725" y="4899450"/>
              <a:ext cx="65550" cy="92500"/>
            </a:xfrm>
            <a:custGeom>
              <a:rect b="b" l="l" r="r" t="t"/>
              <a:pathLst>
                <a:path extrusionOk="0" h="3700" w="2622">
                  <a:moveTo>
                    <a:pt x="1309" y="214"/>
                  </a:moveTo>
                  <a:cubicBezTo>
                    <a:pt x="1915" y="214"/>
                    <a:pt x="2408" y="948"/>
                    <a:pt x="2408" y="1850"/>
                  </a:cubicBezTo>
                  <a:cubicBezTo>
                    <a:pt x="2408" y="2751"/>
                    <a:pt x="1914" y="3485"/>
                    <a:pt x="1309" y="3485"/>
                  </a:cubicBezTo>
                  <a:cubicBezTo>
                    <a:pt x="705" y="3485"/>
                    <a:pt x="213" y="2751"/>
                    <a:pt x="213" y="1850"/>
                  </a:cubicBezTo>
                  <a:cubicBezTo>
                    <a:pt x="213" y="948"/>
                    <a:pt x="705" y="214"/>
                    <a:pt x="1309" y="214"/>
                  </a:cubicBezTo>
                  <a:close/>
                  <a:moveTo>
                    <a:pt x="1309" y="1"/>
                  </a:moveTo>
                  <a:cubicBezTo>
                    <a:pt x="587" y="1"/>
                    <a:pt x="1" y="830"/>
                    <a:pt x="1" y="1850"/>
                  </a:cubicBezTo>
                  <a:cubicBezTo>
                    <a:pt x="1" y="2868"/>
                    <a:pt x="587" y="3699"/>
                    <a:pt x="1309" y="3699"/>
                  </a:cubicBezTo>
                  <a:cubicBezTo>
                    <a:pt x="2033" y="3699"/>
                    <a:pt x="2621" y="2868"/>
                    <a:pt x="2621" y="1850"/>
                  </a:cubicBezTo>
                  <a:cubicBezTo>
                    <a:pt x="2621" y="830"/>
                    <a:pt x="2031" y="1"/>
                    <a:pt x="130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37"/>
            <p:cNvSpPr/>
            <p:nvPr/>
          </p:nvSpPr>
          <p:spPr>
            <a:xfrm>
              <a:off x="4633150" y="4923975"/>
              <a:ext cx="53100" cy="43400"/>
            </a:xfrm>
            <a:custGeom>
              <a:rect b="b" l="l" r="r" t="t"/>
              <a:pathLst>
                <a:path extrusionOk="0" h="1736" w="2124">
                  <a:moveTo>
                    <a:pt x="602" y="1"/>
                  </a:moveTo>
                  <a:cubicBezTo>
                    <a:pt x="268" y="1"/>
                    <a:pt x="0" y="388"/>
                    <a:pt x="0" y="869"/>
                  </a:cubicBezTo>
                  <a:cubicBezTo>
                    <a:pt x="0" y="1348"/>
                    <a:pt x="268" y="1735"/>
                    <a:pt x="602" y="1735"/>
                  </a:cubicBezTo>
                  <a:lnTo>
                    <a:pt x="2124" y="1735"/>
                  </a:lnTo>
                  <a:lnTo>
                    <a:pt x="21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" name="Google Shape;1123;p37"/>
            <p:cNvSpPr/>
            <p:nvPr/>
          </p:nvSpPr>
          <p:spPr>
            <a:xfrm>
              <a:off x="4630475" y="4921300"/>
              <a:ext cx="58450" cy="48750"/>
            </a:xfrm>
            <a:custGeom>
              <a:rect b="b" l="l" r="r" t="t"/>
              <a:pathLst>
                <a:path extrusionOk="0" h="1950" w="2338">
                  <a:moveTo>
                    <a:pt x="2125" y="214"/>
                  </a:moveTo>
                  <a:lnTo>
                    <a:pt x="2125" y="1737"/>
                  </a:lnTo>
                  <a:lnTo>
                    <a:pt x="709" y="1737"/>
                  </a:lnTo>
                  <a:cubicBezTo>
                    <a:pt x="435" y="1737"/>
                    <a:pt x="213" y="1396"/>
                    <a:pt x="213" y="976"/>
                  </a:cubicBezTo>
                  <a:cubicBezTo>
                    <a:pt x="213" y="556"/>
                    <a:pt x="435" y="214"/>
                    <a:pt x="709" y="214"/>
                  </a:cubicBezTo>
                  <a:close/>
                  <a:moveTo>
                    <a:pt x="709" y="1"/>
                  </a:moveTo>
                  <a:cubicBezTo>
                    <a:pt x="311" y="1"/>
                    <a:pt x="0" y="428"/>
                    <a:pt x="0" y="976"/>
                  </a:cubicBezTo>
                  <a:cubicBezTo>
                    <a:pt x="0" y="1522"/>
                    <a:pt x="311" y="1950"/>
                    <a:pt x="709" y="1950"/>
                  </a:cubicBezTo>
                  <a:lnTo>
                    <a:pt x="2231" y="1950"/>
                  </a:lnTo>
                  <a:cubicBezTo>
                    <a:pt x="2290" y="1950"/>
                    <a:pt x="2338" y="1902"/>
                    <a:pt x="2338" y="1842"/>
                  </a:cubicBezTo>
                  <a:lnTo>
                    <a:pt x="2338" y="108"/>
                  </a:lnTo>
                  <a:cubicBezTo>
                    <a:pt x="2338" y="48"/>
                    <a:pt x="2290" y="1"/>
                    <a:pt x="223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" name="Google Shape;1124;p37"/>
            <p:cNvSpPr/>
            <p:nvPr/>
          </p:nvSpPr>
          <p:spPr>
            <a:xfrm>
              <a:off x="4671275" y="4923975"/>
              <a:ext cx="29975" cy="43400"/>
            </a:xfrm>
            <a:custGeom>
              <a:rect b="b" l="l" r="r" t="t"/>
              <a:pathLst>
                <a:path extrusionOk="0" h="1736" w="1199">
                  <a:moveTo>
                    <a:pt x="599" y="1"/>
                  </a:moveTo>
                  <a:cubicBezTo>
                    <a:pt x="268" y="1"/>
                    <a:pt x="0" y="388"/>
                    <a:pt x="0" y="869"/>
                  </a:cubicBezTo>
                  <a:cubicBezTo>
                    <a:pt x="0" y="1348"/>
                    <a:pt x="268" y="1735"/>
                    <a:pt x="599" y="1735"/>
                  </a:cubicBezTo>
                  <a:cubicBezTo>
                    <a:pt x="929" y="1735"/>
                    <a:pt x="1199" y="1348"/>
                    <a:pt x="1199" y="869"/>
                  </a:cubicBezTo>
                  <a:cubicBezTo>
                    <a:pt x="1199" y="388"/>
                    <a:pt x="929" y="1"/>
                    <a:pt x="59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37"/>
            <p:cNvSpPr/>
            <p:nvPr/>
          </p:nvSpPr>
          <p:spPr>
            <a:xfrm>
              <a:off x="4668575" y="4921300"/>
              <a:ext cx="35325" cy="48750"/>
            </a:xfrm>
            <a:custGeom>
              <a:rect b="b" l="l" r="r" t="t"/>
              <a:pathLst>
                <a:path extrusionOk="0" h="1950" w="1413">
                  <a:moveTo>
                    <a:pt x="707" y="214"/>
                  </a:moveTo>
                  <a:cubicBezTo>
                    <a:pt x="975" y="214"/>
                    <a:pt x="1200" y="563"/>
                    <a:pt x="1200" y="976"/>
                  </a:cubicBezTo>
                  <a:cubicBezTo>
                    <a:pt x="1200" y="1388"/>
                    <a:pt x="975" y="1737"/>
                    <a:pt x="707" y="1737"/>
                  </a:cubicBezTo>
                  <a:cubicBezTo>
                    <a:pt x="440" y="1737"/>
                    <a:pt x="214" y="1388"/>
                    <a:pt x="214" y="976"/>
                  </a:cubicBezTo>
                  <a:cubicBezTo>
                    <a:pt x="214" y="563"/>
                    <a:pt x="440" y="214"/>
                    <a:pt x="707" y="214"/>
                  </a:cubicBezTo>
                  <a:close/>
                  <a:moveTo>
                    <a:pt x="707" y="1"/>
                  </a:moveTo>
                  <a:cubicBezTo>
                    <a:pt x="318" y="1"/>
                    <a:pt x="1" y="438"/>
                    <a:pt x="1" y="976"/>
                  </a:cubicBezTo>
                  <a:cubicBezTo>
                    <a:pt x="1" y="1513"/>
                    <a:pt x="318" y="1950"/>
                    <a:pt x="707" y="1950"/>
                  </a:cubicBezTo>
                  <a:cubicBezTo>
                    <a:pt x="1097" y="1950"/>
                    <a:pt x="1412" y="1513"/>
                    <a:pt x="1412" y="976"/>
                  </a:cubicBezTo>
                  <a:cubicBezTo>
                    <a:pt x="1412" y="438"/>
                    <a:pt x="1097" y="1"/>
                    <a:pt x="7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37"/>
            <p:cNvSpPr/>
            <p:nvPr/>
          </p:nvSpPr>
          <p:spPr>
            <a:xfrm>
              <a:off x="4567350" y="5067975"/>
              <a:ext cx="61650" cy="89175"/>
            </a:xfrm>
            <a:custGeom>
              <a:rect b="b" l="l" r="r" t="t"/>
              <a:pathLst>
                <a:path extrusionOk="0" h="3567" w="2466">
                  <a:moveTo>
                    <a:pt x="1233" y="0"/>
                  </a:moveTo>
                  <a:cubicBezTo>
                    <a:pt x="552" y="0"/>
                    <a:pt x="0" y="798"/>
                    <a:pt x="0" y="1784"/>
                  </a:cubicBezTo>
                  <a:cubicBezTo>
                    <a:pt x="0" y="2768"/>
                    <a:pt x="552" y="3566"/>
                    <a:pt x="1233" y="3566"/>
                  </a:cubicBezTo>
                  <a:cubicBezTo>
                    <a:pt x="1913" y="3566"/>
                    <a:pt x="2466" y="2768"/>
                    <a:pt x="2466" y="1784"/>
                  </a:cubicBezTo>
                  <a:cubicBezTo>
                    <a:pt x="2466" y="798"/>
                    <a:pt x="1913" y="0"/>
                    <a:pt x="12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37"/>
            <p:cNvSpPr/>
            <p:nvPr/>
          </p:nvSpPr>
          <p:spPr>
            <a:xfrm>
              <a:off x="4564700" y="5065325"/>
              <a:ext cx="66975" cy="94500"/>
            </a:xfrm>
            <a:custGeom>
              <a:rect b="b" l="l" r="r" t="t"/>
              <a:pathLst>
                <a:path extrusionOk="0" h="3780" w="2679">
                  <a:moveTo>
                    <a:pt x="1339" y="213"/>
                  </a:moveTo>
                  <a:cubicBezTo>
                    <a:pt x="1960" y="213"/>
                    <a:pt x="2466" y="965"/>
                    <a:pt x="2466" y="1890"/>
                  </a:cubicBezTo>
                  <a:cubicBezTo>
                    <a:pt x="2466" y="2813"/>
                    <a:pt x="1960" y="3565"/>
                    <a:pt x="1339" y="3565"/>
                  </a:cubicBezTo>
                  <a:cubicBezTo>
                    <a:pt x="718" y="3565"/>
                    <a:pt x="213" y="2813"/>
                    <a:pt x="213" y="1890"/>
                  </a:cubicBezTo>
                  <a:cubicBezTo>
                    <a:pt x="213" y="965"/>
                    <a:pt x="718" y="213"/>
                    <a:pt x="1339" y="213"/>
                  </a:cubicBezTo>
                  <a:close/>
                  <a:moveTo>
                    <a:pt x="1339" y="0"/>
                  </a:moveTo>
                  <a:cubicBezTo>
                    <a:pt x="600" y="0"/>
                    <a:pt x="0" y="848"/>
                    <a:pt x="0" y="1890"/>
                  </a:cubicBezTo>
                  <a:cubicBezTo>
                    <a:pt x="0" y="2932"/>
                    <a:pt x="600" y="3779"/>
                    <a:pt x="1339" y="3779"/>
                  </a:cubicBezTo>
                  <a:cubicBezTo>
                    <a:pt x="2077" y="3779"/>
                    <a:pt x="2679" y="2932"/>
                    <a:pt x="2679" y="1890"/>
                  </a:cubicBezTo>
                  <a:cubicBezTo>
                    <a:pt x="2679" y="848"/>
                    <a:pt x="2077" y="0"/>
                    <a:pt x="133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37"/>
            <p:cNvSpPr/>
            <p:nvPr/>
          </p:nvSpPr>
          <p:spPr>
            <a:xfrm>
              <a:off x="4535250" y="5045000"/>
              <a:ext cx="93425" cy="135100"/>
            </a:xfrm>
            <a:custGeom>
              <a:rect b="b" l="l" r="r" t="t"/>
              <a:pathLst>
                <a:path extrusionOk="0" h="5404" w="3737">
                  <a:moveTo>
                    <a:pt x="1869" y="0"/>
                  </a:moveTo>
                  <a:cubicBezTo>
                    <a:pt x="837" y="0"/>
                    <a:pt x="1" y="1209"/>
                    <a:pt x="1" y="2703"/>
                  </a:cubicBezTo>
                  <a:cubicBezTo>
                    <a:pt x="1" y="4195"/>
                    <a:pt x="837" y="5404"/>
                    <a:pt x="1869" y="5404"/>
                  </a:cubicBezTo>
                  <a:cubicBezTo>
                    <a:pt x="2901" y="5404"/>
                    <a:pt x="3736" y="4195"/>
                    <a:pt x="3736" y="2703"/>
                  </a:cubicBezTo>
                  <a:cubicBezTo>
                    <a:pt x="3736" y="1209"/>
                    <a:pt x="2901" y="0"/>
                    <a:pt x="18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37"/>
            <p:cNvSpPr/>
            <p:nvPr/>
          </p:nvSpPr>
          <p:spPr>
            <a:xfrm>
              <a:off x="4532575" y="5042325"/>
              <a:ext cx="98775" cy="140450"/>
            </a:xfrm>
            <a:custGeom>
              <a:rect b="b" l="l" r="r" t="t"/>
              <a:pathLst>
                <a:path extrusionOk="0" h="5618" w="3951">
                  <a:moveTo>
                    <a:pt x="1976" y="215"/>
                  </a:moveTo>
                  <a:cubicBezTo>
                    <a:pt x="2947" y="215"/>
                    <a:pt x="3738" y="1377"/>
                    <a:pt x="3738" y="2810"/>
                  </a:cubicBezTo>
                  <a:cubicBezTo>
                    <a:pt x="3738" y="4241"/>
                    <a:pt x="2947" y="5405"/>
                    <a:pt x="1976" y="5405"/>
                  </a:cubicBezTo>
                  <a:cubicBezTo>
                    <a:pt x="1004" y="5405"/>
                    <a:pt x="215" y="4241"/>
                    <a:pt x="215" y="2810"/>
                  </a:cubicBezTo>
                  <a:cubicBezTo>
                    <a:pt x="215" y="1377"/>
                    <a:pt x="1004" y="215"/>
                    <a:pt x="1976" y="215"/>
                  </a:cubicBezTo>
                  <a:close/>
                  <a:moveTo>
                    <a:pt x="1976" y="0"/>
                  </a:moveTo>
                  <a:cubicBezTo>
                    <a:pt x="888" y="0"/>
                    <a:pt x="0" y="1261"/>
                    <a:pt x="0" y="2810"/>
                  </a:cubicBezTo>
                  <a:cubicBezTo>
                    <a:pt x="0" y="4358"/>
                    <a:pt x="888" y="5618"/>
                    <a:pt x="1976" y="5618"/>
                  </a:cubicBezTo>
                  <a:cubicBezTo>
                    <a:pt x="3065" y="5618"/>
                    <a:pt x="3951" y="4358"/>
                    <a:pt x="3951" y="2810"/>
                  </a:cubicBezTo>
                  <a:cubicBezTo>
                    <a:pt x="3951" y="1261"/>
                    <a:pt x="3065" y="0"/>
                    <a:pt x="197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37"/>
            <p:cNvSpPr/>
            <p:nvPr/>
          </p:nvSpPr>
          <p:spPr>
            <a:xfrm>
              <a:off x="4546125" y="5045000"/>
              <a:ext cx="93450" cy="135100"/>
            </a:xfrm>
            <a:custGeom>
              <a:rect b="b" l="l" r="r" t="t"/>
              <a:pathLst>
                <a:path extrusionOk="0" h="5404" w="3738">
                  <a:moveTo>
                    <a:pt x="1869" y="0"/>
                  </a:moveTo>
                  <a:cubicBezTo>
                    <a:pt x="837" y="0"/>
                    <a:pt x="0" y="1209"/>
                    <a:pt x="0" y="2703"/>
                  </a:cubicBezTo>
                  <a:cubicBezTo>
                    <a:pt x="0" y="4195"/>
                    <a:pt x="837" y="5404"/>
                    <a:pt x="1869" y="5404"/>
                  </a:cubicBezTo>
                  <a:cubicBezTo>
                    <a:pt x="2901" y="5404"/>
                    <a:pt x="3738" y="4195"/>
                    <a:pt x="3738" y="2703"/>
                  </a:cubicBezTo>
                  <a:cubicBezTo>
                    <a:pt x="3738" y="1209"/>
                    <a:pt x="2901" y="0"/>
                    <a:pt x="18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37"/>
            <p:cNvSpPr/>
            <p:nvPr/>
          </p:nvSpPr>
          <p:spPr>
            <a:xfrm>
              <a:off x="4543475" y="5042325"/>
              <a:ext cx="98750" cy="140450"/>
            </a:xfrm>
            <a:custGeom>
              <a:rect b="b" l="l" r="r" t="t"/>
              <a:pathLst>
                <a:path extrusionOk="0" h="5618" w="3950">
                  <a:moveTo>
                    <a:pt x="1975" y="215"/>
                  </a:moveTo>
                  <a:cubicBezTo>
                    <a:pt x="2946" y="215"/>
                    <a:pt x="3736" y="1377"/>
                    <a:pt x="3736" y="2810"/>
                  </a:cubicBezTo>
                  <a:cubicBezTo>
                    <a:pt x="3736" y="4241"/>
                    <a:pt x="2946" y="5405"/>
                    <a:pt x="1975" y="5405"/>
                  </a:cubicBezTo>
                  <a:cubicBezTo>
                    <a:pt x="1004" y="5405"/>
                    <a:pt x="214" y="4241"/>
                    <a:pt x="214" y="2810"/>
                  </a:cubicBezTo>
                  <a:cubicBezTo>
                    <a:pt x="214" y="1377"/>
                    <a:pt x="1004" y="215"/>
                    <a:pt x="1975" y="215"/>
                  </a:cubicBezTo>
                  <a:close/>
                  <a:moveTo>
                    <a:pt x="1975" y="0"/>
                  </a:moveTo>
                  <a:cubicBezTo>
                    <a:pt x="887" y="0"/>
                    <a:pt x="1" y="1261"/>
                    <a:pt x="1" y="2810"/>
                  </a:cubicBezTo>
                  <a:cubicBezTo>
                    <a:pt x="1" y="4358"/>
                    <a:pt x="887" y="5618"/>
                    <a:pt x="1975" y="5618"/>
                  </a:cubicBezTo>
                  <a:cubicBezTo>
                    <a:pt x="3063" y="5618"/>
                    <a:pt x="3949" y="4358"/>
                    <a:pt x="3949" y="2810"/>
                  </a:cubicBezTo>
                  <a:cubicBezTo>
                    <a:pt x="3949" y="1261"/>
                    <a:pt x="3063" y="0"/>
                    <a:pt x="197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" name="Google Shape;1132;p37"/>
            <p:cNvSpPr/>
            <p:nvPr/>
          </p:nvSpPr>
          <p:spPr>
            <a:xfrm>
              <a:off x="4574450" y="5068975"/>
              <a:ext cx="66025" cy="86925"/>
            </a:xfrm>
            <a:custGeom>
              <a:rect b="b" l="l" r="r" t="t"/>
              <a:pathLst>
                <a:path extrusionOk="0" h="3477" w="2641">
                  <a:moveTo>
                    <a:pt x="1203" y="0"/>
                  </a:moveTo>
                  <a:lnTo>
                    <a:pt x="1203" y="2"/>
                  </a:lnTo>
                  <a:cubicBezTo>
                    <a:pt x="539" y="2"/>
                    <a:pt x="0" y="782"/>
                    <a:pt x="0" y="1744"/>
                  </a:cubicBezTo>
                  <a:cubicBezTo>
                    <a:pt x="0" y="2706"/>
                    <a:pt x="539" y="3477"/>
                    <a:pt x="1203" y="3477"/>
                  </a:cubicBezTo>
                  <a:lnTo>
                    <a:pt x="2640" y="3477"/>
                  </a:lnTo>
                  <a:lnTo>
                    <a:pt x="264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" name="Google Shape;1133;p37"/>
            <p:cNvSpPr/>
            <p:nvPr/>
          </p:nvSpPr>
          <p:spPr>
            <a:xfrm>
              <a:off x="4571775" y="5066325"/>
              <a:ext cx="71375" cy="92275"/>
            </a:xfrm>
            <a:custGeom>
              <a:rect b="b" l="l" r="r" t="t"/>
              <a:pathLst>
                <a:path extrusionOk="0" h="3691" w="2855">
                  <a:moveTo>
                    <a:pt x="2640" y="213"/>
                  </a:moveTo>
                  <a:lnTo>
                    <a:pt x="2640" y="3476"/>
                  </a:lnTo>
                  <a:lnTo>
                    <a:pt x="1310" y="3476"/>
                  </a:lnTo>
                  <a:cubicBezTo>
                    <a:pt x="706" y="3476"/>
                    <a:pt x="213" y="2751"/>
                    <a:pt x="213" y="1850"/>
                  </a:cubicBezTo>
                  <a:cubicBezTo>
                    <a:pt x="213" y="947"/>
                    <a:pt x="706" y="213"/>
                    <a:pt x="1310" y="213"/>
                  </a:cubicBezTo>
                  <a:close/>
                  <a:moveTo>
                    <a:pt x="1310" y="1"/>
                  </a:moveTo>
                  <a:cubicBezTo>
                    <a:pt x="588" y="1"/>
                    <a:pt x="0" y="834"/>
                    <a:pt x="0" y="1850"/>
                  </a:cubicBezTo>
                  <a:cubicBezTo>
                    <a:pt x="0" y="2864"/>
                    <a:pt x="588" y="3690"/>
                    <a:pt x="1310" y="3690"/>
                  </a:cubicBezTo>
                  <a:lnTo>
                    <a:pt x="2747" y="3690"/>
                  </a:lnTo>
                  <a:cubicBezTo>
                    <a:pt x="2807" y="3690"/>
                    <a:pt x="2855" y="3642"/>
                    <a:pt x="2855" y="3583"/>
                  </a:cubicBezTo>
                  <a:lnTo>
                    <a:pt x="2855" y="108"/>
                  </a:lnTo>
                  <a:cubicBezTo>
                    <a:pt x="2855" y="48"/>
                    <a:pt x="2807" y="1"/>
                    <a:pt x="274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" name="Google Shape;1134;p37"/>
            <p:cNvSpPr/>
            <p:nvPr/>
          </p:nvSpPr>
          <p:spPr>
            <a:xfrm>
              <a:off x="4610375" y="5068975"/>
              <a:ext cx="60200" cy="87075"/>
            </a:xfrm>
            <a:custGeom>
              <a:rect b="b" l="l" r="r" t="t"/>
              <a:pathLst>
                <a:path extrusionOk="0" h="3483" w="2408">
                  <a:moveTo>
                    <a:pt x="1203" y="0"/>
                  </a:moveTo>
                  <a:cubicBezTo>
                    <a:pt x="538" y="0"/>
                    <a:pt x="0" y="782"/>
                    <a:pt x="0" y="1744"/>
                  </a:cubicBezTo>
                  <a:cubicBezTo>
                    <a:pt x="0" y="2706"/>
                    <a:pt x="538" y="3483"/>
                    <a:pt x="1203" y="3483"/>
                  </a:cubicBezTo>
                  <a:cubicBezTo>
                    <a:pt x="1869" y="3483"/>
                    <a:pt x="2408" y="2706"/>
                    <a:pt x="2408" y="1744"/>
                  </a:cubicBezTo>
                  <a:cubicBezTo>
                    <a:pt x="2408" y="782"/>
                    <a:pt x="1869" y="0"/>
                    <a:pt x="12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37"/>
            <p:cNvSpPr/>
            <p:nvPr/>
          </p:nvSpPr>
          <p:spPr>
            <a:xfrm>
              <a:off x="4607725" y="5066325"/>
              <a:ext cx="65550" cy="92425"/>
            </a:xfrm>
            <a:custGeom>
              <a:rect b="b" l="l" r="r" t="t"/>
              <a:pathLst>
                <a:path extrusionOk="0" h="3697" w="2622">
                  <a:moveTo>
                    <a:pt x="1309" y="213"/>
                  </a:moveTo>
                  <a:cubicBezTo>
                    <a:pt x="1915" y="213"/>
                    <a:pt x="2408" y="949"/>
                    <a:pt x="2408" y="1850"/>
                  </a:cubicBezTo>
                  <a:cubicBezTo>
                    <a:pt x="2408" y="2751"/>
                    <a:pt x="1914" y="3483"/>
                    <a:pt x="1309" y="3483"/>
                  </a:cubicBezTo>
                  <a:cubicBezTo>
                    <a:pt x="705" y="3483"/>
                    <a:pt x="213" y="2751"/>
                    <a:pt x="213" y="1850"/>
                  </a:cubicBezTo>
                  <a:cubicBezTo>
                    <a:pt x="213" y="947"/>
                    <a:pt x="705" y="213"/>
                    <a:pt x="1309" y="213"/>
                  </a:cubicBezTo>
                  <a:close/>
                  <a:moveTo>
                    <a:pt x="1309" y="1"/>
                  </a:moveTo>
                  <a:cubicBezTo>
                    <a:pt x="587" y="1"/>
                    <a:pt x="1" y="831"/>
                    <a:pt x="1" y="1850"/>
                  </a:cubicBezTo>
                  <a:cubicBezTo>
                    <a:pt x="1" y="2868"/>
                    <a:pt x="587" y="3696"/>
                    <a:pt x="1309" y="3696"/>
                  </a:cubicBezTo>
                  <a:cubicBezTo>
                    <a:pt x="2033" y="3696"/>
                    <a:pt x="2621" y="2868"/>
                    <a:pt x="2621" y="1850"/>
                  </a:cubicBezTo>
                  <a:cubicBezTo>
                    <a:pt x="2621" y="830"/>
                    <a:pt x="2031" y="1"/>
                    <a:pt x="130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" name="Google Shape;1136;p37"/>
            <p:cNvSpPr/>
            <p:nvPr/>
          </p:nvSpPr>
          <p:spPr>
            <a:xfrm>
              <a:off x="4633150" y="5090850"/>
              <a:ext cx="53100" cy="43350"/>
            </a:xfrm>
            <a:custGeom>
              <a:rect b="b" l="l" r="r" t="t"/>
              <a:pathLst>
                <a:path extrusionOk="0" h="1734" w="2124">
                  <a:moveTo>
                    <a:pt x="602" y="1"/>
                  </a:moveTo>
                  <a:cubicBezTo>
                    <a:pt x="268" y="1"/>
                    <a:pt x="0" y="388"/>
                    <a:pt x="0" y="869"/>
                  </a:cubicBezTo>
                  <a:cubicBezTo>
                    <a:pt x="0" y="1348"/>
                    <a:pt x="268" y="1734"/>
                    <a:pt x="602" y="1734"/>
                  </a:cubicBezTo>
                  <a:lnTo>
                    <a:pt x="2124" y="1734"/>
                  </a:lnTo>
                  <a:lnTo>
                    <a:pt x="21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" name="Google Shape;1137;p37"/>
            <p:cNvSpPr/>
            <p:nvPr/>
          </p:nvSpPr>
          <p:spPr>
            <a:xfrm>
              <a:off x="4630475" y="5088175"/>
              <a:ext cx="58450" cy="48725"/>
            </a:xfrm>
            <a:custGeom>
              <a:rect b="b" l="l" r="r" t="t"/>
              <a:pathLst>
                <a:path extrusionOk="0" h="1949" w="2338">
                  <a:moveTo>
                    <a:pt x="709" y="213"/>
                  </a:moveTo>
                  <a:lnTo>
                    <a:pt x="709" y="215"/>
                  </a:lnTo>
                  <a:lnTo>
                    <a:pt x="2125" y="215"/>
                  </a:lnTo>
                  <a:lnTo>
                    <a:pt x="2125" y="1735"/>
                  </a:lnTo>
                  <a:lnTo>
                    <a:pt x="709" y="1735"/>
                  </a:lnTo>
                  <a:cubicBezTo>
                    <a:pt x="435" y="1735"/>
                    <a:pt x="213" y="1396"/>
                    <a:pt x="213" y="976"/>
                  </a:cubicBezTo>
                  <a:cubicBezTo>
                    <a:pt x="213" y="556"/>
                    <a:pt x="435" y="213"/>
                    <a:pt x="709" y="213"/>
                  </a:cubicBezTo>
                  <a:close/>
                  <a:moveTo>
                    <a:pt x="709" y="1"/>
                  </a:moveTo>
                  <a:cubicBezTo>
                    <a:pt x="311" y="1"/>
                    <a:pt x="0" y="431"/>
                    <a:pt x="0" y="976"/>
                  </a:cubicBezTo>
                  <a:cubicBezTo>
                    <a:pt x="0" y="1521"/>
                    <a:pt x="311" y="1948"/>
                    <a:pt x="709" y="1948"/>
                  </a:cubicBezTo>
                  <a:lnTo>
                    <a:pt x="2231" y="1948"/>
                  </a:lnTo>
                  <a:cubicBezTo>
                    <a:pt x="2290" y="1948"/>
                    <a:pt x="2338" y="1900"/>
                    <a:pt x="2338" y="1841"/>
                  </a:cubicBezTo>
                  <a:lnTo>
                    <a:pt x="2338" y="108"/>
                  </a:lnTo>
                  <a:cubicBezTo>
                    <a:pt x="2338" y="48"/>
                    <a:pt x="2290" y="1"/>
                    <a:pt x="223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" name="Google Shape;1138;p37"/>
            <p:cNvSpPr/>
            <p:nvPr/>
          </p:nvSpPr>
          <p:spPr>
            <a:xfrm>
              <a:off x="4671275" y="5090850"/>
              <a:ext cx="29975" cy="43350"/>
            </a:xfrm>
            <a:custGeom>
              <a:rect b="b" l="l" r="r" t="t"/>
              <a:pathLst>
                <a:path extrusionOk="0" h="1734" w="1199">
                  <a:moveTo>
                    <a:pt x="599" y="1"/>
                  </a:moveTo>
                  <a:cubicBezTo>
                    <a:pt x="268" y="1"/>
                    <a:pt x="0" y="391"/>
                    <a:pt x="0" y="869"/>
                  </a:cubicBezTo>
                  <a:cubicBezTo>
                    <a:pt x="0" y="1347"/>
                    <a:pt x="268" y="1734"/>
                    <a:pt x="599" y="1734"/>
                  </a:cubicBezTo>
                  <a:cubicBezTo>
                    <a:pt x="929" y="1734"/>
                    <a:pt x="1199" y="1347"/>
                    <a:pt x="1199" y="869"/>
                  </a:cubicBezTo>
                  <a:cubicBezTo>
                    <a:pt x="1199" y="388"/>
                    <a:pt x="929" y="1"/>
                    <a:pt x="59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" name="Google Shape;1139;p37"/>
            <p:cNvSpPr/>
            <p:nvPr/>
          </p:nvSpPr>
          <p:spPr>
            <a:xfrm>
              <a:off x="4668575" y="5088175"/>
              <a:ext cx="35325" cy="48725"/>
            </a:xfrm>
            <a:custGeom>
              <a:rect b="b" l="l" r="r" t="t"/>
              <a:pathLst>
                <a:path extrusionOk="0" h="1949" w="1413">
                  <a:moveTo>
                    <a:pt x="707" y="213"/>
                  </a:moveTo>
                  <a:cubicBezTo>
                    <a:pt x="975" y="213"/>
                    <a:pt x="1200" y="563"/>
                    <a:pt x="1200" y="976"/>
                  </a:cubicBezTo>
                  <a:cubicBezTo>
                    <a:pt x="1200" y="1387"/>
                    <a:pt x="975" y="1735"/>
                    <a:pt x="707" y="1735"/>
                  </a:cubicBezTo>
                  <a:cubicBezTo>
                    <a:pt x="440" y="1735"/>
                    <a:pt x="214" y="1388"/>
                    <a:pt x="214" y="976"/>
                  </a:cubicBezTo>
                  <a:cubicBezTo>
                    <a:pt x="214" y="562"/>
                    <a:pt x="440" y="213"/>
                    <a:pt x="707" y="213"/>
                  </a:cubicBezTo>
                  <a:close/>
                  <a:moveTo>
                    <a:pt x="707" y="1"/>
                  </a:moveTo>
                  <a:cubicBezTo>
                    <a:pt x="318" y="1"/>
                    <a:pt x="1" y="440"/>
                    <a:pt x="1" y="976"/>
                  </a:cubicBezTo>
                  <a:cubicBezTo>
                    <a:pt x="1" y="1512"/>
                    <a:pt x="318" y="1948"/>
                    <a:pt x="707" y="1948"/>
                  </a:cubicBezTo>
                  <a:cubicBezTo>
                    <a:pt x="1097" y="1948"/>
                    <a:pt x="1412" y="1513"/>
                    <a:pt x="1412" y="976"/>
                  </a:cubicBezTo>
                  <a:cubicBezTo>
                    <a:pt x="1412" y="438"/>
                    <a:pt x="1097" y="1"/>
                    <a:pt x="7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" name="Google Shape;1140;p37"/>
            <p:cNvSpPr/>
            <p:nvPr/>
          </p:nvSpPr>
          <p:spPr>
            <a:xfrm>
              <a:off x="4200775" y="3862850"/>
              <a:ext cx="345375" cy="499600"/>
            </a:xfrm>
            <a:custGeom>
              <a:rect b="b" l="l" r="r" t="t"/>
              <a:pathLst>
                <a:path extrusionOk="0" h="19984" w="13815">
                  <a:moveTo>
                    <a:pt x="6907" y="1"/>
                  </a:moveTo>
                  <a:cubicBezTo>
                    <a:pt x="5076" y="1"/>
                    <a:pt x="3319" y="1053"/>
                    <a:pt x="2024" y="2928"/>
                  </a:cubicBezTo>
                  <a:cubicBezTo>
                    <a:pt x="728" y="4801"/>
                    <a:pt x="0" y="7343"/>
                    <a:pt x="0" y="9993"/>
                  </a:cubicBezTo>
                  <a:cubicBezTo>
                    <a:pt x="0" y="12642"/>
                    <a:pt x="728" y="15183"/>
                    <a:pt x="2024" y="17056"/>
                  </a:cubicBezTo>
                  <a:cubicBezTo>
                    <a:pt x="3319" y="18931"/>
                    <a:pt x="5076" y="19984"/>
                    <a:pt x="6907" y="19984"/>
                  </a:cubicBezTo>
                  <a:cubicBezTo>
                    <a:pt x="8740" y="19984"/>
                    <a:pt x="10497" y="18931"/>
                    <a:pt x="11792" y="17056"/>
                  </a:cubicBezTo>
                  <a:cubicBezTo>
                    <a:pt x="13088" y="15183"/>
                    <a:pt x="13814" y="12642"/>
                    <a:pt x="13814" y="9993"/>
                  </a:cubicBezTo>
                  <a:cubicBezTo>
                    <a:pt x="13814" y="7343"/>
                    <a:pt x="13088" y="4801"/>
                    <a:pt x="11792" y="2928"/>
                  </a:cubicBezTo>
                  <a:cubicBezTo>
                    <a:pt x="10497" y="1053"/>
                    <a:pt x="8740" y="1"/>
                    <a:pt x="690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" name="Google Shape;1141;p37"/>
            <p:cNvSpPr/>
            <p:nvPr/>
          </p:nvSpPr>
          <p:spPr>
            <a:xfrm>
              <a:off x="4198125" y="3860200"/>
              <a:ext cx="350700" cy="504900"/>
            </a:xfrm>
            <a:custGeom>
              <a:rect b="b" l="l" r="r" t="t"/>
              <a:pathLst>
                <a:path extrusionOk="0" h="20196" w="14028">
                  <a:moveTo>
                    <a:pt x="7013" y="214"/>
                  </a:moveTo>
                  <a:cubicBezTo>
                    <a:pt x="10764" y="214"/>
                    <a:pt x="13815" y="4648"/>
                    <a:pt x="13815" y="10099"/>
                  </a:cubicBezTo>
                  <a:cubicBezTo>
                    <a:pt x="13815" y="15548"/>
                    <a:pt x="10764" y="19983"/>
                    <a:pt x="7013" y="19983"/>
                  </a:cubicBezTo>
                  <a:cubicBezTo>
                    <a:pt x="3264" y="19983"/>
                    <a:pt x="213" y="15548"/>
                    <a:pt x="213" y="10099"/>
                  </a:cubicBezTo>
                  <a:cubicBezTo>
                    <a:pt x="213" y="4648"/>
                    <a:pt x="3264" y="214"/>
                    <a:pt x="7013" y="214"/>
                  </a:cubicBezTo>
                  <a:close/>
                  <a:moveTo>
                    <a:pt x="7013" y="1"/>
                  </a:moveTo>
                  <a:cubicBezTo>
                    <a:pt x="3146" y="1"/>
                    <a:pt x="0" y="4530"/>
                    <a:pt x="0" y="10099"/>
                  </a:cubicBezTo>
                  <a:cubicBezTo>
                    <a:pt x="0" y="15666"/>
                    <a:pt x="3146" y="20195"/>
                    <a:pt x="7013" y="20195"/>
                  </a:cubicBezTo>
                  <a:cubicBezTo>
                    <a:pt x="10881" y="20195"/>
                    <a:pt x="14028" y="15666"/>
                    <a:pt x="14028" y="10099"/>
                  </a:cubicBezTo>
                  <a:cubicBezTo>
                    <a:pt x="14028" y="4530"/>
                    <a:pt x="10881" y="1"/>
                    <a:pt x="701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" name="Google Shape;1142;p37"/>
            <p:cNvSpPr/>
            <p:nvPr/>
          </p:nvSpPr>
          <p:spPr>
            <a:xfrm>
              <a:off x="4240850" y="3862850"/>
              <a:ext cx="345375" cy="499600"/>
            </a:xfrm>
            <a:custGeom>
              <a:rect b="b" l="l" r="r" t="t"/>
              <a:pathLst>
                <a:path extrusionOk="0" h="19984" w="13815">
                  <a:moveTo>
                    <a:pt x="6908" y="1"/>
                  </a:moveTo>
                  <a:cubicBezTo>
                    <a:pt x="5076" y="1"/>
                    <a:pt x="3319" y="1053"/>
                    <a:pt x="2024" y="2928"/>
                  </a:cubicBezTo>
                  <a:cubicBezTo>
                    <a:pt x="729" y="4801"/>
                    <a:pt x="1" y="7343"/>
                    <a:pt x="1" y="9993"/>
                  </a:cubicBezTo>
                  <a:cubicBezTo>
                    <a:pt x="1" y="12642"/>
                    <a:pt x="729" y="15183"/>
                    <a:pt x="2024" y="17056"/>
                  </a:cubicBezTo>
                  <a:cubicBezTo>
                    <a:pt x="3319" y="18931"/>
                    <a:pt x="5076" y="19984"/>
                    <a:pt x="6908" y="19984"/>
                  </a:cubicBezTo>
                  <a:cubicBezTo>
                    <a:pt x="8741" y="19984"/>
                    <a:pt x="10498" y="18931"/>
                    <a:pt x="11793" y="17056"/>
                  </a:cubicBezTo>
                  <a:cubicBezTo>
                    <a:pt x="13088" y="15183"/>
                    <a:pt x="13815" y="12642"/>
                    <a:pt x="13815" y="9993"/>
                  </a:cubicBezTo>
                  <a:cubicBezTo>
                    <a:pt x="13815" y="7343"/>
                    <a:pt x="13088" y="4801"/>
                    <a:pt x="11793" y="2928"/>
                  </a:cubicBezTo>
                  <a:cubicBezTo>
                    <a:pt x="10498" y="1053"/>
                    <a:pt x="8741" y="1"/>
                    <a:pt x="690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" name="Google Shape;1143;p37"/>
            <p:cNvSpPr/>
            <p:nvPr/>
          </p:nvSpPr>
          <p:spPr>
            <a:xfrm>
              <a:off x="4238200" y="3860200"/>
              <a:ext cx="350725" cy="504900"/>
            </a:xfrm>
            <a:custGeom>
              <a:rect b="b" l="l" r="r" t="t"/>
              <a:pathLst>
                <a:path extrusionOk="0" h="20196" w="14029">
                  <a:moveTo>
                    <a:pt x="7014" y="214"/>
                  </a:moveTo>
                  <a:cubicBezTo>
                    <a:pt x="10764" y="214"/>
                    <a:pt x="13815" y="4648"/>
                    <a:pt x="13815" y="10099"/>
                  </a:cubicBezTo>
                  <a:cubicBezTo>
                    <a:pt x="13815" y="15548"/>
                    <a:pt x="10764" y="19983"/>
                    <a:pt x="7014" y="19983"/>
                  </a:cubicBezTo>
                  <a:cubicBezTo>
                    <a:pt x="3265" y="19983"/>
                    <a:pt x="214" y="15548"/>
                    <a:pt x="214" y="10099"/>
                  </a:cubicBezTo>
                  <a:cubicBezTo>
                    <a:pt x="214" y="4648"/>
                    <a:pt x="3265" y="214"/>
                    <a:pt x="7014" y="214"/>
                  </a:cubicBezTo>
                  <a:close/>
                  <a:moveTo>
                    <a:pt x="7014" y="1"/>
                  </a:moveTo>
                  <a:cubicBezTo>
                    <a:pt x="3147" y="1"/>
                    <a:pt x="1" y="4530"/>
                    <a:pt x="1" y="10099"/>
                  </a:cubicBezTo>
                  <a:cubicBezTo>
                    <a:pt x="1" y="15666"/>
                    <a:pt x="3147" y="20195"/>
                    <a:pt x="7014" y="20195"/>
                  </a:cubicBezTo>
                  <a:cubicBezTo>
                    <a:pt x="10882" y="20195"/>
                    <a:pt x="14028" y="15666"/>
                    <a:pt x="14028" y="10099"/>
                  </a:cubicBezTo>
                  <a:cubicBezTo>
                    <a:pt x="14028" y="4530"/>
                    <a:pt x="10882" y="1"/>
                    <a:pt x="701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" name="Google Shape;1144;p37"/>
            <p:cNvSpPr/>
            <p:nvPr/>
          </p:nvSpPr>
          <p:spPr>
            <a:xfrm>
              <a:off x="4329750" y="3947900"/>
              <a:ext cx="256075" cy="329575"/>
            </a:xfrm>
            <a:custGeom>
              <a:rect b="b" l="l" r="r" t="t"/>
              <a:pathLst>
                <a:path extrusionOk="0" h="13183" w="10243">
                  <a:moveTo>
                    <a:pt x="4558" y="1"/>
                  </a:moveTo>
                  <a:cubicBezTo>
                    <a:pt x="2040" y="1"/>
                    <a:pt x="0" y="2951"/>
                    <a:pt x="0" y="6591"/>
                  </a:cubicBezTo>
                  <a:cubicBezTo>
                    <a:pt x="0" y="10231"/>
                    <a:pt x="2040" y="13182"/>
                    <a:pt x="4558" y="13182"/>
                  </a:cubicBezTo>
                  <a:lnTo>
                    <a:pt x="10243" y="13182"/>
                  </a:lnTo>
                  <a:lnTo>
                    <a:pt x="102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" name="Google Shape;1145;p37"/>
            <p:cNvSpPr/>
            <p:nvPr/>
          </p:nvSpPr>
          <p:spPr>
            <a:xfrm>
              <a:off x="4327050" y="3945225"/>
              <a:ext cx="261425" cy="334925"/>
            </a:xfrm>
            <a:custGeom>
              <a:rect b="b" l="l" r="r" t="t"/>
              <a:pathLst>
                <a:path extrusionOk="0" h="13397" w="10457">
                  <a:moveTo>
                    <a:pt x="10243" y="215"/>
                  </a:moveTo>
                  <a:lnTo>
                    <a:pt x="10243" y="13182"/>
                  </a:lnTo>
                  <a:lnTo>
                    <a:pt x="4666" y="13182"/>
                  </a:lnTo>
                  <a:cubicBezTo>
                    <a:pt x="2211" y="13182"/>
                    <a:pt x="214" y="10271"/>
                    <a:pt x="214" y="6698"/>
                  </a:cubicBezTo>
                  <a:cubicBezTo>
                    <a:pt x="214" y="3123"/>
                    <a:pt x="2211" y="215"/>
                    <a:pt x="4666" y="215"/>
                  </a:cubicBezTo>
                  <a:close/>
                  <a:moveTo>
                    <a:pt x="4666" y="1"/>
                  </a:moveTo>
                  <a:cubicBezTo>
                    <a:pt x="2093" y="1"/>
                    <a:pt x="1" y="3004"/>
                    <a:pt x="1" y="6698"/>
                  </a:cubicBezTo>
                  <a:cubicBezTo>
                    <a:pt x="1" y="10391"/>
                    <a:pt x="2093" y="13397"/>
                    <a:pt x="4666" y="13397"/>
                  </a:cubicBezTo>
                  <a:lnTo>
                    <a:pt x="10351" y="13397"/>
                  </a:lnTo>
                  <a:cubicBezTo>
                    <a:pt x="10409" y="13397"/>
                    <a:pt x="10456" y="13349"/>
                    <a:pt x="10456" y="13289"/>
                  </a:cubicBezTo>
                  <a:lnTo>
                    <a:pt x="10456" y="108"/>
                  </a:lnTo>
                  <a:cubicBezTo>
                    <a:pt x="10456" y="48"/>
                    <a:pt x="10410" y="1"/>
                    <a:pt x="1035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" name="Google Shape;1146;p37"/>
            <p:cNvSpPr/>
            <p:nvPr/>
          </p:nvSpPr>
          <p:spPr>
            <a:xfrm>
              <a:off x="4471850" y="3947825"/>
              <a:ext cx="227925" cy="329650"/>
            </a:xfrm>
            <a:custGeom>
              <a:rect b="b" l="l" r="r" t="t"/>
              <a:pathLst>
                <a:path extrusionOk="0" h="13186" w="9117">
                  <a:moveTo>
                    <a:pt x="4559" y="1"/>
                  </a:moveTo>
                  <a:cubicBezTo>
                    <a:pt x="2041" y="1"/>
                    <a:pt x="1" y="2954"/>
                    <a:pt x="1" y="6594"/>
                  </a:cubicBezTo>
                  <a:cubicBezTo>
                    <a:pt x="1" y="10234"/>
                    <a:pt x="2041" y="13185"/>
                    <a:pt x="4559" y="13185"/>
                  </a:cubicBezTo>
                  <a:cubicBezTo>
                    <a:pt x="7075" y="13185"/>
                    <a:pt x="9116" y="10234"/>
                    <a:pt x="9116" y="6594"/>
                  </a:cubicBezTo>
                  <a:cubicBezTo>
                    <a:pt x="9116" y="2954"/>
                    <a:pt x="7075" y="1"/>
                    <a:pt x="455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" name="Google Shape;1147;p37"/>
            <p:cNvSpPr/>
            <p:nvPr/>
          </p:nvSpPr>
          <p:spPr>
            <a:xfrm>
              <a:off x="4469225" y="3945200"/>
              <a:ext cx="233175" cy="334950"/>
            </a:xfrm>
            <a:custGeom>
              <a:rect b="b" l="l" r="r" t="t"/>
              <a:pathLst>
                <a:path extrusionOk="0" h="13398" w="9327">
                  <a:moveTo>
                    <a:pt x="4664" y="213"/>
                  </a:moveTo>
                  <a:cubicBezTo>
                    <a:pt x="7117" y="213"/>
                    <a:pt x="9114" y="3123"/>
                    <a:pt x="9114" y="6699"/>
                  </a:cubicBezTo>
                  <a:cubicBezTo>
                    <a:pt x="9114" y="10275"/>
                    <a:pt x="7117" y="13183"/>
                    <a:pt x="4664" y="13183"/>
                  </a:cubicBezTo>
                  <a:cubicBezTo>
                    <a:pt x="2210" y="13183"/>
                    <a:pt x="213" y="10274"/>
                    <a:pt x="213" y="6699"/>
                  </a:cubicBezTo>
                  <a:cubicBezTo>
                    <a:pt x="213" y="3123"/>
                    <a:pt x="2210" y="213"/>
                    <a:pt x="4664" y="213"/>
                  </a:cubicBezTo>
                  <a:close/>
                  <a:moveTo>
                    <a:pt x="4664" y="0"/>
                  </a:moveTo>
                  <a:cubicBezTo>
                    <a:pt x="2092" y="0"/>
                    <a:pt x="0" y="3005"/>
                    <a:pt x="0" y="6699"/>
                  </a:cubicBezTo>
                  <a:cubicBezTo>
                    <a:pt x="0" y="10392"/>
                    <a:pt x="2092" y="13398"/>
                    <a:pt x="4664" y="13398"/>
                  </a:cubicBezTo>
                  <a:cubicBezTo>
                    <a:pt x="7235" y="13398"/>
                    <a:pt x="9327" y="10392"/>
                    <a:pt x="9327" y="6699"/>
                  </a:cubicBezTo>
                  <a:cubicBezTo>
                    <a:pt x="9327" y="3005"/>
                    <a:pt x="7235" y="0"/>
                    <a:pt x="466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37"/>
            <p:cNvSpPr/>
            <p:nvPr/>
          </p:nvSpPr>
          <p:spPr>
            <a:xfrm>
              <a:off x="4434125" y="3321175"/>
              <a:ext cx="740050" cy="1589625"/>
            </a:xfrm>
            <a:custGeom>
              <a:rect b="b" l="l" r="r" t="t"/>
              <a:pathLst>
                <a:path extrusionOk="0" h="63585" w="29602">
                  <a:moveTo>
                    <a:pt x="23549" y="1"/>
                  </a:moveTo>
                  <a:cubicBezTo>
                    <a:pt x="21921" y="1"/>
                    <a:pt x="20294" y="148"/>
                    <a:pt x="18686" y="441"/>
                  </a:cubicBezTo>
                  <a:cubicBezTo>
                    <a:pt x="8130" y="2382"/>
                    <a:pt x="2305" y="12573"/>
                    <a:pt x="1456" y="16821"/>
                  </a:cubicBezTo>
                  <a:cubicBezTo>
                    <a:pt x="608" y="21069"/>
                    <a:pt x="971" y="29440"/>
                    <a:pt x="971" y="32232"/>
                  </a:cubicBezTo>
                  <a:cubicBezTo>
                    <a:pt x="971" y="35022"/>
                    <a:pt x="0" y="39510"/>
                    <a:pt x="1578" y="43880"/>
                  </a:cubicBezTo>
                  <a:cubicBezTo>
                    <a:pt x="3157" y="48248"/>
                    <a:pt x="6794" y="56248"/>
                    <a:pt x="7763" y="58316"/>
                  </a:cubicBezTo>
                  <a:cubicBezTo>
                    <a:pt x="8731" y="60385"/>
                    <a:pt x="9827" y="62926"/>
                    <a:pt x="13465" y="63535"/>
                  </a:cubicBezTo>
                  <a:lnTo>
                    <a:pt x="13788" y="63584"/>
                  </a:lnTo>
                  <a:cubicBezTo>
                    <a:pt x="13164" y="62761"/>
                    <a:pt x="12147" y="60651"/>
                    <a:pt x="12862" y="58800"/>
                  </a:cubicBezTo>
                  <a:cubicBezTo>
                    <a:pt x="13715" y="56616"/>
                    <a:pt x="13104" y="53098"/>
                    <a:pt x="13104" y="53098"/>
                  </a:cubicBezTo>
                  <a:cubicBezTo>
                    <a:pt x="12452" y="52661"/>
                    <a:pt x="11912" y="52078"/>
                    <a:pt x="11527" y="51391"/>
                  </a:cubicBezTo>
                  <a:cubicBezTo>
                    <a:pt x="10799" y="50178"/>
                    <a:pt x="11770" y="48722"/>
                    <a:pt x="11770" y="48722"/>
                  </a:cubicBezTo>
                  <a:lnTo>
                    <a:pt x="10677" y="46539"/>
                  </a:lnTo>
                  <a:lnTo>
                    <a:pt x="11770" y="43747"/>
                  </a:lnTo>
                  <a:cubicBezTo>
                    <a:pt x="11770" y="43747"/>
                    <a:pt x="10192" y="39499"/>
                    <a:pt x="9829" y="38528"/>
                  </a:cubicBezTo>
                  <a:cubicBezTo>
                    <a:pt x="9467" y="37558"/>
                    <a:pt x="10070" y="37675"/>
                    <a:pt x="10799" y="36224"/>
                  </a:cubicBezTo>
                  <a:cubicBezTo>
                    <a:pt x="11529" y="34770"/>
                    <a:pt x="11891" y="31248"/>
                    <a:pt x="12013" y="28216"/>
                  </a:cubicBezTo>
                  <a:cubicBezTo>
                    <a:pt x="12135" y="25183"/>
                    <a:pt x="10070" y="14506"/>
                    <a:pt x="14924" y="7956"/>
                  </a:cubicBezTo>
                  <a:cubicBezTo>
                    <a:pt x="19754" y="1438"/>
                    <a:pt x="29503" y="684"/>
                    <a:pt x="29602" y="678"/>
                  </a:cubicBezTo>
                  <a:lnTo>
                    <a:pt x="29472" y="650"/>
                  </a:lnTo>
                  <a:cubicBezTo>
                    <a:pt x="29240" y="599"/>
                    <a:pt x="29008" y="550"/>
                    <a:pt x="28766" y="502"/>
                  </a:cubicBezTo>
                  <a:lnTo>
                    <a:pt x="28738" y="502"/>
                  </a:lnTo>
                  <a:cubicBezTo>
                    <a:pt x="28680" y="491"/>
                    <a:pt x="28622" y="480"/>
                    <a:pt x="28564" y="469"/>
                  </a:cubicBezTo>
                  <a:lnTo>
                    <a:pt x="28564" y="469"/>
                  </a:lnTo>
                  <a:cubicBezTo>
                    <a:pt x="26907" y="157"/>
                    <a:pt x="25228" y="1"/>
                    <a:pt x="235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" name="Google Shape;1149;p37"/>
            <p:cNvSpPr/>
            <p:nvPr/>
          </p:nvSpPr>
          <p:spPr>
            <a:xfrm>
              <a:off x="4441275" y="3318450"/>
              <a:ext cx="735650" cy="1594975"/>
            </a:xfrm>
            <a:custGeom>
              <a:rect b="b" l="l" r="r" t="t"/>
              <a:pathLst>
                <a:path extrusionOk="0" h="63799" w="29426">
                  <a:moveTo>
                    <a:pt x="23263" y="214"/>
                  </a:moveTo>
                  <a:cubicBezTo>
                    <a:pt x="24692" y="214"/>
                    <a:pt x="26120" y="329"/>
                    <a:pt x="27542" y="558"/>
                  </a:cubicBezTo>
                  <a:cubicBezTo>
                    <a:pt x="27548" y="561"/>
                    <a:pt x="27556" y="562"/>
                    <a:pt x="27563" y="564"/>
                  </a:cubicBezTo>
                  <a:lnTo>
                    <a:pt x="27568" y="564"/>
                  </a:lnTo>
                  <a:cubicBezTo>
                    <a:pt x="27861" y="611"/>
                    <a:pt x="28151" y="662"/>
                    <a:pt x="28430" y="717"/>
                  </a:cubicBezTo>
                  <a:cubicBezTo>
                    <a:pt x="28436" y="718"/>
                    <a:pt x="28442" y="718"/>
                    <a:pt x="28447" y="718"/>
                  </a:cubicBezTo>
                  <a:cubicBezTo>
                    <a:pt x="28453" y="718"/>
                    <a:pt x="28459" y="718"/>
                    <a:pt x="28464" y="717"/>
                  </a:cubicBezTo>
                  <a:cubicBezTo>
                    <a:pt x="28522" y="729"/>
                    <a:pt x="28579" y="740"/>
                    <a:pt x="28634" y="751"/>
                  </a:cubicBezTo>
                  <a:cubicBezTo>
                    <a:pt x="26332" y="1042"/>
                    <a:pt x="18698" y="2406"/>
                    <a:pt x="14551" y="8001"/>
                  </a:cubicBezTo>
                  <a:cubicBezTo>
                    <a:pt x="10644" y="13273"/>
                    <a:pt x="11182" y="21046"/>
                    <a:pt x="11504" y="25691"/>
                  </a:cubicBezTo>
                  <a:cubicBezTo>
                    <a:pt x="11582" y="26824"/>
                    <a:pt x="11643" y="27719"/>
                    <a:pt x="11620" y="28321"/>
                  </a:cubicBezTo>
                  <a:cubicBezTo>
                    <a:pt x="11468" y="32110"/>
                    <a:pt x="11018" y="35088"/>
                    <a:pt x="10418" y="36283"/>
                  </a:cubicBezTo>
                  <a:cubicBezTo>
                    <a:pt x="10146" y="36827"/>
                    <a:pt x="9887" y="37150"/>
                    <a:pt x="9699" y="37387"/>
                  </a:cubicBezTo>
                  <a:cubicBezTo>
                    <a:pt x="9376" y="37793"/>
                    <a:pt x="9197" y="38017"/>
                    <a:pt x="9443" y="38675"/>
                  </a:cubicBezTo>
                  <a:cubicBezTo>
                    <a:pt x="9785" y="39590"/>
                    <a:pt x="11212" y="43430"/>
                    <a:pt x="11370" y="43855"/>
                  </a:cubicBezTo>
                  <a:lnTo>
                    <a:pt x="10292" y="46608"/>
                  </a:lnTo>
                  <a:cubicBezTo>
                    <a:pt x="10281" y="46636"/>
                    <a:pt x="10283" y="46667"/>
                    <a:pt x="10296" y="46694"/>
                  </a:cubicBezTo>
                  <a:lnTo>
                    <a:pt x="11361" y="48825"/>
                  </a:lnTo>
                  <a:cubicBezTo>
                    <a:pt x="11189" y="49106"/>
                    <a:pt x="10466" y="50416"/>
                    <a:pt x="11148" y="51552"/>
                  </a:cubicBezTo>
                  <a:cubicBezTo>
                    <a:pt x="11530" y="52236"/>
                    <a:pt x="12074" y="52828"/>
                    <a:pt x="12720" y="53269"/>
                  </a:cubicBezTo>
                  <a:cubicBezTo>
                    <a:pt x="12787" y="53683"/>
                    <a:pt x="13257" y="56871"/>
                    <a:pt x="12476" y="58871"/>
                  </a:cubicBezTo>
                  <a:cubicBezTo>
                    <a:pt x="11837" y="60526"/>
                    <a:pt x="12558" y="62489"/>
                    <a:pt x="13268" y="63549"/>
                  </a:cubicBezTo>
                  <a:lnTo>
                    <a:pt x="13196" y="63538"/>
                  </a:lnTo>
                  <a:cubicBezTo>
                    <a:pt x="9709" y="62956"/>
                    <a:pt x="8615" y="60613"/>
                    <a:pt x="7650" y="58545"/>
                  </a:cubicBezTo>
                  <a:lnTo>
                    <a:pt x="7573" y="58381"/>
                  </a:lnTo>
                  <a:cubicBezTo>
                    <a:pt x="6676" y="56463"/>
                    <a:pt x="2999" y="48397"/>
                    <a:pt x="1392" y="43951"/>
                  </a:cubicBezTo>
                  <a:cubicBezTo>
                    <a:pt x="216" y="40692"/>
                    <a:pt x="465" y="37382"/>
                    <a:pt x="664" y="34723"/>
                  </a:cubicBezTo>
                  <a:cubicBezTo>
                    <a:pt x="730" y="33856"/>
                    <a:pt x="791" y="33039"/>
                    <a:pt x="791" y="32341"/>
                  </a:cubicBezTo>
                  <a:cubicBezTo>
                    <a:pt x="791" y="31814"/>
                    <a:pt x="779" y="31084"/>
                    <a:pt x="764" y="30237"/>
                  </a:cubicBezTo>
                  <a:cubicBezTo>
                    <a:pt x="698" y="26553"/>
                    <a:pt x="588" y="20389"/>
                    <a:pt x="1276" y="16951"/>
                  </a:cubicBezTo>
                  <a:cubicBezTo>
                    <a:pt x="2003" y="13308"/>
                    <a:pt x="7418" y="2678"/>
                    <a:pt x="18418" y="655"/>
                  </a:cubicBezTo>
                  <a:cubicBezTo>
                    <a:pt x="20028" y="361"/>
                    <a:pt x="21645" y="214"/>
                    <a:pt x="23263" y="214"/>
                  </a:cubicBezTo>
                  <a:close/>
                  <a:moveTo>
                    <a:pt x="23266" y="0"/>
                  </a:moveTo>
                  <a:cubicBezTo>
                    <a:pt x="21634" y="0"/>
                    <a:pt x="20003" y="149"/>
                    <a:pt x="18381" y="446"/>
                  </a:cubicBezTo>
                  <a:cubicBezTo>
                    <a:pt x="7272" y="2488"/>
                    <a:pt x="1802" y="13229"/>
                    <a:pt x="1066" y="16909"/>
                  </a:cubicBezTo>
                  <a:cubicBezTo>
                    <a:pt x="375" y="20370"/>
                    <a:pt x="484" y="26549"/>
                    <a:pt x="549" y="30241"/>
                  </a:cubicBezTo>
                  <a:cubicBezTo>
                    <a:pt x="566" y="31086"/>
                    <a:pt x="578" y="31817"/>
                    <a:pt x="578" y="32341"/>
                  </a:cubicBezTo>
                  <a:cubicBezTo>
                    <a:pt x="578" y="33032"/>
                    <a:pt x="517" y="33845"/>
                    <a:pt x="453" y="34707"/>
                  </a:cubicBezTo>
                  <a:cubicBezTo>
                    <a:pt x="250" y="37387"/>
                    <a:pt x="0" y="40722"/>
                    <a:pt x="1193" y="44024"/>
                  </a:cubicBezTo>
                  <a:cubicBezTo>
                    <a:pt x="2801" y="48478"/>
                    <a:pt x="6483" y="56552"/>
                    <a:pt x="7381" y="58470"/>
                  </a:cubicBezTo>
                  <a:lnTo>
                    <a:pt x="7457" y="58635"/>
                  </a:lnTo>
                  <a:cubicBezTo>
                    <a:pt x="8396" y="60645"/>
                    <a:pt x="9563" y="63148"/>
                    <a:pt x="13164" y="63748"/>
                  </a:cubicBezTo>
                  <a:lnTo>
                    <a:pt x="13485" y="63797"/>
                  </a:lnTo>
                  <a:cubicBezTo>
                    <a:pt x="13491" y="63799"/>
                    <a:pt x="13496" y="63799"/>
                    <a:pt x="13502" y="63799"/>
                  </a:cubicBezTo>
                  <a:cubicBezTo>
                    <a:pt x="13539" y="63799"/>
                    <a:pt x="13573" y="63780"/>
                    <a:pt x="13592" y="63747"/>
                  </a:cubicBezTo>
                  <a:cubicBezTo>
                    <a:pt x="13615" y="63710"/>
                    <a:pt x="13613" y="63663"/>
                    <a:pt x="13587" y="63628"/>
                  </a:cubicBezTo>
                  <a:cubicBezTo>
                    <a:pt x="13086" y="62967"/>
                    <a:pt x="11947" y="60836"/>
                    <a:pt x="12675" y="58948"/>
                  </a:cubicBezTo>
                  <a:cubicBezTo>
                    <a:pt x="13530" y="56762"/>
                    <a:pt x="12949" y="53333"/>
                    <a:pt x="12924" y="53189"/>
                  </a:cubicBezTo>
                  <a:cubicBezTo>
                    <a:pt x="12919" y="53161"/>
                    <a:pt x="12903" y="53135"/>
                    <a:pt x="12878" y="53119"/>
                  </a:cubicBezTo>
                  <a:cubicBezTo>
                    <a:pt x="12242" y="52694"/>
                    <a:pt x="11709" y="52117"/>
                    <a:pt x="11332" y="51447"/>
                  </a:cubicBezTo>
                  <a:cubicBezTo>
                    <a:pt x="10649" y="50306"/>
                    <a:pt x="11563" y="48904"/>
                    <a:pt x="11573" y="48890"/>
                  </a:cubicBezTo>
                  <a:cubicBezTo>
                    <a:pt x="11594" y="48859"/>
                    <a:pt x="11597" y="48817"/>
                    <a:pt x="11579" y="48783"/>
                  </a:cubicBezTo>
                  <a:lnTo>
                    <a:pt x="10509" y="46642"/>
                  </a:lnTo>
                  <a:lnTo>
                    <a:pt x="11584" y="43895"/>
                  </a:lnTo>
                  <a:cubicBezTo>
                    <a:pt x="11593" y="43871"/>
                    <a:pt x="11593" y="43844"/>
                    <a:pt x="11584" y="43819"/>
                  </a:cubicBezTo>
                  <a:cubicBezTo>
                    <a:pt x="11584" y="43819"/>
                    <a:pt x="10006" y="39571"/>
                    <a:pt x="9644" y="38600"/>
                  </a:cubicBezTo>
                  <a:cubicBezTo>
                    <a:pt x="9440" y="38055"/>
                    <a:pt x="9556" y="37909"/>
                    <a:pt x="9866" y="37521"/>
                  </a:cubicBezTo>
                  <a:cubicBezTo>
                    <a:pt x="10061" y="37277"/>
                    <a:pt x="10327" y="36943"/>
                    <a:pt x="10609" y="36380"/>
                  </a:cubicBezTo>
                  <a:cubicBezTo>
                    <a:pt x="11493" y="34619"/>
                    <a:pt x="11760" y="30162"/>
                    <a:pt x="11834" y="28330"/>
                  </a:cubicBezTo>
                  <a:cubicBezTo>
                    <a:pt x="11858" y="27718"/>
                    <a:pt x="11795" y="26817"/>
                    <a:pt x="11716" y="25676"/>
                  </a:cubicBezTo>
                  <a:cubicBezTo>
                    <a:pt x="11398" y="21062"/>
                    <a:pt x="10863" y="13337"/>
                    <a:pt x="14724" y="8129"/>
                  </a:cubicBezTo>
                  <a:cubicBezTo>
                    <a:pt x="19486" y="1701"/>
                    <a:pt x="29226" y="900"/>
                    <a:pt x="29323" y="893"/>
                  </a:cubicBezTo>
                  <a:cubicBezTo>
                    <a:pt x="29377" y="890"/>
                    <a:pt x="29418" y="848"/>
                    <a:pt x="29423" y="795"/>
                  </a:cubicBezTo>
                  <a:cubicBezTo>
                    <a:pt x="29426" y="742"/>
                    <a:pt x="29390" y="693"/>
                    <a:pt x="29338" y="683"/>
                  </a:cubicBezTo>
                  <a:lnTo>
                    <a:pt x="29208" y="655"/>
                  </a:lnTo>
                  <a:cubicBezTo>
                    <a:pt x="28976" y="604"/>
                    <a:pt x="28742" y="555"/>
                    <a:pt x="28480" y="506"/>
                  </a:cubicBezTo>
                  <a:lnTo>
                    <a:pt x="28473" y="507"/>
                  </a:lnTo>
                  <a:cubicBezTo>
                    <a:pt x="28381" y="489"/>
                    <a:pt x="28285" y="472"/>
                    <a:pt x="28190" y="454"/>
                  </a:cubicBezTo>
                  <a:cubicBezTo>
                    <a:pt x="26556" y="152"/>
                    <a:pt x="24911" y="0"/>
                    <a:pt x="2326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" name="Google Shape;1150;p37"/>
            <p:cNvSpPr/>
            <p:nvPr/>
          </p:nvSpPr>
          <p:spPr>
            <a:xfrm>
              <a:off x="4578275" y="3396225"/>
              <a:ext cx="160650" cy="539475"/>
            </a:xfrm>
            <a:custGeom>
              <a:rect b="b" l="l" r="r" t="t"/>
              <a:pathLst>
                <a:path extrusionOk="0" h="21579" w="6426">
                  <a:moveTo>
                    <a:pt x="6286" y="0"/>
                  </a:moveTo>
                  <a:cubicBezTo>
                    <a:pt x="5224" y="922"/>
                    <a:pt x="4417" y="2179"/>
                    <a:pt x="3482" y="3635"/>
                  </a:cubicBezTo>
                  <a:lnTo>
                    <a:pt x="3463" y="3666"/>
                  </a:lnTo>
                  <a:cubicBezTo>
                    <a:pt x="1" y="9049"/>
                    <a:pt x="162" y="16014"/>
                    <a:pt x="257" y="20174"/>
                  </a:cubicBezTo>
                  <a:cubicBezTo>
                    <a:pt x="269" y="20688"/>
                    <a:pt x="279" y="21160"/>
                    <a:pt x="282" y="21578"/>
                  </a:cubicBezTo>
                  <a:lnTo>
                    <a:pt x="495" y="21577"/>
                  </a:lnTo>
                  <a:cubicBezTo>
                    <a:pt x="492" y="21157"/>
                    <a:pt x="482" y="20685"/>
                    <a:pt x="470" y="20170"/>
                  </a:cubicBezTo>
                  <a:cubicBezTo>
                    <a:pt x="375" y="16033"/>
                    <a:pt x="215" y="9110"/>
                    <a:pt x="3641" y="3782"/>
                  </a:cubicBezTo>
                  <a:lnTo>
                    <a:pt x="3661" y="3751"/>
                  </a:lnTo>
                  <a:cubicBezTo>
                    <a:pt x="4587" y="2308"/>
                    <a:pt x="5388" y="1062"/>
                    <a:pt x="6426" y="163"/>
                  </a:cubicBezTo>
                  <a:lnTo>
                    <a:pt x="628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" name="Google Shape;1151;p37"/>
            <p:cNvSpPr/>
            <p:nvPr/>
          </p:nvSpPr>
          <p:spPr>
            <a:xfrm>
              <a:off x="4586775" y="4535100"/>
              <a:ext cx="28000" cy="157825"/>
            </a:xfrm>
            <a:custGeom>
              <a:rect b="b" l="l" r="r" t="t"/>
              <a:pathLst>
                <a:path extrusionOk="0" h="6313" w="1120">
                  <a:moveTo>
                    <a:pt x="1120" y="1"/>
                  </a:moveTo>
                  <a:cubicBezTo>
                    <a:pt x="1120" y="1"/>
                    <a:pt x="0" y="3045"/>
                    <a:pt x="283" y="6313"/>
                  </a:cubicBezTo>
                  <a:lnTo>
                    <a:pt x="11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" name="Google Shape;1152;p37"/>
            <p:cNvSpPr/>
            <p:nvPr/>
          </p:nvSpPr>
          <p:spPr>
            <a:xfrm>
              <a:off x="4584125" y="4534175"/>
              <a:ext cx="33150" cy="159000"/>
            </a:xfrm>
            <a:custGeom>
              <a:rect b="b" l="l" r="r" t="t"/>
              <a:pathLst>
                <a:path extrusionOk="0" h="6360" w="1326">
                  <a:moveTo>
                    <a:pt x="1125" y="1"/>
                  </a:moveTo>
                  <a:cubicBezTo>
                    <a:pt x="1114" y="32"/>
                    <a:pt x="1" y="3104"/>
                    <a:pt x="283" y="6360"/>
                  </a:cubicBezTo>
                  <a:lnTo>
                    <a:pt x="283" y="6358"/>
                  </a:lnTo>
                  <a:lnTo>
                    <a:pt x="496" y="6341"/>
                  </a:lnTo>
                  <a:cubicBezTo>
                    <a:pt x="218" y="3135"/>
                    <a:pt x="1314" y="105"/>
                    <a:pt x="1326" y="75"/>
                  </a:cubicBezTo>
                  <a:lnTo>
                    <a:pt x="112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" name="Google Shape;1153;p37"/>
            <p:cNvSpPr/>
            <p:nvPr/>
          </p:nvSpPr>
          <p:spPr>
            <a:xfrm>
              <a:off x="4464200" y="3949475"/>
              <a:ext cx="263825" cy="207725"/>
            </a:xfrm>
            <a:custGeom>
              <a:rect b="b" l="l" r="r" t="t"/>
              <a:pathLst>
                <a:path extrusionOk="0" h="8309" w="10553">
                  <a:moveTo>
                    <a:pt x="5278" y="0"/>
                  </a:moveTo>
                  <a:cubicBezTo>
                    <a:pt x="3998" y="0"/>
                    <a:pt x="2271" y="1305"/>
                    <a:pt x="1013" y="2453"/>
                  </a:cubicBezTo>
                  <a:cubicBezTo>
                    <a:pt x="73" y="3301"/>
                    <a:pt x="0" y="4752"/>
                    <a:pt x="850" y="5690"/>
                  </a:cubicBezTo>
                  <a:cubicBezTo>
                    <a:pt x="901" y="5748"/>
                    <a:pt x="956" y="5801"/>
                    <a:pt x="1013" y="5853"/>
                  </a:cubicBezTo>
                  <a:cubicBezTo>
                    <a:pt x="2278" y="7001"/>
                    <a:pt x="3998" y="8309"/>
                    <a:pt x="5278" y="8309"/>
                  </a:cubicBezTo>
                  <a:cubicBezTo>
                    <a:pt x="6557" y="8309"/>
                    <a:pt x="8279" y="7001"/>
                    <a:pt x="9543" y="5853"/>
                  </a:cubicBezTo>
                  <a:cubicBezTo>
                    <a:pt x="10482" y="5002"/>
                    <a:pt x="10552" y="3549"/>
                    <a:pt x="9701" y="2609"/>
                  </a:cubicBezTo>
                  <a:cubicBezTo>
                    <a:pt x="9650" y="2554"/>
                    <a:pt x="9598" y="2502"/>
                    <a:pt x="9543" y="2453"/>
                  </a:cubicBezTo>
                  <a:cubicBezTo>
                    <a:pt x="8279" y="1305"/>
                    <a:pt x="6557" y="0"/>
                    <a:pt x="527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" name="Google Shape;1154;p37"/>
            <p:cNvSpPr/>
            <p:nvPr/>
          </p:nvSpPr>
          <p:spPr>
            <a:xfrm>
              <a:off x="4467250" y="3946800"/>
              <a:ext cx="257750" cy="213050"/>
            </a:xfrm>
            <a:custGeom>
              <a:rect b="b" l="l" r="r" t="t"/>
              <a:pathLst>
                <a:path extrusionOk="0" h="8522" w="10310">
                  <a:moveTo>
                    <a:pt x="5156" y="213"/>
                  </a:moveTo>
                  <a:cubicBezTo>
                    <a:pt x="6413" y="213"/>
                    <a:pt x="8130" y="1532"/>
                    <a:pt x="9349" y="2639"/>
                  </a:cubicBezTo>
                  <a:cubicBezTo>
                    <a:pt x="9401" y="2685"/>
                    <a:pt x="9452" y="2735"/>
                    <a:pt x="9500" y="2788"/>
                  </a:cubicBezTo>
                  <a:cubicBezTo>
                    <a:pt x="9893" y="3221"/>
                    <a:pt x="10094" y="3782"/>
                    <a:pt x="10065" y="4366"/>
                  </a:cubicBezTo>
                  <a:cubicBezTo>
                    <a:pt x="10037" y="4951"/>
                    <a:pt x="9783" y="5488"/>
                    <a:pt x="9349" y="5882"/>
                  </a:cubicBezTo>
                  <a:cubicBezTo>
                    <a:pt x="8130" y="6989"/>
                    <a:pt x="6412" y="8309"/>
                    <a:pt x="5156" y="8309"/>
                  </a:cubicBezTo>
                  <a:cubicBezTo>
                    <a:pt x="3901" y="8309"/>
                    <a:pt x="2183" y="6989"/>
                    <a:pt x="962" y="5882"/>
                  </a:cubicBezTo>
                  <a:cubicBezTo>
                    <a:pt x="909" y="5832"/>
                    <a:pt x="856" y="5780"/>
                    <a:pt x="807" y="5725"/>
                  </a:cubicBezTo>
                  <a:cubicBezTo>
                    <a:pt x="416" y="5292"/>
                    <a:pt x="216" y="4732"/>
                    <a:pt x="246" y="4150"/>
                  </a:cubicBezTo>
                  <a:cubicBezTo>
                    <a:pt x="274" y="3566"/>
                    <a:pt x="529" y="3030"/>
                    <a:pt x="964" y="2639"/>
                  </a:cubicBezTo>
                  <a:cubicBezTo>
                    <a:pt x="2677" y="1074"/>
                    <a:pt x="4166" y="213"/>
                    <a:pt x="5156" y="213"/>
                  </a:cubicBezTo>
                  <a:close/>
                  <a:moveTo>
                    <a:pt x="5156" y="0"/>
                  </a:moveTo>
                  <a:cubicBezTo>
                    <a:pt x="3819" y="0"/>
                    <a:pt x="2059" y="1349"/>
                    <a:pt x="819" y="2479"/>
                  </a:cubicBezTo>
                  <a:cubicBezTo>
                    <a:pt x="344" y="2910"/>
                    <a:pt x="64" y="3499"/>
                    <a:pt x="32" y="4140"/>
                  </a:cubicBezTo>
                  <a:cubicBezTo>
                    <a:pt x="0" y="4778"/>
                    <a:pt x="219" y="5393"/>
                    <a:pt x="648" y="5868"/>
                  </a:cubicBezTo>
                  <a:cubicBezTo>
                    <a:pt x="703" y="5929"/>
                    <a:pt x="760" y="5986"/>
                    <a:pt x="819" y="6039"/>
                  </a:cubicBezTo>
                  <a:cubicBezTo>
                    <a:pt x="2067" y="7172"/>
                    <a:pt x="3833" y="8521"/>
                    <a:pt x="5156" y="8521"/>
                  </a:cubicBezTo>
                  <a:cubicBezTo>
                    <a:pt x="6479" y="8521"/>
                    <a:pt x="8245" y="7172"/>
                    <a:pt x="9492" y="6039"/>
                  </a:cubicBezTo>
                  <a:cubicBezTo>
                    <a:pt x="9969" y="5608"/>
                    <a:pt x="10247" y="5018"/>
                    <a:pt x="10278" y="4376"/>
                  </a:cubicBezTo>
                  <a:cubicBezTo>
                    <a:pt x="10310" y="3735"/>
                    <a:pt x="10088" y="3120"/>
                    <a:pt x="9658" y="2645"/>
                  </a:cubicBezTo>
                  <a:cubicBezTo>
                    <a:pt x="9605" y="2588"/>
                    <a:pt x="9550" y="2533"/>
                    <a:pt x="9492" y="2481"/>
                  </a:cubicBezTo>
                  <a:cubicBezTo>
                    <a:pt x="8246" y="1349"/>
                    <a:pt x="6492" y="0"/>
                    <a:pt x="515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" name="Google Shape;1155;p37"/>
            <p:cNvSpPr/>
            <p:nvPr/>
          </p:nvSpPr>
          <p:spPr>
            <a:xfrm>
              <a:off x="4611675" y="4269450"/>
              <a:ext cx="116725" cy="145425"/>
            </a:xfrm>
            <a:custGeom>
              <a:rect b="b" l="l" r="r" t="t"/>
              <a:pathLst>
                <a:path extrusionOk="0" h="5817" w="4669">
                  <a:moveTo>
                    <a:pt x="2630" y="0"/>
                  </a:moveTo>
                  <a:lnTo>
                    <a:pt x="2630" y="0"/>
                  </a:lnTo>
                  <a:cubicBezTo>
                    <a:pt x="2311" y="30"/>
                    <a:pt x="1708" y="228"/>
                    <a:pt x="1357" y="1376"/>
                  </a:cubicBezTo>
                  <a:cubicBezTo>
                    <a:pt x="864" y="2980"/>
                    <a:pt x="0" y="4213"/>
                    <a:pt x="740" y="4829"/>
                  </a:cubicBezTo>
                  <a:cubicBezTo>
                    <a:pt x="1480" y="5445"/>
                    <a:pt x="4668" y="5816"/>
                    <a:pt x="4668" y="5816"/>
                  </a:cubicBezTo>
                  <a:cubicBezTo>
                    <a:pt x="4668" y="5816"/>
                    <a:pt x="3090" y="1568"/>
                    <a:pt x="2728" y="597"/>
                  </a:cubicBezTo>
                  <a:cubicBezTo>
                    <a:pt x="2642" y="411"/>
                    <a:pt x="2607" y="204"/>
                    <a:pt x="263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" name="Google Shape;1156;p37"/>
            <p:cNvSpPr/>
            <p:nvPr/>
          </p:nvSpPr>
          <p:spPr>
            <a:xfrm>
              <a:off x="4613575" y="4266800"/>
              <a:ext cx="117650" cy="150700"/>
            </a:xfrm>
            <a:custGeom>
              <a:rect b="b" l="l" r="r" t="t"/>
              <a:pathLst>
                <a:path extrusionOk="0" h="6028" w="4706">
                  <a:moveTo>
                    <a:pt x="2441" y="231"/>
                  </a:moveTo>
                  <a:cubicBezTo>
                    <a:pt x="2441" y="410"/>
                    <a:pt x="2479" y="584"/>
                    <a:pt x="2551" y="741"/>
                  </a:cubicBezTo>
                  <a:cubicBezTo>
                    <a:pt x="2871" y="1597"/>
                    <a:pt x="4137" y="5003"/>
                    <a:pt x="4431" y="5794"/>
                  </a:cubicBezTo>
                  <a:cubicBezTo>
                    <a:pt x="3760" y="5706"/>
                    <a:pt x="1342" y="5361"/>
                    <a:pt x="733" y="4853"/>
                  </a:cubicBezTo>
                  <a:cubicBezTo>
                    <a:pt x="256" y="4456"/>
                    <a:pt x="538" y="3744"/>
                    <a:pt x="928" y="2760"/>
                  </a:cubicBezTo>
                  <a:cubicBezTo>
                    <a:pt x="1077" y="2384"/>
                    <a:pt x="1245" y="1960"/>
                    <a:pt x="1382" y="1513"/>
                  </a:cubicBezTo>
                  <a:cubicBezTo>
                    <a:pt x="1659" y="610"/>
                    <a:pt x="2089" y="310"/>
                    <a:pt x="2441" y="231"/>
                  </a:cubicBezTo>
                  <a:close/>
                  <a:moveTo>
                    <a:pt x="2554" y="0"/>
                  </a:moveTo>
                  <a:cubicBezTo>
                    <a:pt x="2550" y="0"/>
                    <a:pt x="2547" y="0"/>
                    <a:pt x="2543" y="1"/>
                  </a:cubicBezTo>
                  <a:cubicBezTo>
                    <a:pt x="2189" y="33"/>
                    <a:pt x="1541" y="266"/>
                    <a:pt x="1178" y="1451"/>
                  </a:cubicBezTo>
                  <a:cubicBezTo>
                    <a:pt x="1044" y="1889"/>
                    <a:pt x="877" y="2308"/>
                    <a:pt x="730" y="2681"/>
                  </a:cubicBezTo>
                  <a:cubicBezTo>
                    <a:pt x="322" y="3708"/>
                    <a:pt x="0" y="4521"/>
                    <a:pt x="596" y="5015"/>
                  </a:cubicBezTo>
                  <a:cubicBezTo>
                    <a:pt x="1351" y="5645"/>
                    <a:pt x="4448" y="6013"/>
                    <a:pt x="4580" y="6028"/>
                  </a:cubicBezTo>
                  <a:lnTo>
                    <a:pt x="4592" y="6028"/>
                  </a:lnTo>
                  <a:cubicBezTo>
                    <a:pt x="4625" y="6028"/>
                    <a:pt x="4655" y="6014"/>
                    <a:pt x="4676" y="5988"/>
                  </a:cubicBezTo>
                  <a:cubicBezTo>
                    <a:pt x="4699" y="5958"/>
                    <a:pt x="4705" y="5919"/>
                    <a:pt x="4692" y="5885"/>
                  </a:cubicBezTo>
                  <a:cubicBezTo>
                    <a:pt x="4692" y="5885"/>
                    <a:pt x="3114" y="1637"/>
                    <a:pt x="2749" y="659"/>
                  </a:cubicBezTo>
                  <a:cubicBezTo>
                    <a:pt x="2670" y="489"/>
                    <a:pt x="2639" y="303"/>
                    <a:pt x="2660" y="118"/>
                  </a:cubicBezTo>
                  <a:cubicBezTo>
                    <a:pt x="2662" y="86"/>
                    <a:pt x="2652" y="54"/>
                    <a:pt x="2630" y="32"/>
                  </a:cubicBezTo>
                  <a:cubicBezTo>
                    <a:pt x="2609" y="11"/>
                    <a:pt x="2582" y="0"/>
                    <a:pt x="255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" name="Google Shape;1157;p37"/>
            <p:cNvSpPr/>
            <p:nvPr/>
          </p:nvSpPr>
          <p:spPr>
            <a:xfrm>
              <a:off x="4614750" y="4484725"/>
              <a:ext cx="113650" cy="50400"/>
            </a:xfrm>
            <a:custGeom>
              <a:rect b="b" l="l" r="r" t="t"/>
              <a:pathLst>
                <a:path extrusionOk="0" h="2016" w="4546">
                  <a:moveTo>
                    <a:pt x="3308" y="0"/>
                  </a:moveTo>
                  <a:cubicBezTo>
                    <a:pt x="2622" y="0"/>
                    <a:pt x="1948" y="186"/>
                    <a:pt x="1357" y="536"/>
                  </a:cubicBezTo>
                  <a:cubicBezTo>
                    <a:pt x="775" y="892"/>
                    <a:pt x="305" y="1405"/>
                    <a:pt x="1" y="2016"/>
                  </a:cubicBezTo>
                  <a:lnTo>
                    <a:pt x="4545" y="2016"/>
                  </a:lnTo>
                  <a:lnTo>
                    <a:pt x="3454" y="3"/>
                  </a:lnTo>
                  <a:cubicBezTo>
                    <a:pt x="3405" y="1"/>
                    <a:pt x="3356" y="0"/>
                    <a:pt x="330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" name="Google Shape;1158;p37"/>
            <p:cNvSpPr/>
            <p:nvPr/>
          </p:nvSpPr>
          <p:spPr>
            <a:xfrm>
              <a:off x="4611975" y="4482025"/>
              <a:ext cx="119200" cy="55800"/>
            </a:xfrm>
            <a:custGeom>
              <a:rect b="b" l="l" r="r" t="t"/>
              <a:pathLst>
                <a:path extrusionOk="0" h="2232" w="4768">
                  <a:moveTo>
                    <a:pt x="3412" y="214"/>
                  </a:moveTo>
                  <a:cubicBezTo>
                    <a:pt x="3441" y="214"/>
                    <a:pt x="3470" y="214"/>
                    <a:pt x="3499" y="215"/>
                  </a:cubicBezTo>
                  <a:lnTo>
                    <a:pt x="4476" y="2017"/>
                  </a:lnTo>
                  <a:lnTo>
                    <a:pt x="289" y="2017"/>
                  </a:lnTo>
                  <a:cubicBezTo>
                    <a:pt x="584" y="1491"/>
                    <a:pt x="1007" y="1050"/>
                    <a:pt x="1522" y="735"/>
                  </a:cubicBezTo>
                  <a:cubicBezTo>
                    <a:pt x="2096" y="394"/>
                    <a:pt x="2744" y="214"/>
                    <a:pt x="3412" y="214"/>
                  </a:cubicBezTo>
                  <a:close/>
                  <a:moveTo>
                    <a:pt x="3420" y="1"/>
                  </a:moveTo>
                  <a:cubicBezTo>
                    <a:pt x="2713" y="1"/>
                    <a:pt x="2023" y="190"/>
                    <a:pt x="1412" y="553"/>
                  </a:cubicBezTo>
                  <a:cubicBezTo>
                    <a:pt x="813" y="919"/>
                    <a:pt x="329" y="1446"/>
                    <a:pt x="17" y="2076"/>
                  </a:cubicBezTo>
                  <a:cubicBezTo>
                    <a:pt x="0" y="2109"/>
                    <a:pt x="2" y="2148"/>
                    <a:pt x="21" y="2179"/>
                  </a:cubicBezTo>
                  <a:cubicBezTo>
                    <a:pt x="40" y="2210"/>
                    <a:pt x="75" y="2230"/>
                    <a:pt x="112" y="2230"/>
                  </a:cubicBezTo>
                  <a:lnTo>
                    <a:pt x="4656" y="2230"/>
                  </a:lnTo>
                  <a:lnTo>
                    <a:pt x="4656" y="2231"/>
                  </a:lnTo>
                  <a:cubicBezTo>
                    <a:pt x="4693" y="2231"/>
                    <a:pt x="4729" y="2210"/>
                    <a:pt x="4748" y="2179"/>
                  </a:cubicBezTo>
                  <a:cubicBezTo>
                    <a:pt x="4766" y="2146"/>
                    <a:pt x="4768" y="2106"/>
                    <a:pt x="4750" y="2073"/>
                  </a:cubicBezTo>
                  <a:lnTo>
                    <a:pt x="3659" y="60"/>
                  </a:lnTo>
                  <a:cubicBezTo>
                    <a:pt x="3639" y="27"/>
                    <a:pt x="3606" y="5"/>
                    <a:pt x="3568" y="4"/>
                  </a:cubicBezTo>
                  <a:cubicBezTo>
                    <a:pt x="3518" y="2"/>
                    <a:pt x="3469" y="1"/>
                    <a:pt x="342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" name="Google Shape;1159;p37"/>
            <p:cNvSpPr/>
            <p:nvPr/>
          </p:nvSpPr>
          <p:spPr>
            <a:xfrm>
              <a:off x="4614750" y="4535100"/>
              <a:ext cx="147000" cy="113525"/>
            </a:xfrm>
            <a:custGeom>
              <a:rect b="b" l="l" r="r" t="t"/>
              <a:pathLst>
                <a:path extrusionOk="0" h="4541" w="5880">
                  <a:moveTo>
                    <a:pt x="1" y="1"/>
                  </a:moveTo>
                  <a:cubicBezTo>
                    <a:pt x="1" y="1"/>
                    <a:pt x="1" y="1727"/>
                    <a:pt x="2221" y="2961"/>
                  </a:cubicBezTo>
                  <a:cubicBezTo>
                    <a:pt x="4441" y="4195"/>
                    <a:pt x="5879" y="4541"/>
                    <a:pt x="5879" y="4541"/>
                  </a:cubicBezTo>
                  <a:cubicBezTo>
                    <a:pt x="5227" y="4106"/>
                    <a:pt x="4687" y="3524"/>
                    <a:pt x="4302" y="2842"/>
                  </a:cubicBezTo>
                  <a:cubicBezTo>
                    <a:pt x="3574" y="1628"/>
                    <a:pt x="4545" y="171"/>
                    <a:pt x="4545" y="171"/>
                  </a:cubicBezTo>
                  <a:lnTo>
                    <a:pt x="445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" name="Google Shape;1160;p37"/>
            <p:cNvSpPr/>
            <p:nvPr/>
          </p:nvSpPr>
          <p:spPr>
            <a:xfrm>
              <a:off x="4612075" y="4532425"/>
              <a:ext cx="152650" cy="118875"/>
            </a:xfrm>
            <a:custGeom>
              <a:rect b="b" l="l" r="r" t="t"/>
              <a:pathLst>
                <a:path extrusionOk="0" h="4755" w="6106">
                  <a:moveTo>
                    <a:pt x="4499" y="215"/>
                  </a:moveTo>
                  <a:lnTo>
                    <a:pt x="4529" y="273"/>
                  </a:lnTo>
                  <a:cubicBezTo>
                    <a:pt x="4356" y="556"/>
                    <a:pt x="3635" y="1865"/>
                    <a:pt x="4316" y="3002"/>
                  </a:cubicBezTo>
                  <a:cubicBezTo>
                    <a:pt x="4607" y="3519"/>
                    <a:pt x="4992" y="3984"/>
                    <a:pt x="5443" y="4369"/>
                  </a:cubicBezTo>
                  <a:cubicBezTo>
                    <a:pt x="4828" y="4161"/>
                    <a:pt x="3750" y="3736"/>
                    <a:pt x="2379" y="2976"/>
                  </a:cubicBezTo>
                  <a:cubicBezTo>
                    <a:pt x="559" y="1962"/>
                    <a:pt x="269" y="602"/>
                    <a:pt x="223" y="215"/>
                  </a:cubicBezTo>
                  <a:close/>
                  <a:moveTo>
                    <a:pt x="108" y="1"/>
                  </a:moveTo>
                  <a:cubicBezTo>
                    <a:pt x="80" y="1"/>
                    <a:pt x="51" y="13"/>
                    <a:pt x="32" y="32"/>
                  </a:cubicBezTo>
                  <a:cubicBezTo>
                    <a:pt x="13" y="53"/>
                    <a:pt x="1" y="80"/>
                    <a:pt x="1" y="108"/>
                  </a:cubicBezTo>
                  <a:cubicBezTo>
                    <a:pt x="1" y="181"/>
                    <a:pt x="26" y="1910"/>
                    <a:pt x="2276" y="3160"/>
                  </a:cubicBezTo>
                  <a:cubicBezTo>
                    <a:pt x="4482" y="4389"/>
                    <a:pt x="5948" y="4747"/>
                    <a:pt x="5962" y="4752"/>
                  </a:cubicBezTo>
                  <a:cubicBezTo>
                    <a:pt x="5970" y="4753"/>
                    <a:pt x="5979" y="4755"/>
                    <a:pt x="5986" y="4755"/>
                  </a:cubicBezTo>
                  <a:lnTo>
                    <a:pt x="5988" y="4755"/>
                  </a:lnTo>
                  <a:cubicBezTo>
                    <a:pt x="6029" y="4755"/>
                    <a:pt x="6068" y="4730"/>
                    <a:pt x="6085" y="4691"/>
                  </a:cubicBezTo>
                  <a:cubicBezTo>
                    <a:pt x="6105" y="4643"/>
                    <a:pt x="6089" y="4588"/>
                    <a:pt x="6046" y="4558"/>
                  </a:cubicBezTo>
                  <a:cubicBezTo>
                    <a:pt x="5412" y="4135"/>
                    <a:pt x="4877" y="3561"/>
                    <a:pt x="4502" y="2895"/>
                  </a:cubicBezTo>
                  <a:cubicBezTo>
                    <a:pt x="4502" y="2895"/>
                    <a:pt x="4500" y="2894"/>
                    <a:pt x="4500" y="2894"/>
                  </a:cubicBezTo>
                  <a:cubicBezTo>
                    <a:pt x="3817" y="1753"/>
                    <a:pt x="4731" y="352"/>
                    <a:pt x="4741" y="337"/>
                  </a:cubicBezTo>
                  <a:cubicBezTo>
                    <a:pt x="4762" y="306"/>
                    <a:pt x="4764" y="264"/>
                    <a:pt x="4747" y="230"/>
                  </a:cubicBezTo>
                  <a:lnTo>
                    <a:pt x="4660" y="59"/>
                  </a:lnTo>
                  <a:cubicBezTo>
                    <a:pt x="4642" y="23"/>
                    <a:pt x="4605" y="1"/>
                    <a:pt x="456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" name="Google Shape;1161;p37"/>
            <p:cNvSpPr/>
            <p:nvPr/>
          </p:nvSpPr>
          <p:spPr>
            <a:xfrm>
              <a:off x="4520100" y="3973450"/>
              <a:ext cx="121375" cy="159750"/>
            </a:xfrm>
            <a:custGeom>
              <a:rect b="b" l="l" r="r" t="t"/>
              <a:pathLst>
                <a:path extrusionOk="0" h="6390" w="4855">
                  <a:moveTo>
                    <a:pt x="2428" y="0"/>
                  </a:moveTo>
                  <a:cubicBezTo>
                    <a:pt x="1088" y="0"/>
                    <a:pt x="1" y="1431"/>
                    <a:pt x="1" y="3194"/>
                  </a:cubicBezTo>
                  <a:cubicBezTo>
                    <a:pt x="1" y="4958"/>
                    <a:pt x="1088" y="6389"/>
                    <a:pt x="2428" y="6389"/>
                  </a:cubicBezTo>
                  <a:cubicBezTo>
                    <a:pt x="3768" y="6389"/>
                    <a:pt x="4855" y="4958"/>
                    <a:pt x="4855" y="3194"/>
                  </a:cubicBezTo>
                  <a:cubicBezTo>
                    <a:pt x="4855" y="1431"/>
                    <a:pt x="3768" y="0"/>
                    <a:pt x="2428" y="0"/>
                  </a:cubicBezTo>
                  <a:close/>
                </a:path>
              </a:pathLst>
            </a:custGeom>
            <a:solidFill>
              <a:srgbClr val="BCC1E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37"/>
            <p:cNvSpPr/>
            <p:nvPr/>
          </p:nvSpPr>
          <p:spPr>
            <a:xfrm>
              <a:off x="4517450" y="3970775"/>
              <a:ext cx="126700" cy="165100"/>
            </a:xfrm>
            <a:custGeom>
              <a:rect b="b" l="l" r="r" t="t"/>
              <a:pathLst>
                <a:path extrusionOk="0" h="6604" w="5068">
                  <a:moveTo>
                    <a:pt x="2534" y="215"/>
                  </a:moveTo>
                  <a:cubicBezTo>
                    <a:pt x="3814" y="215"/>
                    <a:pt x="4855" y="1599"/>
                    <a:pt x="4855" y="3303"/>
                  </a:cubicBezTo>
                  <a:cubicBezTo>
                    <a:pt x="4855" y="5004"/>
                    <a:pt x="3813" y="6389"/>
                    <a:pt x="2534" y="6389"/>
                  </a:cubicBezTo>
                  <a:cubicBezTo>
                    <a:pt x="1255" y="6389"/>
                    <a:pt x="214" y="5004"/>
                    <a:pt x="214" y="3303"/>
                  </a:cubicBezTo>
                  <a:cubicBezTo>
                    <a:pt x="214" y="1599"/>
                    <a:pt x="1255" y="215"/>
                    <a:pt x="2534" y="215"/>
                  </a:cubicBezTo>
                  <a:close/>
                  <a:moveTo>
                    <a:pt x="2534" y="0"/>
                  </a:moveTo>
                  <a:cubicBezTo>
                    <a:pt x="1137" y="0"/>
                    <a:pt x="1" y="1482"/>
                    <a:pt x="1" y="3303"/>
                  </a:cubicBezTo>
                  <a:cubicBezTo>
                    <a:pt x="1" y="5122"/>
                    <a:pt x="1137" y="6604"/>
                    <a:pt x="2534" y="6604"/>
                  </a:cubicBezTo>
                  <a:cubicBezTo>
                    <a:pt x="3932" y="6604"/>
                    <a:pt x="5068" y="5122"/>
                    <a:pt x="5068" y="3303"/>
                  </a:cubicBezTo>
                  <a:cubicBezTo>
                    <a:pt x="5068" y="1482"/>
                    <a:pt x="3932" y="0"/>
                    <a:pt x="25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37"/>
            <p:cNvSpPr/>
            <p:nvPr/>
          </p:nvSpPr>
          <p:spPr>
            <a:xfrm>
              <a:off x="4535250" y="3993400"/>
              <a:ext cx="91075" cy="119850"/>
            </a:xfrm>
            <a:custGeom>
              <a:rect b="b" l="l" r="r" t="t"/>
              <a:pathLst>
                <a:path extrusionOk="0" h="4794" w="3643">
                  <a:moveTo>
                    <a:pt x="1822" y="0"/>
                  </a:moveTo>
                  <a:cubicBezTo>
                    <a:pt x="817" y="0"/>
                    <a:pt x="1" y="1072"/>
                    <a:pt x="1" y="2396"/>
                  </a:cubicBezTo>
                  <a:cubicBezTo>
                    <a:pt x="1" y="3721"/>
                    <a:pt x="817" y="4793"/>
                    <a:pt x="1822" y="4793"/>
                  </a:cubicBezTo>
                  <a:cubicBezTo>
                    <a:pt x="2828" y="4793"/>
                    <a:pt x="3643" y="3721"/>
                    <a:pt x="3643" y="2396"/>
                  </a:cubicBezTo>
                  <a:cubicBezTo>
                    <a:pt x="3643" y="1072"/>
                    <a:pt x="2828" y="0"/>
                    <a:pt x="182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37"/>
            <p:cNvSpPr/>
            <p:nvPr/>
          </p:nvSpPr>
          <p:spPr>
            <a:xfrm>
              <a:off x="4532600" y="3990725"/>
              <a:ext cx="96400" cy="125200"/>
            </a:xfrm>
            <a:custGeom>
              <a:rect b="b" l="l" r="r" t="t"/>
              <a:pathLst>
                <a:path extrusionOk="0" h="5008" w="3856">
                  <a:moveTo>
                    <a:pt x="1928" y="213"/>
                  </a:moveTo>
                  <a:cubicBezTo>
                    <a:pt x="2873" y="213"/>
                    <a:pt x="3643" y="1240"/>
                    <a:pt x="3643" y="2505"/>
                  </a:cubicBezTo>
                  <a:cubicBezTo>
                    <a:pt x="3643" y="3767"/>
                    <a:pt x="2873" y="4795"/>
                    <a:pt x="1928" y="4795"/>
                  </a:cubicBezTo>
                  <a:cubicBezTo>
                    <a:pt x="982" y="4795"/>
                    <a:pt x="214" y="3767"/>
                    <a:pt x="214" y="2505"/>
                  </a:cubicBezTo>
                  <a:cubicBezTo>
                    <a:pt x="214" y="1240"/>
                    <a:pt x="982" y="213"/>
                    <a:pt x="1928" y="213"/>
                  </a:cubicBezTo>
                  <a:close/>
                  <a:moveTo>
                    <a:pt x="1928" y="0"/>
                  </a:moveTo>
                  <a:cubicBezTo>
                    <a:pt x="864" y="0"/>
                    <a:pt x="1" y="1123"/>
                    <a:pt x="1" y="2505"/>
                  </a:cubicBezTo>
                  <a:cubicBezTo>
                    <a:pt x="1" y="3885"/>
                    <a:pt x="864" y="5007"/>
                    <a:pt x="1928" y="5007"/>
                  </a:cubicBezTo>
                  <a:cubicBezTo>
                    <a:pt x="2991" y="5007"/>
                    <a:pt x="3856" y="3883"/>
                    <a:pt x="3856" y="2505"/>
                  </a:cubicBezTo>
                  <a:cubicBezTo>
                    <a:pt x="3856" y="1124"/>
                    <a:pt x="2991" y="0"/>
                    <a:pt x="192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37"/>
            <p:cNvSpPr/>
            <p:nvPr/>
          </p:nvSpPr>
          <p:spPr>
            <a:xfrm>
              <a:off x="4554025" y="4018325"/>
              <a:ext cx="53350" cy="69950"/>
            </a:xfrm>
            <a:custGeom>
              <a:rect b="b" l="l" r="r" t="t"/>
              <a:pathLst>
                <a:path extrusionOk="0" h="2798" w="2134">
                  <a:moveTo>
                    <a:pt x="1066" y="1"/>
                  </a:moveTo>
                  <a:cubicBezTo>
                    <a:pt x="476" y="1"/>
                    <a:pt x="0" y="628"/>
                    <a:pt x="0" y="1401"/>
                  </a:cubicBezTo>
                  <a:cubicBezTo>
                    <a:pt x="0" y="2172"/>
                    <a:pt x="476" y="2797"/>
                    <a:pt x="1066" y="2797"/>
                  </a:cubicBezTo>
                  <a:cubicBezTo>
                    <a:pt x="1657" y="2797"/>
                    <a:pt x="2134" y="2172"/>
                    <a:pt x="2134" y="1401"/>
                  </a:cubicBezTo>
                  <a:cubicBezTo>
                    <a:pt x="2134" y="628"/>
                    <a:pt x="1657" y="1"/>
                    <a:pt x="1066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37"/>
            <p:cNvSpPr/>
            <p:nvPr/>
          </p:nvSpPr>
          <p:spPr>
            <a:xfrm>
              <a:off x="4551375" y="4015650"/>
              <a:ext cx="58650" cy="75250"/>
            </a:xfrm>
            <a:custGeom>
              <a:rect b="b" l="l" r="r" t="t"/>
              <a:pathLst>
                <a:path extrusionOk="0" h="3010" w="2346">
                  <a:moveTo>
                    <a:pt x="1172" y="215"/>
                  </a:moveTo>
                  <a:cubicBezTo>
                    <a:pt x="1702" y="215"/>
                    <a:pt x="2132" y="796"/>
                    <a:pt x="2132" y="1508"/>
                  </a:cubicBezTo>
                  <a:cubicBezTo>
                    <a:pt x="2132" y="2218"/>
                    <a:pt x="1702" y="2797"/>
                    <a:pt x="1172" y="2797"/>
                  </a:cubicBezTo>
                  <a:cubicBezTo>
                    <a:pt x="644" y="2797"/>
                    <a:pt x="213" y="2219"/>
                    <a:pt x="213" y="1508"/>
                  </a:cubicBezTo>
                  <a:cubicBezTo>
                    <a:pt x="213" y="794"/>
                    <a:pt x="644" y="215"/>
                    <a:pt x="1172" y="215"/>
                  </a:cubicBezTo>
                  <a:close/>
                  <a:moveTo>
                    <a:pt x="1172" y="1"/>
                  </a:moveTo>
                  <a:cubicBezTo>
                    <a:pt x="526" y="1"/>
                    <a:pt x="0" y="678"/>
                    <a:pt x="0" y="1508"/>
                  </a:cubicBezTo>
                  <a:cubicBezTo>
                    <a:pt x="0" y="2335"/>
                    <a:pt x="526" y="3010"/>
                    <a:pt x="1172" y="3010"/>
                  </a:cubicBezTo>
                  <a:cubicBezTo>
                    <a:pt x="1820" y="3010"/>
                    <a:pt x="2345" y="2337"/>
                    <a:pt x="2345" y="1508"/>
                  </a:cubicBezTo>
                  <a:cubicBezTo>
                    <a:pt x="2345" y="677"/>
                    <a:pt x="1820" y="1"/>
                    <a:pt x="117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37"/>
            <p:cNvSpPr/>
            <p:nvPr/>
          </p:nvSpPr>
          <p:spPr>
            <a:xfrm>
              <a:off x="5774075" y="3390525"/>
              <a:ext cx="463875" cy="237800"/>
            </a:xfrm>
            <a:custGeom>
              <a:rect b="b" l="l" r="r" t="t"/>
              <a:pathLst>
                <a:path extrusionOk="0" h="9512" w="18555">
                  <a:moveTo>
                    <a:pt x="9408" y="1"/>
                  </a:moveTo>
                  <a:cubicBezTo>
                    <a:pt x="9379" y="1"/>
                    <a:pt x="9353" y="11"/>
                    <a:pt x="9332" y="32"/>
                  </a:cubicBezTo>
                  <a:lnTo>
                    <a:pt x="1" y="9362"/>
                  </a:lnTo>
                  <a:lnTo>
                    <a:pt x="151" y="9512"/>
                  </a:lnTo>
                  <a:lnTo>
                    <a:pt x="9452" y="214"/>
                  </a:lnTo>
                  <a:lnTo>
                    <a:pt x="18554" y="214"/>
                  </a:lnTo>
                  <a:lnTo>
                    <a:pt x="1855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" name="Google Shape;1168;p37"/>
            <p:cNvSpPr/>
            <p:nvPr/>
          </p:nvSpPr>
          <p:spPr>
            <a:xfrm>
              <a:off x="6218575" y="3371550"/>
              <a:ext cx="40000" cy="40000"/>
            </a:xfrm>
            <a:custGeom>
              <a:rect b="b" l="l" r="r" t="t"/>
              <a:pathLst>
                <a:path extrusionOk="0" h="1600" w="1600">
                  <a:moveTo>
                    <a:pt x="800" y="0"/>
                  </a:moveTo>
                  <a:cubicBezTo>
                    <a:pt x="359" y="0"/>
                    <a:pt x="0" y="358"/>
                    <a:pt x="0" y="800"/>
                  </a:cubicBezTo>
                  <a:cubicBezTo>
                    <a:pt x="0" y="1242"/>
                    <a:pt x="359" y="1599"/>
                    <a:pt x="800" y="1599"/>
                  </a:cubicBezTo>
                  <a:cubicBezTo>
                    <a:pt x="1242" y="1599"/>
                    <a:pt x="1599" y="1242"/>
                    <a:pt x="1599" y="800"/>
                  </a:cubicBezTo>
                  <a:cubicBezTo>
                    <a:pt x="1599" y="358"/>
                    <a:pt x="1242" y="0"/>
                    <a:pt x="80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" name="Google Shape;1169;p37"/>
            <p:cNvSpPr/>
            <p:nvPr/>
          </p:nvSpPr>
          <p:spPr>
            <a:xfrm>
              <a:off x="6215875" y="3368875"/>
              <a:ext cx="45375" cy="45350"/>
            </a:xfrm>
            <a:custGeom>
              <a:rect b="b" l="l" r="r" t="t"/>
              <a:pathLst>
                <a:path extrusionOk="0" h="1814" w="1815">
                  <a:moveTo>
                    <a:pt x="908" y="213"/>
                  </a:moveTo>
                  <a:cubicBezTo>
                    <a:pt x="1290" y="213"/>
                    <a:pt x="1601" y="524"/>
                    <a:pt x="1601" y="907"/>
                  </a:cubicBezTo>
                  <a:cubicBezTo>
                    <a:pt x="1601" y="1289"/>
                    <a:pt x="1290" y="1599"/>
                    <a:pt x="908" y="1599"/>
                  </a:cubicBezTo>
                  <a:cubicBezTo>
                    <a:pt x="526" y="1599"/>
                    <a:pt x="215" y="1289"/>
                    <a:pt x="215" y="907"/>
                  </a:cubicBezTo>
                  <a:cubicBezTo>
                    <a:pt x="215" y="524"/>
                    <a:pt x="526" y="213"/>
                    <a:pt x="908" y="213"/>
                  </a:cubicBezTo>
                  <a:close/>
                  <a:moveTo>
                    <a:pt x="908" y="0"/>
                  </a:moveTo>
                  <a:cubicBezTo>
                    <a:pt x="407" y="0"/>
                    <a:pt x="1" y="407"/>
                    <a:pt x="1" y="907"/>
                  </a:cubicBezTo>
                  <a:cubicBezTo>
                    <a:pt x="1" y="1407"/>
                    <a:pt x="409" y="1814"/>
                    <a:pt x="908" y="1814"/>
                  </a:cubicBezTo>
                  <a:cubicBezTo>
                    <a:pt x="1408" y="1814"/>
                    <a:pt x="1814" y="1407"/>
                    <a:pt x="1814" y="907"/>
                  </a:cubicBezTo>
                  <a:cubicBezTo>
                    <a:pt x="1814" y="407"/>
                    <a:pt x="1408" y="0"/>
                    <a:pt x="90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" name="Google Shape;1170;p37"/>
            <p:cNvSpPr/>
            <p:nvPr/>
          </p:nvSpPr>
          <p:spPr>
            <a:xfrm>
              <a:off x="6231700" y="3442575"/>
              <a:ext cx="136625" cy="5350"/>
            </a:xfrm>
            <a:custGeom>
              <a:rect b="b" l="l" r="r" t="t"/>
              <a:pathLst>
                <a:path extrusionOk="0" h="214" w="5465">
                  <a:moveTo>
                    <a:pt x="1" y="0"/>
                  </a:moveTo>
                  <a:lnTo>
                    <a:pt x="1" y="213"/>
                  </a:lnTo>
                  <a:lnTo>
                    <a:pt x="5465" y="213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" name="Google Shape;1171;p37"/>
            <p:cNvSpPr/>
            <p:nvPr/>
          </p:nvSpPr>
          <p:spPr>
            <a:xfrm>
              <a:off x="6231700" y="3474200"/>
              <a:ext cx="136625" cy="5400"/>
            </a:xfrm>
            <a:custGeom>
              <a:rect b="b" l="l" r="r" t="t"/>
              <a:pathLst>
                <a:path extrusionOk="0" h="216" w="5465">
                  <a:moveTo>
                    <a:pt x="1" y="1"/>
                  </a:moveTo>
                  <a:lnTo>
                    <a:pt x="1" y="215"/>
                  </a:lnTo>
                  <a:lnTo>
                    <a:pt x="5465" y="215"/>
                  </a:lnTo>
                  <a:lnTo>
                    <a:pt x="546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" name="Google Shape;1172;p37"/>
            <p:cNvSpPr/>
            <p:nvPr/>
          </p:nvSpPr>
          <p:spPr>
            <a:xfrm>
              <a:off x="6231700" y="3505850"/>
              <a:ext cx="136625" cy="5350"/>
            </a:xfrm>
            <a:custGeom>
              <a:rect b="b" l="l" r="r" t="t"/>
              <a:pathLst>
                <a:path extrusionOk="0" h="214" w="5465">
                  <a:moveTo>
                    <a:pt x="1" y="0"/>
                  </a:moveTo>
                  <a:lnTo>
                    <a:pt x="1" y="213"/>
                  </a:lnTo>
                  <a:lnTo>
                    <a:pt x="5465" y="213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37"/>
            <p:cNvSpPr/>
            <p:nvPr/>
          </p:nvSpPr>
          <p:spPr>
            <a:xfrm>
              <a:off x="6231700" y="3537525"/>
              <a:ext cx="136625" cy="5350"/>
            </a:xfrm>
            <a:custGeom>
              <a:rect b="b" l="l" r="r" t="t"/>
              <a:pathLst>
                <a:path extrusionOk="0" h="214" w="5465">
                  <a:moveTo>
                    <a:pt x="1" y="0"/>
                  </a:moveTo>
                  <a:lnTo>
                    <a:pt x="1" y="213"/>
                  </a:lnTo>
                  <a:lnTo>
                    <a:pt x="5465" y="213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37"/>
            <p:cNvSpPr/>
            <p:nvPr/>
          </p:nvSpPr>
          <p:spPr>
            <a:xfrm>
              <a:off x="4124950" y="4398325"/>
              <a:ext cx="308925" cy="99800"/>
            </a:xfrm>
            <a:custGeom>
              <a:rect b="b" l="l" r="r" t="t"/>
              <a:pathLst>
                <a:path extrusionOk="0" h="3992" w="12357">
                  <a:moveTo>
                    <a:pt x="12160" y="0"/>
                  </a:moveTo>
                  <a:lnTo>
                    <a:pt x="10540" y="3779"/>
                  </a:lnTo>
                  <a:lnTo>
                    <a:pt x="0" y="3779"/>
                  </a:lnTo>
                  <a:lnTo>
                    <a:pt x="0" y="3992"/>
                  </a:lnTo>
                  <a:lnTo>
                    <a:pt x="10610" y="3992"/>
                  </a:lnTo>
                  <a:cubicBezTo>
                    <a:pt x="10653" y="3992"/>
                    <a:pt x="10691" y="3967"/>
                    <a:pt x="10708" y="3928"/>
                  </a:cubicBezTo>
                  <a:lnTo>
                    <a:pt x="12357" y="8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" name="Google Shape;1175;p37"/>
            <p:cNvSpPr/>
            <p:nvPr/>
          </p:nvSpPr>
          <p:spPr>
            <a:xfrm>
              <a:off x="4104950" y="4475450"/>
              <a:ext cx="40050" cy="40000"/>
            </a:xfrm>
            <a:custGeom>
              <a:rect b="b" l="l" r="r" t="t"/>
              <a:pathLst>
                <a:path extrusionOk="0" h="1600" w="1602">
                  <a:moveTo>
                    <a:pt x="802" y="0"/>
                  </a:moveTo>
                  <a:cubicBezTo>
                    <a:pt x="359" y="0"/>
                    <a:pt x="1" y="359"/>
                    <a:pt x="1" y="800"/>
                  </a:cubicBezTo>
                  <a:cubicBezTo>
                    <a:pt x="1" y="1242"/>
                    <a:pt x="359" y="1599"/>
                    <a:pt x="802" y="1599"/>
                  </a:cubicBezTo>
                  <a:cubicBezTo>
                    <a:pt x="1242" y="1599"/>
                    <a:pt x="1601" y="1242"/>
                    <a:pt x="1601" y="800"/>
                  </a:cubicBezTo>
                  <a:cubicBezTo>
                    <a:pt x="1601" y="359"/>
                    <a:pt x="1242" y="0"/>
                    <a:pt x="80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" name="Google Shape;1176;p37"/>
            <p:cNvSpPr/>
            <p:nvPr/>
          </p:nvSpPr>
          <p:spPr>
            <a:xfrm>
              <a:off x="4102300" y="4472750"/>
              <a:ext cx="45325" cy="45375"/>
            </a:xfrm>
            <a:custGeom>
              <a:rect b="b" l="l" r="r" t="t"/>
              <a:pathLst>
                <a:path extrusionOk="0" h="1815" w="1813">
                  <a:moveTo>
                    <a:pt x="906" y="215"/>
                  </a:moveTo>
                  <a:cubicBezTo>
                    <a:pt x="1289" y="215"/>
                    <a:pt x="1600" y="527"/>
                    <a:pt x="1600" y="908"/>
                  </a:cubicBezTo>
                  <a:cubicBezTo>
                    <a:pt x="1600" y="1290"/>
                    <a:pt x="1289" y="1602"/>
                    <a:pt x="906" y="1602"/>
                  </a:cubicBezTo>
                  <a:cubicBezTo>
                    <a:pt x="525" y="1602"/>
                    <a:pt x="214" y="1290"/>
                    <a:pt x="214" y="908"/>
                  </a:cubicBezTo>
                  <a:cubicBezTo>
                    <a:pt x="214" y="527"/>
                    <a:pt x="525" y="215"/>
                    <a:pt x="906" y="215"/>
                  </a:cubicBezTo>
                  <a:close/>
                  <a:moveTo>
                    <a:pt x="906" y="1"/>
                  </a:moveTo>
                  <a:cubicBezTo>
                    <a:pt x="407" y="1"/>
                    <a:pt x="1" y="407"/>
                    <a:pt x="1" y="908"/>
                  </a:cubicBezTo>
                  <a:cubicBezTo>
                    <a:pt x="1" y="1408"/>
                    <a:pt x="407" y="1814"/>
                    <a:pt x="906" y="1814"/>
                  </a:cubicBezTo>
                  <a:cubicBezTo>
                    <a:pt x="1406" y="1814"/>
                    <a:pt x="1813" y="1408"/>
                    <a:pt x="1813" y="908"/>
                  </a:cubicBezTo>
                  <a:cubicBezTo>
                    <a:pt x="1813" y="407"/>
                    <a:pt x="1406" y="1"/>
                    <a:pt x="9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" name="Google Shape;1177;p37"/>
            <p:cNvSpPr/>
            <p:nvPr/>
          </p:nvSpPr>
          <p:spPr>
            <a:xfrm>
              <a:off x="4061850" y="4551500"/>
              <a:ext cx="136625" cy="5325"/>
            </a:xfrm>
            <a:custGeom>
              <a:rect b="b" l="l" r="r" t="t"/>
              <a:pathLst>
                <a:path extrusionOk="0" h="213" w="5465">
                  <a:moveTo>
                    <a:pt x="0" y="0"/>
                  </a:moveTo>
                  <a:lnTo>
                    <a:pt x="0" y="213"/>
                  </a:lnTo>
                  <a:lnTo>
                    <a:pt x="5465" y="213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37"/>
            <p:cNvSpPr/>
            <p:nvPr/>
          </p:nvSpPr>
          <p:spPr>
            <a:xfrm>
              <a:off x="4061850" y="4583125"/>
              <a:ext cx="136625" cy="5400"/>
            </a:xfrm>
            <a:custGeom>
              <a:rect b="b" l="l" r="r" t="t"/>
              <a:pathLst>
                <a:path extrusionOk="0" h="216" w="5465">
                  <a:moveTo>
                    <a:pt x="0" y="1"/>
                  </a:moveTo>
                  <a:lnTo>
                    <a:pt x="0" y="215"/>
                  </a:lnTo>
                  <a:lnTo>
                    <a:pt x="5465" y="215"/>
                  </a:lnTo>
                  <a:lnTo>
                    <a:pt x="546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" name="Google Shape;1179;p37"/>
            <p:cNvSpPr/>
            <p:nvPr/>
          </p:nvSpPr>
          <p:spPr>
            <a:xfrm>
              <a:off x="4061850" y="4614775"/>
              <a:ext cx="136625" cy="5350"/>
            </a:xfrm>
            <a:custGeom>
              <a:rect b="b" l="l" r="r" t="t"/>
              <a:pathLst>
                <a:path extrusionOk="0" h="214" w="5465">
                  <a:moveTo>
                    <a:pt x="0" y="0"/>
                  </a:moveTo>
                  <a:lnTo>
                    <a:pt x="0" y="213"/>
                  </a:lnTo>
                  <a:lnTo>
                    <a:pt x="5465" y="213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" name="Google Shape;1180;p37"/>
            <p:cNvSpPr/>
            <p:nvPr/>
          </p:nvSpPr>
          <p:spPr>
            <a:xfrm>
              <a:off x="4061850" y="4646450"/>
              <a:ext cx="136625" cy="5350"/>
            </a:xfrm>
            <a:custGeom>
              <a:rect b="b" l="l" r="r" t="t"/>
              <a:pathLst>
                <a:path extrusionOk="0" h="214" w="5465">
                  <a:moveTo>
                    <a:pt x="0" y="0"/>
                  </a:moveTo>
                  <a:lnTo>
                    <a:pt x="0" y="213"/>
                  </a:lnTo>
                  <a:lnTo>
                    <a:pt x="5465" y="213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" name="Google Shape;1181;p37"/>
            <p:cNvSpPr/>
            <p:nvPr/>
          </p:nvSpPr>
          <p:spPr>
            <a:xfrm>
              <a:off x="4680275" y="5167725"/>
              <a:ext cx="5350" cy="173825"/>
            </a:xfrm>
            <a:custGeom>
              <a:rect b="b" l="l" r="r" t="t"/>
              <a:pathLst>
                <a:path extrusionOk="0" h="6953" w="214">
                  <a:moveTo>
                    <a:pt x="0" y="0"/>
                  </a:moveTo>
                  <a:lnTo>
                    <a:pt x="0" y="6952"/>
                  </a:lnTo>
                  <a:lnTo>
                    <a:pt x="213" y="6952"/>
                  </a:lnTo>
                  <a:lnTo>
                    <a:pt x="213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" name="Google Shape;1182;p37"/>
            <p:cNvSpPr/>
            <p:nvPr/>
          </p:nvSpPr>
          <p:spPr>
            <a:xfrm>
              <a:off x="4663900" y="5316800"/>
              <a:ext cx="40000" cy="40000"/>
            </a:xfrm>
            <a:custGeom>
              <a:rect b="b" l="l" r="r" t="t"/>
              <a:pathLst>
                <a:path extrusionOk="0" h="1600" w="1600">
                  <a:moveTo>
                    <a:pt x="800" y="1"/>
                  </a:moveTo>
                  <a:cubicBezTo>
                    <a:pt x="359" y="1"/>
                    <a:pt x="0" y="358"/>
                    <a:pt x="0" y="800"/>
                  </a:cubicBezTo>
                  <a:cubicBezTo>
                    <a:pt x="0" y="1241"/>
                    <a:pt x="359" y="1600"/>
                    <a:pt x="800" y="1600"/>
                  </a:cubicBezTo>
                  <a:cubicBezTo>
                    <a:pt x="1242" y="1600"/>
                    <a:pt x="1599" y="1241"/>
                    <a:pt x="1599" y="800"/>
                  </a:cubicBezTo>
                  <a:cubicBezTo>
                    <a:pt x="1599" y="358"/>
                    <a:pt x="1242" y="1"/>
                    <a:pt x="8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" name="Google Shape;1183;p37"/>
            <p:cNvSpPr/>
            <p:nvPr/>
          </p:nvSpPr>
          <p:spPr>
            <a:xfrm>
              <a:off x="4661250" y="5314125"/>
              <a:ext cx="45325" cy="45325"/>
            </a:xfrm>
            <a:custGeom>
              <a:rect b="b" l="l" r="r" t="t"/>
              <a:pathLst>
                <a:path extrusionOk="0" h="1813" w="1813">
                  <a:moveTo>
                    <a:pt x="906" y="213"/>
                  </a:moveTo>
                  <a:cubicBezTo>
                    <a:pt x="1289" y="213"/>
                    <a:pt x="1600" y="524"/>
                    <a:pt x="1600" y="907"/>
                  </a:cubicBezTo>
                  <a:cubicBezTo>
                    <a:pt x="1600" y="1288"/>
                    <a:pt x="1289" y="1599"/>
                    <a:pt x="906" y="1599"/>
                  </a:cubicBezTo>
                  <a:cubicBezTo>
                    <a:pt x="525" y="1599"/>
                    <a:pt x="214" y="1288"/>
                    <a:pt x="214" y="907"/>
                  </a:cubicBezTo>
                  <a:cubicBezTo>
                    <a:pt x="214" y="524"/>
                    <a:pt x="525" y="213"/>
                    <a:pt x="906" y="213"/>
                  </a:cubicBezTo>
                  <a:close/>
                  <a:moveTo>
                    <a:pt x="906" y="0"/>
                  </a:moveTo>
                  <a:cubicBezTo>
                    <a:pt x="407" y="0"/>
                    <a:pt x="1" y="407"/>
                    <a:pt x="1" y="907"/>
                  </a:cubicBezTo>
                  <a:cubicBezTo>
                    <a:pt x="1" y="1406"/>
                    <a:pt x="407" y="1812"/>
                    <a:pt x="906" y="1812"/>
                  </a:cubicBezTo>
                  <a:cubicBezTo>
                    <a:pt x="1406" y="1812"/>
                    <a:pt x="1813" y="1406"/>
                    <a:pt x="1813" y="907"/>
                  </a:cubicBezTo>
                  <a:cubicBezTo>
                    <a:pt x="1813" y="407"/>
                    <a:pt x="1406" y="0"/>
                    <a:pt x="9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" name="Google Shape;1184;p37"/>
            <p:cNvSpPr/>
            <p:nvPr/>
          </p:nvSpPr>
          <p:spPr>
            <a:xfrm>
              <a:off x="4489200" y="5276500"/>
              <a:ext cx="136675" cy="5325"/>
            </a:xfrm>
            <a:custGeom>
              <a:rect b="b" l="l" r="r" t="t"/>
              <a:pathLst>
                <a:path extrusionOk="0" h="213" w="5467">
                  <a:moveTo>
                    <a:pt x="1" y="0"/>
                  </a:moveTo>
                  <a:lnTo>
                    <a:pt x="1" y="213"/>
                  </a:lnTo>
                  <a:lnTo>
                    <a:pt x="5467" y="213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" name="Google Shape;1185;p37"/>
            <p:cNvSpPr/>
            <p:nvPr/>
          </p:nvSpPr>
          <p:spPr>
            <a:xfrm>
              <a:off x="4489200" y="5308175"/>
              <a:ext cx="136675" cy="5350"/>
            </a:xfrm>
            <a:custGeom>
              <a:rect b="b" l="l" r="r" t="t"/>
              <a:pathLst>
                <a:path extrusionOk="0" h="214" w="5467">
                  <a:moveTo>
                    <a:pt x="1" y="0"/>
                  </a:moveTo>
                  <a:lnTo>
                    <a:pt x="1" y="213"/>
                  </a:lnTo>
                  <a:lnTo>
                    <a:pt x="5467" y="213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" name="Google Shape;1186;p37"/>
            <p:cNvSpPr/>
            <p:nvPr/>
          </p:nvSpPr>
          <p:spPr>
            <a:xfrm>
              <a:off x="4489200" y="5339800"/>
              <a:ext cx="136675" cy="5400"/>
            </a:xfrm>
            <a:custGeom>
              <a:rect b="b" l="l" r="r" t="t"/>
              <a:pathLst>
                <a:path extrusionOk="0" h="216" w="5467">
                  <a:moveTo>
                    <a:pt x="1" y="1"/>
                  </a:moveTo>
                  <a:lnTo>
                    <a:pt x="1" y="215"/>
                  </a:lnTo>
                  <a:lnTo>
                    <a:pt x="5467" y="215"/>
                  </a:lnTo>
                  <a:lnTo>
                    <a:pt x="546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" name="Google Shape;1187;p37"/>
            <p:cNvSpPr/>
            <p:nvPr/>
          </p:nvSpPr>
          <p:spPr>
            <a:xfrm>
              <a:off x="4489200" y="5371475"/>
              <a:ext cx="136675" cy="5350"/>
            </a:xfrm>
            <a:custGeom>
              <a:rect b="b" l="l" r="r" t="t"/>
              <a:pathLst>
                <a:path extrusionOk="0" h="214" w="5467">
                  <a:moveTo>
                    <a:pt x="1" y="1"/>
                  </a:moveTo>
                  <a:lnTo>
                    <a:pt x="1" y="214"/>
                  </a:lnTo>
                  <a:lnTo>
                    <a:pt x="5467" y="214"/>
                  </a:lnTo>
                  <a:lnTo>
                    <a:pt x="546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" name="Google Shape;1188;p37"/>
            <p:cNvSpPr/>
            <p:nvPr/>
          </p:nvSpPr>
          <p:spPr>
            <a:xfrm>
              <a:off x="5542150" y="5109875"/>
              <a:ext cx="297875" cy="147425"/>
            </a:xfrm>
            <a:custGeom>
              <a:rect b="b" l="l" r="r" t="t"/>
              <a:pathLst>
                <a:path extrusionOk="0" h="5897" w="11915">
                  <a:moveTo>
                    <a:pt x="0" y="1"/>
                  </a:moveTo>
                  <a:lnTo>
                    <a:pt x="0" y="213"/>
                  </a:lnTo>
                  <a:lnTo>
                    <a:pt x="4308" y="213"/>
                  </a:lnTo>
                  <a:lnTo>
                    <a:pt x="4308" y="5791"/>
                  </a:lnTo>
                  <a:cubicBezTo>
                    <a:pt x="4308" y="5849"/>
                    <a:pt x="4355" y="5897"/>
                    <a:pt x="4415" y="5897"/>
                  </a:cubicBezTo>
                  <a:lnTo>
                    <a:pt x="11915" y="5897"/>
                  </a:lnTo>
                  <a:lnTo>
                    <a:pt x="11915" y="5684"/>
                  </a:lnTo>
                  <a:lnTo>
                    <a:pt x="4521" y="5684"/>
                  </a:lnTo>
                  <a:lnTo>
                    <a:pt x="4521" y="108"/>
                  </a:lnTo>
                  <a:cubicBezTo>
                    <a:pt x="4521" y="48"/>
                    <a:pt x="4473" y="1"/>
                    <a:pt x="441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" name="Google Shape;1189;p37"/>
            <p:cNvSpPr/>
            <p:nvPr/>
          </p:nvSpPr>
          <p:spPr>
            <a:xfrm>
              <a:off x="5824625" y="5234350"/>
              <a:ext cx="40000" cy="40050"/>
            </a:xfrm>
            <a:custGeom>
              <a:rect b="b" l="l" r="r" t="t"/>
              <a:pathLst>
                <a:path extrusionOk="0" h="1602" w="1600">
                  <a:moveTo>
                    <a:pt x="800" y="1"/>
                  </a:moveTo>
                  <a:cubicBezTo>
                    <a:pt x="359" y="1"/>
                    <a:pt x="1" y="359"/>
                    <a:pt x="1" y="800"/>
                  </a:cubicBezTo>
                  <a:cubicBezTo>
                    <a:pt x="1" y="1242"/>
                    <a:pt x="359" y="1601"/>
                    <a:pt x="800" y="1601"/>
                  </a:cubicBezTo>
                  <a:cubicBezTo>
                    <a:pt x="1242" y="1601"/>
                    <a:pt x="1600" y="1242"/>
                    <a:pt x="1600" y="800"/>
                  </a:cubicBezTo>
                  <a:cubicBezTo>
                    <a:pt x="1600" y="359"/>
                    <a:pt x="1242" y="1"/>
                    <a:pt x="8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" name="Google Shape;1190;p37"/>
            <p:cNvSpPr/>
            <p:nvPr/>
          </p:nvSpPr>
          <p:spPr>
            <a:xfrm>
              <a:off x="5821975" y="5231700"/>
              <a:ext cx="45325" cy="45325"/>
            </a:xfrm>
            <a:custGeom>
              <a:rect b="b" l="l" r="r" t="t"/>
              <a:pathLst>
                <a:path extrusionOk="0" h="1813" w="1813">
                  <a:moveTo>
                    <a:pt x="906" y="214"/>
                  </a:moveTo>
                  <a:cubicBezTo>
                    <a:pt x="1289" y="214"/>
                    <a:pt x="1600" y="525"/>
                    <a:pt x="1600" y="906"/>
                  </a:cubicBezTo>
                  <a:cubicBezTo>
                    <a:pt x="1600" y="1289"/>
                    <a:pt x="1289" y="1600"/>
                    <a:pt x="906" y="1600"/>
                  </a:cubicBezTo>
                  <a:cubicBezTo>
                    <a:pt x="525" y="1600"/>
                    <a:pt x="214" y="1289"/>
                    <a:pt x="214" y="906"/>
                  </a:cubicBezTo>
                  <a:cubicBezTo>
                    <a:pt x="214" y="525"/>
                    <a:pt x="525" y="214"/>
                    <a:pt x="906" y="214"/>
                  </a:cubicBezTo>
                  <a:close/>
                  <a:moveTo>
                    <a:pt x="906" y="1"/>
                  </a:moveTo>
                  <a:cubicBezTo>
                    <a:pt x="407" y="1"/>
                    <a:pt x="1" y="407"/>
                    <a:pt x="1" y="906"/>
                  </a:cubicBezTo>
                  <a:cubicBezTo>
                    <a:pt x="1" y="1406"/>
                    <a:pt x="407" y="1813"/>
                    <a:pt x="906" y="1813"/>
                  </a:cubicBezTo>
                  <a:cubicBezTo>
                    <a:pt x="1406" y="1813"/>
                    <a:pt x="1813" y="1406"/>
                    <a:pt x="1813" y="906"/>
                  </a:cubicBezTo>
                  <a:cubicBezTo>
                    <a:pt x="1813" y="407"/>
                    <a:pt x="1406" y="1"/>
                    <a:pt x="90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" name="Google Shape;1191;p37"/>
            <p:cNvSpPr/>
            <p:nvPr/>
          </p:nvSpPr>
          <p:spPr>
            <a:xfrm>
              <a:off x="5896650" y="5201850"/>
              <a:ext cx="136675" cy="5350"/>
            </a:xfrm>
            <a:custGeom>
              <a:rect b="b" l="l" r="r" t="t"/>
              <a:pathLst>
                <a:path extrusionOk="0" h="214" w="5467">
                  <a:moveTo>
                    <a:pt x="1" y="1"/>
                  </a:moveTo>
                  <a:lnTo>
                    <a:pt x="1" y="214"/>
                  </a:lnTo>
                  <a:lnTo>
                    <a:pt x="5467" y="214"/>
                  </a:lnTo>
                  <a:lnTo>
                    <a:pt x="546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37"/>
            <p:cNvSpPr/>
            <p:nvPr/>
          </p:nvSpPr>
          <p:spPr>
            <a:xfrm>
              <a:off x="5896650" y="5233500"/>
              <a:ext cx="136675" cy="5375"/>
            </a:xfrm>
            <a:custGeom>
              <a:rect b="b" l="l" r="r" t="t"/>
              <a:pathLst>
                <a:path extrusionOk="0" h="215" w="5467">
                  <a:moveTo>
                    <a:pt x="1" y="0"/>
                  </a:moveTo>
                  <a:lnTo>
                    <a:pt x="1" y="215"/>
                  </a:lnTo>
                  <a:lnTo>
                    <a:pt x="5467" y="215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37"/>
            <p:cNvSpPr/>
            <p:nvPr/>
          </p:nvSpPr>
          <p:spPr>
            <a:xfrm>
              <a:off x="5896650" y="5265175"/>
              <a:ext cx="136675" cy="5350"/>
            </a:xfrm>
            <a:custGeom>
              <a:rect b="b" l="l" r="r" t="t"/>
              <a:pathLst>
                <a:path extrusionOk="0" h="214" w="5467">
                  <a:moveTo>
                    <a:pt x="1" y="0"/>
                  </a:moveTo>
                  <a:lnTo>
                    <a:pt x="1" y="213"/>
                  </a:lnTo>
                  <a:lnTo>
                    <a:pt x="5467" y="213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37"/>
            <p:cNvSpPr/>
            <p:nvPr/>
          </p:nvSpPr>
          <p:spPr>
            <a:xfrm>
              <a:off x="5896650" y="5296850"/>
              <a:ext cx="136675" cy="5350"/>
            </a:xfrm>
            <a:custGeom>
              <a:rect b="b" l="l" r="r" t="t"/>
              <a:pathLst>
                <a:path extrusionOk="0" h="214" w="5467">
                  <a:moveTo>
                    <a:pt x="1" y="1"/>
                  </a:moveTo>
                  <a:lnTo>
                    <a:pt x="1" y="213"/>
                  </a:lnTo>
                  <a:lnTo>
                    <a:pt x="5467" y="213"/>
                  </a:lnTo>
                  <a:lnTo>
                    <a:pt x="546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" name="Google Shape;1195;p37"/>
            <p:cNvSpPr/>
            <p:nvPr/>
          </p:nvSpPr>
          <p:spPr>
            <a:xfrm>
              <a:off x="5975800" y="4961625"/>
              <a:ext cx="297700" cy="5350"/>
            </a:xfrm>
            <a:custGeom>
              <a:rect b="b" l="l" r="r" t="t"/>
              <a:pathLst>
                <a:path extrusionOk="0" h="214" w="11908">
                  <a:moveTo>
                    <a:pt x="0" y="0"/>
                  </a:moveTo>
                  <a:lnTo>
                    <a:pt x="0" y="213"/>
                  </a:lnTo>
                  <a:lnTo>
                    <a:pt x="11907" y="213"/>
                  </a:lnTo>
                  <a:lnTo>
                    <a:pt x="11907" y="0"/>
                  </a:ln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" name="Google Shape;1196;p37"/>
            <p:cNvSpPr/>
            <p:nvPr/>
          </p:nvSpPr>
          <p:spPr>
            <a:xfrm>
              <a:off x="6122200" y="4816450"/>
              <a:ext cx="5350" cy="147825"/>
            </a:xfrm>
            <a:custGeom>
              <a:rect b="b" l="l" r="r" t="t"/>
              <a:pathLst>
                <a:path extrusionOk="0" h="5913" w="214">
                  <a:moveTo>
                    <a:pt x="0" y="0"/>
                  </a:moveTo>
                  <a:lnTo>
                    <a:pt x="0" y="5913"/>
                  </a:lnTo>
                  <a:lnTo>
                    <a:pt x="213" y="5913"/>
                  </a:lnTo>
                  <a:lnTo>
                    <a:pt x="213" y="0"/>
                  </a:ln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" name="Google Shape;1197;p37"/>
            <p:cNvSpPr/>
            <p:nvPr/>
          </p:nvSpPr>
          <p:spPr>
            <a:xfrm>
              <a:off x="5921100" y="4909775"/>
              <a:ext cx="109325" cy="109300"/>
            </a:xfrm>
            <a:custGeom>
              <a:rect b="b" l="l" r="r" t="t"/>
              <a:pathLst>
                <a:path extrusionOk="0" h="4372" w="4373">
                  <a:moveTo>
                    <a:pt x="2187" y="0"/>
                  </a:moveTo>
                  <a:cubicBezTo>
                    <a:pt x="979" y="0"/>
                    <a:pt x="1" y="978"/>
                    <a:pt x="1" y="2186"/>
                  </a:cubicBezTo>
                  <a:cubicBezTo>
                    <a:pt x="1" y="3393"/>
                    <a:pt x="979" y="4372"/>
                    <a:pt x="2187" y="4372"/>
                  </a:cubicBezTo>
                  <a:cubicBezTo>
                    <a:pt x="3393" y="4372"/>
                    <a:pt x="4372" y="3393"/>
                    <a:pt x="4372" y="2186"/>
                  </a:cubicBezTo>
                  <a:cubicBezTo>
                    <a:pt x="4372" y="978"/>
                    <a:pt x="3393" y="0"/>
                    <a:pt x="21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" name="Google Shape;1198;p37"/>
            <p:cNvSpPr/>
            <p:nvPr/>
          </p:nvSpPr>
          <p:spPr>
            <a:xfrm>
              <a:off x="5910725" y="4907075"/>
              <a:ext cx="123875" cy="114675"/>
            </a:xfrm>
            <a:custGeom>
              <a:rect b="b" l="l" r="r" t="t"/>
              <a:pathLst>
                <a:path extrusionOk="0" h="4587" w="4955">
                  <a:moveTo>
                    <a:pt x="2600" y="213"/>
                  </a:moveTo>
                  <a:cubicBezTo>
                    <a:pt x="2872" y="213"/>
                    <a:pt x="3143" y="267"/>
                    <a:pt x="3401" y="375"/>
                  </a:cubicBezTo>
                  <a:cubicBezTo>
                    <a:pt x="3915" y="589"/>
                    <a:pt x="4312" y="990"/>
                    <a:pt x="4524" y="1503"/>
                  </a:cubicBezTo>
                  <a:cubicBezTo>
                    <a:pt x="4735" y="2017"/>
                    <a:pt x="4734" y="2583"/>
                    <a:pt x="4519" y="3095"/>
                  </a:cubicBezTo>
                  <a:cubicBezTo>
                    <a:pt x="4307" y="3607"/>
                    <a:pt x="3906" y="4006"/>
                    <a:pt x="3392" y="4218"/>
                  </a:cubicBezTo>
                  <a:cubicBezTo>
                    <a:pt x="3135" y="4324"/>
                    <a:pt x="2868" y="4374"/>
                    <a:pt x="2605" y="4374"/>
                  </a:cubicBezTo>
                  <a:cubicBezTo>
                    <a:pt x="1786" y="4374"/>
                    <a:pt x="1008" y="3887"/>
                    <a:pt x="678" y="3084"/>
                  </a:cubicBezTo>
                  <a:cubicBezTo>
                    <a:pt x="242" y="2024"/>
                    <a:pt x="749" y="806"/>
                    <a:pt x="1811" y="372"/>
                  </a:cubicBezTo>
                  <a:lnTo>
                    <a:pt x="1810" y="372"/>
                  </a:lnTo>
                  <a:cubicBezTo>
                    <a:pt x="2065" y="266"/>
                    <a:pt x="2333" y="213"/>
                    <a:pt x="2600" y="213"/>
                  </a:cubicBezTo>
                  <a:close/>
                  <a:moveTo>
                    <a:pt x="2602" y="0"/>
                  </a:moveTo>
                  <a:cubicBezTo>
                    <a:pt x="2306" y="0"/>
                    <a:pt x="2011" y="58"/>
                    <a:pt x="1729" y="174"/>
                  </a:cubicBezTo>
                  <a:cubicBezTo>
                    <a:pt x="560" y="654"/>
                    <a:pt x="1" y="1996"/>
                    <a:pt x="480" y="3166"/>
                  </a:cubicBezTo>
                  <a:cubicBezTo>
                    <a:pt x="845" y="4051"/>
                    <a:pt x="1702" y="4587"/>
                    <a:pt x="2605" y="4587"/>
                  </a:cubicBezTo>
                  <a:cubicBezTo>
                    <a:pt x="2894" y="4587"/>
                    <a:pt x="3188" y="4532"/>
                    <a:pt x="3473" y="4414"/>
                  </a:cubicBezTo>
                  <a:cubicBezTo>
                    <a:pt x="4039" y="4182"/>
                    <a:pt x="4481" y="3743"/>
                    <a:pt x="4716" y="3177"/>
                  </a:cubicBezTo>
                  <a:cubicBezTo>
                    <a:pt x="4953" y="2611"/>
                    <a:pt x="4954" y="1989"/>
                    <a:pt x="4722" y="1423"/>
                  </a:cubicBezTo>
                  <a:cubicBezTo>
                    <a:pt x="4488" y="856"/>
                    <a:pt x="4049" y="415"/>
                    <a:pt x="3483" y="178"/>
                  </a:cubicBezTo>
                  <a:cubicBezTo>
                    <a:pt x="3199" y="60"/>
                    <a:pt x="2901" y="0"/>
                    <a:pt x="2602" y="0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" name="Google Shape;1199;p37"/>
            <p:cNvSpPr/>
            <p:nvPr/>
          </p:nvSpPr>
          <p:spPr>
            <a:xfrm>
              <a:off x="5920325" y="4909700"/>
              <a:ext cx="98900" cy="109275"/>
            </a:xfrm>
            <a:custGeom>
              <a:rect b="b" l="l" r="r" t="t"/>
              <a:pathLst>
                <a:path extrusionOk="0" h="4371" w="3956">
                  <a:moveTo>
                    <a:pt x="2161" y="0"/>
                  </a:moveTo>
                  <a:cubicBezTo>
                    <a:pt x="955" y="30"/>
                    <a:pt x="1" y="1032"/>
                    <a:pt x="29" y="2239"/>
                  </a:cubicBezTo>
                  <a:cubicBezTo>
                    <a:pt x="58" y="3427"/>
                    <a:pt x="1031" y="4371"/>
                    <a:pt x="2213" y="4371"/>
                  </a:cubicBezTo>
                  <a:cubicBezTo>
                    <a:pt x="2232" y="4371"/>
                    <a:pt x="2250" y="4371"/>
                    <a:pt x="2268" y="4370"/>
                  </a:cubicBezTo>
                  <a:cubicBezTo>
                    <a:pt x="2932" y="4354"/>
                    <a:pt x="3553" y="4037"/>
                    <a:pt x="3955" y="3508"/>
                  </a:cubicBezTo>
                  <a:lnTo>
                    <a:pt x="2161" y="2491"/>
                  </a:lnTo>
                  <a:lnTo>
                    <a:pt x="2161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" name="Google Shape;1200;p37"/>
            <p:cNvSpPr/>
            <p:nvPr/>
          </p:nvSpPr>
          <p:spPr>
            <a:xfrm>
              <a:off x="5917975" y="4906925"/>
              <a:ext cx="105200" cy="114725"/>
            </a:xfrm>
            <a:custGeom>
              <a:rect b="b" l="l" r="r" t="t"/>
              <a:pathLst>
                <a:path extrusionOk="0" h="4589" w="4208">
                  <a:moveTo>
                    <a:pt x="2149" y="223"/>
                  </a:moveTo>
                  <a:lnTo>
                    <a:pt x="2149" y="2665"/>
                  </a:lnTo>
                  <a:lnTo>
                    <a:pt x="3887" y="3650"/>
                  </a:lnTo>
                  <a:cubicBezTo>
                    <a:pt x="3503" y="4098"/>
                    <a:pt x="2953" y="4361"/>
                    <a:pt x="2359" y="4375"/>
                  </a:cubicBezTo>
                  <a:cubicBezTo>
                    <a:pt x="2344" y="4376"/>
                    <a:pt x="2329" y="4376"/>
                    <a:pt x="2313" y="4376"/>
                  </a:cubicBezTo>
                  <a:cubicBezTo>
                    <a:pt x="1778" y="4376"/>
                    <a:pt x="1266" y="4174"/>
                    <a:pt x="875" y="3802"/>
                  </a:cubicBezTo>
                  <a:cubicBezTo>
                    <a:pt x="473" y="3419"/>
                    <a:pt x="244" y="2903"/>
                    <a:pt x="230" y="2347"/>
                  </a:cubicBezTo>
                  <a:cubicBezTo>
                    <a:pt x="217" y="1792"/>
                    <a:pt x="419" y="1265"/>
                    <a:pt x="803" y="863"/>
                  </a:cubicBezTo>
                  <a:cubicBezTo>
                    <a:pt x="1161" y="486"/>
                    <a:pt x="1636" y="261"/>
                    <a:pt x="2149" y="223"/>
                  </a:cubicBezTo>
                  <a:close/>
                  <a:moveTo>
                    <a:pt x="2362" y="1"/>
                  </a:moveTo>
                  <a:lnTo>
                    <a:pt x="2252" y="4"/>
                  </a:lnTo>
                  <a:cubicBezTo>
                    <a:pt x="1640" y="20"/>
                    <a:pt x="1070" y="272"/>
                    <a:pt x="649" y="716"/>
                  </a:cubicBezTo>
                  <a:cubicBezTo>
                    <a:pt x="226" y="1159"/>
                    <a:pt x="1" y="1740"/>
                    <a:pt x="17" y="2352"/>
                  </a:cubicBezTo>
                  <a:cubicBezTo>
                    <a:pt x="32" y="2964"/>
                    <a:pt x="284" y="3534"/>
                    <a:pt x="727" y="3957"/>
                  </a:cubicBezTo>
                  <a:cubicBezTo>
                    <a:pt x="1156" y="4365"/>
                    <a:pt x="1716" y="4588"/>
                    <a:pt x="2307" y="4588"/>
                  </a:cubicBezTo>
                  <a:lnTo>
                    <a:pt x="2364" y="4588"/>
                  </a:lnTo>
                  <a:cubicBezTo>
                    <a:pt x="3065" y="4570"/>
                    <a:pt x="3710" y="4241"/>
                    <a:pt x="4134" y="3683"/>
                  </a:cubicBezTo>
                  <a:lnTo>
                    <a:pt x="4207" y="3586"/>
                  </a:lnTo>
                  <a:lnTo>
                    <a:pt x="2362" y="2540"/>
                  </a:lnTo>
                  <a:lnTo>
                    <a:pt x="2362" y="1"/>
                  </a:ln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" name="Google Shape;1201;p37"/>
            <p:cNvSpPr/>
            <p:nvPr/>
          </p:nvSpPr>
          <p:spPr>
            <a:xfrm>
              <a:off x="5943850" y="4932275"/>
              <a:ext cx="64025" cy="64025"/>
            </a:xfrm>
            <a:custGeom>
              <a:rect b="b" l="l" r="r" t="t"/>
              <a:pathLst>
                <a:path extrusionOk="0" h="2561" w="2561">
                  <a:moveTo>
                    <a:pt x="1280" y="1"/>
                  </a:moveTo>
                  <a:cubicBezTo>
                    <a:pt x="574" y="1"/>
                    <a:pt x="1" y="574"/>
                    <a:pt x="1" y="1281"/>
                  </a:cubicBezTo>
                  <a:cubicBezTo>
                    <a:pt x="1" y="1987"/>
                    <a:pt x="574" y="2560"/>
                    <a:pt x="1280" y="2560"/>
                  </a:cubicBezTo>
                  <a:cubicBezTo>
                    <a:pt x="1987" y="2560"/>
                    <a:pt x="2560" y="1987"/>
                    <a:pt x="2560" y="1281"/>
                  </a:cubicBezTo>
                  <a:cubicBezTo>
                    <a:pt x="2560" y="574"/>
                    <a:pt x="1987" y="1"/>
                    <a:pt x="12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" name="Google Shape;1202;p37"/>
            <p:cNvSpPr/>
            <p:nvPr/>
          </p:nvSpPr>
          <p:spPr>
            <a:xfrm>
              <a:off x="5941175" y="4929650"/>
              <a:ext cx="69325" cy="69300"/>
            </a:xfrm>
            <a:custGeom>
              <a:rect b="b" l="l" r="r" t="t"/>
              <a:pathLst>
                <a:path extrusionOk="0" h="2772" w="2773">
                  <a:moveTo>
                    <a:pt x="1387" y="213"/>
                  </a:moveTo>
                  <a:cubicBezTo>
                    <a:pt x="2033" y="213"/>
                    <a:pt x="2560" y="739"/>
                    <a:pt x="2560" y="1386"/>
                  </a:cubicBezTo>
                  <a:cubicBezTo>
                    <a:pt x="2560" y="2033"/>
                    <a:pt x="2033" y="2558"/>
                    <a:pt x="1387" y="2558"/>
                  </a:cubicBezTo>
                  <a:cubicBezTo>
                    <a:pt x="740" y="2558"/>
                    <a:pt x="213" y="2033"/>
                    <a:pt x="213" y="1386"/>
                  </a:cubicBezTo>
                  <a:cubicBezTo>
                    <a:pt x="213" y="739"/>
                    <a:pt x="740" y="213"/>
                    <a:pt x="1387" y="213"/>
                  </a:cubicBezTo>
                  <a:close/>
                  <a:moveTo>
                    <a:pt x="1387" y="0"/>
                  </a:moveTo>
                  <a:cubicBezTo>
                    <a:pt x="623" y="0"/>
                    <a:pt x="0" y="621"/>
                    <a:pt x="0" y="1386"/>
                  </a:cubicBezTo>
                  <a:cubicBezTo>
                    <a:pt x="0" y="2150"/>
                    <a:pt x="623" y="2771"/>
                    <a:pt x="1387" y="2771"/>
                  </a:cubicBezTo>
                  <a:cubicBezTo>
                    <a:pt x="2152" y="2771"/>
                    <a:pt x="2773" y="2150"/>
                    <a:pt x="2773" y="1386"/>
                  </a:cubicBezTo>
                  <a:cubicBezTo>
                    <a:pt x="2773" y="621"/>
                    <a:pt x="2152" y="0"/>
                    <a:pt x="1387" y="0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" name="Google Shape;1203;p37"/>
            <p:cNvSpPr/>
            <p:nvPr/>
          </p:nvSpPr>
          <p:spPr>
            <a:xfrm>
              <a:off x="6070150" y="4909775"/>
              <a:ext cx="109325" cy="109300"/>
            </a:xfrm>
            <a:custGeom>
              <a:rect b="b" l="l" r="r" t="t"/>
              <a:pathLst>
                <a:path extrusionOk="0" h="4372" w="4373">
                  <a:moveTo>
                    <a:pt x="2186" y="0"/>
                  </a:moveTo>
                  <a:cubicBezTo>
                    <a:pt x="979" y="0"/>
                    <a:pt x="1" y="978"/>
                    <a:pt x="1" y="2186"/>
                  </a:cubicBezTo>
                  <a:cubicBezTo>
                    <a:pt x="1" y="3393"/>
                    <a:pt x="979" y="4372"/>
                    <a:pt x="2186" y="4372"/>
                  </a:cubicBezTo>
                  <a:cubicBezTo>
                    <a:pt x="3394" y="4372"/>
                    <a:pt x="4372" y="3393"/>
                    <a:pt x="4372" y="2186"/>
                  </a:cubicBezTo>
                  <a:cubicBezTo>
                    <a:pt x="4372" y="978"/>
                    <a:pt x="3394" y="0"/>
                    <a:pt x="218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" name="Google Shape;1204;p37"/>
            <p:cNvSpPr/>
            <p:nvPr/>
          </p:nvSpPr>
          <p:spPr>
            <a:xfrm>
              <a:off x="6065975" y="4907100"/>
              <a:ext cx="123875" cy="114650"/>
            </a:xfrm>
            <a:custGeom>
              <a:rect b="b" l="l" r="r" t="t"/>
              <a:pathLst>
                <a:path extrusionOk="0" h="4586" w="4955">
                  <a:moveTo>
                    <a:pt x="2351" y="213"/>
                  </a:moveTo>
                  <a:cubicBezTo>
                    <a:pt x="3170" y="213"/>
                    <a:pt x="3947" y="700"/>
                    <a:pt x="4277" y="1502"/>
                  </a:cubicBezTo>
                  <a:cubicBezTo>
                    <a:pt x="4713" y="2562"/>
                    <a:pt x="4204" y="3779"/>
                    <a:pt x="3144" y="4215"/>
                  </a:cubicBezTo>
                  <a:cubicBezTo>
                    <a:pt x="2889" y="4320"/>
                    <a:pt x="2621" y="4373"/>
                    <a:pt x="2352" y="4373"/>
                  </a:cubicBezTo>
                  <a:cubicBezTo>
                    <a:pt x="2082" y="4373"/>
                    <a:pt x="1811" y="4319"/>
                    <a:pt x="1552" y="4212"/>
                  </a:cubicBezTo>
                  <a:cubicBezTo>
                    <a:pt x="1040" y="3998"/>
                    <a:pt x="643" y="3597"/>
                    <a:pt x="431" y="3083"/>
                  </a:cubicBezTo>
                  <a:cubicBezTo>
                    <a:pt x="220" y="2570"/>
                    <a:pt x="221" y="2004"/>
                    <a:pt x="434" y="1492"/>
                  </a:cubicBezTo>
                  <a:cubicBezTo>
                    <a:pt x="649" y="980"/>
                    <a:pt x="1049" y="581"/>
                    <a:pt x="1563" y="369"/>
                  </a:cubicBezTo>
                  <a:cubicBezTo>
                    <a:pt x="1821" y="263"/>
                    <a:pt x="2088" y="213"/>
                    <a:pt x="2351" y="213"/>
                  </a:cubicBezTo>
                  <a:close/>
                  <a:moveTo>
                    <a:pt x="2351" y="0"/>
                  </a:moveTo>
                  <a:cubicBezTo>
                    <a:pt x="2061" y="0"/>
                    <a:pt x="1767" y="56"/>
                    <a:pt x="1482" y="173"/>
                  </a:cubicBezTo>
                  <a:cubicBezTo>
                    <a:pt x="915" y="405"/>
                    <a:pt x="474" y="844"/>
                    <a:pt x="238" y="1410"/>
                  </a:cubicBezTo>
                  <a:cubicBezTo>
                    <a:pt x="2" y="1976"/>
                    <a:pt x="1" y="2598"/>
                    <a:pt x="233" y="3164"/>
                  </a:cubicBezTo>
                  <a:cubicBezTo>
                    <a:pt x="465" y="3731"/>
                    <a:pt x="906" y="4172"/>
                    <a:pt x="1470" y="4409"/>
                  </a:cubicBezTo>
                  <a:cubicBezTo>
                    <a:pt x="1755" y="4526"/>
                    <a:pt x="2054" y="4586"/>
                    <a:pt x="2353" y="4586"/>
                  </a:cubicBezTo>
                  <a:cubicBezTo>
                    <a:pt x="2648" y="4586"/>
                    <a:pt x="2944" y="4528"/>
                    <a:pt x="3226" y="4413"/>
                  </a:cubicBezTo>
                  <a:cubicBezTo>
                    <a:pt x="4395" y="3932"/>
                    <a:pt x="4955" y="2591"/>
                    <a:pt x="4474" y="1420"/>
                  </a:cubicBezTo>
                  <a:cubicBezTo>
                    <a:pt x="4110" y="536"/>
                    <a:pt x="3253" y="0"/>
                    <a:pt x="2351" y="0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" name="Google Shape;1205;p37"/>
            <p:cNvSpPr/>
            <p:nvPr/>
          </p:nvSpPr>
          <p:spPr>
            <a:xfrm>
              <a:off x="6069325" y="4909700"/>
              <a:ext cx="98925" cy="109275"/>
            </a:xfrm>
            <a:custGeom>
              <a:rect b="b" l="l" r="r" t="t"/>
              <a:pathLst>
                <a:path extrusionOk="0" h="4371" w="3957">
                  <a:moveTo>
                    <a:pt x="2161" y="0"/>
                  </a:moveTo>
                  <a:cubicBezTo>
                    <a:pt x="955" y="31"/>
                    <a:pt x="1" y="1033"/>
                    <a:pt x="32" y="2241"/>
                  </a:cubicBezTo>
                  <a:cubicBezTo>
                    <a:pt x="63" y="3428"/>
                    <a:pt x="1034" y="4371"/>
                    <a:pt x="2215" y="4371"/>
                  </a:cubicBezTo>
                  <a:cubicBezTo>
                    <a:pt x="2235" y="4371"/>
                    <a:pt x="2254" y="4371"/>
                    <a:pt x="2273" y="4370"/>
                  </a:cubicBezTo>
                  <a:cubicBezTo>
                    <a:pt x="2936" y="4354"/>
                    <a:pt x="3556" y="4037"/>
                    <a:pt x="3957" y="3508"/>
                  </a:cubicBezTo>
                  <a:lnTo>
                    <a:pt x="2161" y="2491"/>
                  </a:lnTo>
                  <a:lnTo>
                    <a:pt x="2161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" name="Google Shape;1206;p37"/>
            <p:cNvSpPr/>
            <p:nvPr/>
          </p:nvSpPr>
          <p:spPr>
            <a:xfrm>
              <a:off x="6067075" y="4906925"/>
              <a:ext cx="105175" cy="114725"/>
            </a:xfrm>
            <a:custGeom>
              <a:rect b="b" l="l" r="r" t="t"/>
              <a:pathLst>
                <a:path extrusionOk="0" h="4589" w="4207">
                  <a:moveTo>
                    <a:pt x="2146" y="223"/>
                  </a:moveTo>
                  <a:lnTo>
                    <a:pt x="2144" y="2663"/>
                  </a:lnTo>
                  <a:lnTo>
                    <a:pt x="3885" y="3650"/>
                  </a:lnTo>
                  <a:cubicBezTo>
                    <a:pt x="3502" y="4097"/>
                    <a:pt x="2953" y="4359"/>
                    <a:pt x="2360" y="4374"/>
                  </a:cubicBezTo>
                  <a:cubicBezTo>
                    <a:pt x="2342" y="4375"/>
                    <a:pt x="2324" y="4375"/>
                    <a:pt x="2306" y="4375"/>
                  </a:cubicBezTo>
                  <a:cubicBezTo>
                    <a:pt x="1184" y="4375"/>
                    <a:pt x="258" y="3478"/>
                    <a:pt x="228" y="2349"/>
                  </a:cubicBezTo>
                  <a:cubicBezTo>
                    <a:pt x="201" y="1240"/>
                    <a:pt x="1051" y="308"/>
                    <a:pt x="2146" y="223"/>
                  </a:cubicBezTo>
                  <a:close/>
                  <a:moveTo>
                    <a:pt x="2359" y="1"/>
                  </a:moveTo>
                  <a:lnTo>
                    <a:pt x="2248" y="4"/>
                  </a:lnTo>
                  <a:cubicBezTo>
                    <a:pt x="1636" y="20"/>
                    <a:pt x="1068" y="273"/>
                    <a:pt x="645" y="717"/>
                  </a:cubicBezTo>
                  <a:cubicBezTo>
                    <a:pt x="223" y="1161"/>
                    <a:pt x="0" y="1741"/>
                    <a:pt x="15" y="2355"/>
                  </a:cubicBezTo>
                  <a:cubicBezTo>
                    <a:pt x="46" y="3598"/>
                    <a:pt x="1069" y="4588"/>
                    <a:pt x="2306" y="4588"/>
                  </a:cubicBezTo>
                  <a:lnTo>
                    <a:pt x="2364" y="4588"/>
                  </a:lnTo>
                  <a:cubicBezTo>
                    <a:pt x="3064" y="4570"/>
                    <a:pt x="3709" y="4240"/>
                    <a:pt x="4132" y="3683"/>
                  </a:cubicBezTo>
                  <a:lnTo>
                    <a:pt x="4206" y="3586"/>
                  </a:lnTo>
                  <a:lnTo>
                    <a:pt x="2359" y="2540"/>
                  </a:lnTo>
                  <a:lnTo>
                    <a:pt x="2359" y="1"/>
                  </a:ln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" name="Google Shape;1207;p37"/>
            <p:cNvSpPr/>
            <p:nvPr/>
          </p:nvSpPr>
          <p:spPr>
            <a:xfrm>
              <a:off x="6092900" y="4932275"/>
              <a:ext cx="64000" cy="64025"/>
            </a:xfrm>
            <a:custGeom>
              <a:rect b="b" l="l" r="r" t="t"/>
              <a:pathLst>
                <a:path extrusionOk="0" h="2561" w="2560">
                  <a:moveTo>
                    <a:pt x="1281" y="1"/>
                  </a:moveTo>
                  <a:cubicBezTo>
                    <a:pt x="574" y="1"/>
                    <a:pt x="0" y="574"/>
                    <a:pt x="0" y="1281"/>
                  </a:cubicBezTo>
                  <a:cubicBezTo>
                    <a:pt x="0" y="1987"/>
                    <a:pt x="574" y="2560"/>
                    <a:pt x="1281" y="2560"/>
                  </a:cubicBezTo>
                  <a:cubicBezTo>
                    <a:pt x="1987" y="2560"/>
                    <a:pt x="2560" y="1987"/>
                    <a:pt x="2560" y="1281"/>
                  </a:cubicBezTo>
                  <a:cubicBezTo>
                    <a:pt x="2560" y="574"/>
                    <a:pt x="1987" y="1"/>
                    <a:pt x="12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" name="Google Shape;1208;p37"/>
            <p:cNvSpPr/>
            <p:nvPr/>
          </p:nvSpPr>
          <p:spPr>
            <a:xfrm>
              <a:off x="6090250" y="4929650"/>
              <a:ext cx="69350" cy="69300"/>
            </a:xfrm>
            <a:custGeom>
              <a:rect b="b" l="l" r="r" t="t"/>
              <a:pathLst>
                <a:path extrusionOk="0" h="2772" w="2774">
                  <a:moveTo>
                    <a:pt x="1387" y="213"/>
                  </a:moveTo>
                  <a:cubicBezTo>
                    <a:pt x="2033" y="213"/>
                    <a:pt x="2560" y="739"/>
                    <a:pt x="2560" y="1386"/>
                  </a:cubicBezTo>
                  <a:cubicBezTo>
                    <a:pt x="2560" y="2033"/>
                    <a:pt x="2033" y="2558"/>
                    <a:pt x="1387" y="2558"/>
                  </a:cubicBezTo>
                  <a:cubicBezTo>
                    <a:pt x="741" y="2558"/>
                    <a:pt x="214" y="2033"/>
                    <a:pt x="214" y="1386"/>
                  </a:cubicBezTo>
                  <a:cubicBezTo>
                    <a:pt x="214" y="739"/>
                    <a:pt x="741" y="213"/>
                    <a:pt x="1387" y="213"/>
                  </a:cubicBezTo>
                  <a:close/>
                  <a:moveTo>
                    <a:pt x="1387" y="0"/>
                  </a:moveTo>
                  <a:cubicBezTo>
                    <a:pt x="622" y="0"/>
                    <a:pt x="1" y="621"/>
                    <a:pt x="1" y="1386"/>
                  </a:cubicBezTo>
                  <a:cubicBezTo>
                    <a:pt x="1" y="2150"/>
                    <a:pt x="622" y="2771"/>
                    <a:pt x="1387" y="2771"/>
                  </a:cubicBezTo>
                  <a:cubicBezTo>
                    <a:pt x="2151" y="2771"/>
                    <a:pt x="2773" y="2150"/>
                    <a:pt x="2773" y="1386"/>
                  </a:cubicBezTo>
                  <a:cubicBezTo>
                    <a:pt x="2773" y="621"/>
                    <a:pt x="2151" y="0"/>
                    <a:pt x="1387" y="0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" name="Google Shape;1209;p37"/>
            <p:cNvSpPr/>
            <p:nvPr/>
          </p:nvSpPr>
          <p:spPr>
            <a:xfrm>
              <a:off x="6219075" y="4909475"/>
              <a:ext cx="109325" cy="109350"/>
            </a:xfrm>
            <a:custGeom>
              <a:rect b="b" l="l" r="r" t="t"/>
              <a:pathLst>
                <a:path extrusionOk="0" h="4374" w="4373">
                  <a:moveTo>
                    <a:pt x="2187" y="0"/>
                  </a:moveTo>
                  <a:cubicBezTo>
                    <a:pt x="979" y="0"/>
                    <a:pt x="1" y="980"/>
                    <a:pt x="1" y="2187"/>
                  </a:cubicBezTo>
                  <a:cubicBezTo>
                    <a:pt x="1" y="3393"/>
                    <a:pt x="979" y="4373"/>
                    <a:pt x="2187" y="4373"/>
                  </a:cubicBezTo>
                  <a:cubicBezTo>
                    <a:pt x="3394" y="4373"/>
                    <a:pt x="4372" y="3393"/>
                    <a:pt x="4372" y="2187"/>
                  </a:cubicBezTo>
                  <a:cubicBezTo>
                    <a:pt x="4372" y="980"/>
                    <a:pt x="3394" y="0"/>
                    <a:pt x="21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37"/>
            <p:cNvSpPr/>
            <p:nvPr/>
          </p:nvSpPr>
          <p:spPr>
            <a:xfrm>
              <a:off x="6211050" y="4906800"/>
              <a:ext cx="125375" cy="114700"/>
            </a:xfrm>
            <a:custGeom>
              <a:rect b="b" l="l" r="r" t="t"/>
              <a:pathLst>
                <a:path extrusionOk="0" h="4588" w="5015">
                  <a:moveTo>
                    <a:pt x="2505" y="214"/>
                  </a:moveTo>
                  <a:cubicBezTo>
                    <a:pt x="2651" y="214"/>
                    <a:pt x="2798" y="229"/>
                    <a:pt x="2945" y="261"/>
                  </a:cubicBezTo>
                  <a:cubicBezTo>
                    <a:pt x="4067" y="502"/>
                    <a:pt x="4781" y="1609"/>
                    <a:pt x="4540" y="2731"/>
                  </a:cubicBezTo>
                  <a:cubicBezTo>
                    <a:pt x="4424" y="3274"/>
                    <a:pt x="4102" y="3739"/>
                    <a:pt x="3636" y="4041"/>
                  </a:cubicBezTo>
                  <a:cubicBezTo>
                    <a:pt x="3296" y="4260"/>
                    <a:pt x="2908" y="4374"/>
                    <a:pt x="2512" y="4374"/>
                  </a:cubicBezTo>
                  <a:cubicBezTo>
                    <a:pt x="2365" y="4374"/>
                    <a:pt x="2218" y="4358"/>
                    <a:pt x="2071" y="4327"/>
                  </a:cubicBezTo>
                  <a:cubicBezTo>
                    <a:pt x="950" y="4086"/>
                    <a:pt x="234" y="2976"/>
                    <a:pt x="475" y="1857"/>
                  </a:cubicBezTo>
                  <a:cubicBezTo>
                    <a:pt x="591" y="1313"/>
                    <a:pt x="913" y="849"/>
                    <a:pt x="1380" y="546"/>
                  </a:cubicBezTo>
                  <a:cubicBezTo>
                    <a:pt x="1720" y="328"/>
                    <a:pt x="2109" y="214"/>
                    <a:pt x="2505" y="214"/>
                  </a:cubicBezTo>
                  <a:close/>
                  <a:moveTo>
                    <a:pt x="2504" y="0"/>
                  </a:moveTo>
                  <a:cubicBezTo>
                    <a:pt x="2068" y="0"/>
                    <a:pt x="1640" y="125"/>
                    <a:pt x="1264" y="368"/>
                  </a:cubicBezTo>
                  <a:cubicBezTo>
                    <a:pt x="749" y="700"/>
                    <a:pt x="396" y="1213"/>
                    <a:pt x="267" y="1812"/>
                  </a:cubicBezTo>
                  <a:cubicBezTo>
                    <a:pt x="0" y="3048"/>
                    <a:pt x="789" y="4269"/>
                    <a:pt x="2025" y="4535"/>
                  </a:cubicBezTo>
                  <a:cubicBezTo>
                    <a:pt x="2187" y="4569"/>
                    <a:pt x="2351" y="4587"/>
                    <a:pt x="2512" y="4587"/>
                  </a:cubicBezTo>
                  <a:cubicBezTo>
                    <a:pt x="2948" y="4587"/>
                    <a:pt x="3377" y="4462"/>
                    <a:pt x="3752" y="4220"/>
                  </a:cubicBezTo>
                  <a:cubicBezTo>
                    <a:pt x="4266" y="3888"/>
                    <a:pt x="4620" y="3374"/>
                    <a:pt x="4750" y="2775"/>
                  </a:cubicBezTo>
                  <a:cubicBezTo>
                    <a:pt x="5015" y="1540"/>
                    <a:pt x="4226" y="319"/>
                    <a:pt x="2990" y="52"/>
                  </a:cubicBezTo>
                  <a:cubicBezTo>
                    <a:pt x="2828" y="17"/>
                    <a:pt x="2666" y="0"/>
                    <a:pt x="2504" y="0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37"/>
            <p:cNvSpPr/>
            <p:nvPr/>
          </p:nvSpPr>
          <p:spPr>
            <a:xfrm>
              <a:off x="6218375" y="4909700"/>
              <a:ext cx="98900" cy="109275"/>
            </a:xfrm>
            <a:custGeom>
              <a:rect b="b" l="l" r="r" t="t"/>
              <a:pathLst>
                <a:path extrusionOk="0" h="4371" w="3956">
                  <a:moveTo>
                    <a:pt x="2162" y="0"/>
                  </a:moveTo>
                  <a:cubicBezTo>
                    <a:pt x="955" y="30"/>
                    <a:pt x="1" y="1032"/>
                    <a:pt x="30" y="2239"/>
                  </a:cubicBezTo>
                  <a:cubicBezTo>
                    <a:pt x="60" y="3427"/>
                    <a:pt x="1032" y="4371"/>
                    <a:pt x="2215" y="4371"/>
                  </a:cubicBezTo>
                  <a:cubicBezTo>
                    <a:pt x="2233" y="4371"/>
                    <a:pt x="2251" y="4371"/>
                    <a:pt x="2270" y="4370"/>
                  </a:cubicBezTo>
                  <a:cubicBezTo>
                    <a:pt x="2934" y="4354"/>
                    <a:pt x="3555" y="4037"/>
                    <a:pt x="3955" y="3508"/>
                  </a:cubicBezTo>
                  <a:lnTo>
                    <a:pt x="2162" y="2491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37"/>
            <p:cNvSpPr/>
            <p:nvPr/>
          </p:nvSpPr>
          <p:spPr>
            <a:xfrm>
              <a:off x="6216075" y="4906925"/>
              <a:ext cx="105175" cy="114725"/>
            </a:xfrm>
            <a:custGeom>
              <a:rect b="b" l="l" r="r" t="t"/>
              <a:pathLst>
                <a:path extrusionOk="0" h="4589" w="4207">
                  <a:moveTo>
                    <a:pt x="2147" y="223"/>
                  </a:moveTo>
                  <a:lnTo>
                    <a:pt x="2147" y="2665"/>
                  </a:lnTo>
                  <a:lnTo>
                    <a:pt x="3886" y="3650"/>
                  </a:lnTo>
                  <a:cubicBezTo>
                    <a:pt x="3502" y="4098"/>
                    <a:pt x="2953" y="4361"/>
                    <a:pt x="2359" y="4375"/>
                  </a:cubicBezTo>
                  <a:cubicBezTo>
                    <a:pt x="2343" y="4376"/>
                    <a:pt x="2328" y="4376"/>
                    <a:pt x="2313" y="4376"/>
                  </a:cubicBezTo>
                  <a:cubicBezTo>
                    <a:pt x="1777" y="4376"/>
                    <a:pt x="1265" y="4174"/>
                    <a:pt x="874" y="3802"/>
                  </a:cubicBezTo>
                  <a:cubicBezTo>
                    <a:pt x="471" y="3419"/>
                    <a:pt x="243" y="2903"/>
                    <a:pt x="230" y="2347"/>
                  </a:cubicBezTo>
                  <a:cubicBezTo>
                    <a:pt x="216" y="1792"/>
                    <a:pt x="419" y="1265"/>
                    <a:pt x="801" y="863"/>
                  </a:cubicBezTo>
                  <a:cubicBezTo>
                    <a:pt x="1160" y="486"/>
                    <a:pt x="1634" y="261"/>
                    <a:pt x="2147" y="223"/>
                  </a:cubicBezTo>
                  <a:close/>
                  <a:moveTo>
                    <a:pt x="2360" y="1"/>
                  </a:moveTo>
                  <a:lnTo>
                    <a:pt x="2252" y="4"/>
                  </a:lnTo>
                  <a:cubicBezTo>
                    <a:pt x="1640" y="20"/>
                    <a:pt x="1069" y="272"/>
                    <a:pt x="648" y="716"/>
                  </a:cubicBezTo>
                  <a:cubicBezTo>
                    <a:pt x="225" y="1159"/>
                    <a:pt x="0" y="1740"/>
                    <a:pt x="17" y="2352"/>
                  </a:cubicBezTo>
                  <a:cubicBezTo>
                    <a:pt x="32" y="2964"/>
                    <a:pt x="283" y="3534"/>
                    <a:pt x="727" y="3957"/>
                  </a:cubicBezTo>
                  <a:cubicBezTo>
                    <a:pt x="1156" y="4365"/>
                    <a:pt x="1716" y="4588"/>
                    <a:pt x="2307" y="4588"/>
                  </a:cubicBezTo>
                  <a:lnTo>
                    <a:pt x="2363" y="4588"/>
                  </a:lnTo>
                  <a:cubicBezTo>
                    <a:pt x="3064" y="4570"/>
                    <a:pt x="3709" y="4241"/>
                    <a:pt x="4132" y="3683"/>
                  </a:cubicBezTo>
                  <a:lnTo>
                    <a:pt x="4206" y="3586"/>
                  </a:lnTo>
                  <a:lnTo>
                    <a:pt x="2360" y="2540"/>
                  </a:lnTo>
                  <a:lnTo>
                    <a:pt x="2360" y="1"/>
                  </a:ln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37"/>
            <p:cNvSpPr/>
            <p:nvPr/>
          </p:nvSpPr>
          <p:spPr>
            <a:xfrm>
              <a:off x="6241950" y="4932275"/>
              <a:ext cx="63975" cy="64025"/>
            </a:xfrm>
            <a:custGeom>
              <a:rect b="b" l="l" r="r" t="t"/>
              <a:pathLst>
                <a:path extrusionOk="0" h="2561" w="2559">
                  <a:moveTo>
                    <a:pt x="1279" y="1"/>
                  </a:moveTo>
                  <a:cubicBezTo>
                    <a:pt x="572" y="1"/>
                    <a:pt x="0" y="574"/>
                    <a:pt x="0" y="1281"/>
                  </a:cubicBezTo>
                  <a:cubicBezTo>
                    <a:pt x="0" y="1987"/>
                    <a:pt x="572" y="2560"/>
                    <a:pt x="1279" y="2560"/>
                  </a:cubicBezTo>
                  <a:cubicBezTo>
                    <a:pt x="1986" y="2560"/>
                    <a:pt x="2558" y="1987"/>
                    <a:pt x="2558" y="1281"/>
                  </a:cubicBezTo>
                  <a:cubicBezTo>
                    <a:pt x="2558" y="574"/>
                    <a:pt x="1986" y="1"/>
                    <a:pt x="12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37"/>
            <p:cNvSpPr/>
            <p:nvPr/>
          </p:nvSpPr>
          <p:spPr>
            <a:xfrm>
              <a:off x="6239250" y="4929650"/>
              <a:ext cx="69350" cy="69300"/>
            </a:xfrm>
            <a:custGeom>
              <a:rect b="b" l="l" r="r" t="t"/>
              <a:pathLst>
                <a:path extrusionOk="0" h="2772" w="2774">
                  <a:moveTo>
                    <a:pt x="1387" y="213"/>
                  </a:moveTo>
                  <a:cubicBezTo>
                    <a:pt x="2033" y="213"/>
                    <a:pt x="2560" y="739"/>
                    <a:pt x="2560" y="1386"/>
                  </a:cubicBezTo>
                  <a:cubicBezTo>
                    <a:pt x="2560" y="2033"/>
                    <a:pt x="2033" y="2558"/>
                    <a:pt x="1387" y="2558"/>
                  </a:cubicBezTo>
                  <a:cubicBezTo>
                    <a:pt x="741" y="2558"/>
                    <a:pt x="214" y="2033"/>
                    <a:pt x="214" y="1386"/>
                  </a:cubicBezTo>
                  <a:cubicBezTo>
                    <a:pt x="214" y="739"/>
                    <a:pt x="741" y="213"/>
                    <a:pt x="1387" y="213"/>
                  </a:cubicBezTo>
                  <a:close/>
                  <a:moveTo>
                    <a:pt x="1387" y="0"/>
                  </a:moveTo>
                  <a:cubicBezTo>
                    <a:pt x="623" y="0"/>
                    <a:pt x="1" y="621"/>
                    <a:pt x="1" y="1386"/>
                  </a:cubicBezTo>
                  <a:cubicBezTo>
                    <a:pt x="1" y="2150"/>
                    <a:pt x="623" y="2771"/>
                    <a:pt x="1387" y="2771"/>
                  </a:cubicBezTo>
                  <a:cubicBezTo>
                    <a:pt x="2151" y="2771"/>
                    <a:pt x="2773" y="2150"/>
                    <a:pt x="2773" y="1386"/>
                  </a:cubicBezTo>
                  <a:cubicBezTo>
                    <a:pt x="2773" y="621"/>
                    <a:pt x="2151" y="0"/>
                    <a:pt x="1387" y="0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" name="Google Shape;1215;p37"/>
            <p:cNvSpPr/>
            <p:nvPr/>
          </p:nvSpPr>
          <p:spPr>
            <a:xfrm>
              <a:off x="5965775" y="4680325"/>
              <a:ext cx="95425" cy="133650"/>
            </a:xfrm>
            <a:custGeom>
              <a:rect b="b" l="l" r="r" t="t"/>
              <a:pathLst>
                <a:path extrusionOk="0" h="5346" w="3817">
                  <a:moveTo>
                    <a:pt x="1004" y="0"/>
                  </a:moveTo>
                  <a:lnTo>
                    <a:pt x="1" y="967"/>
                  </a:lnTo>
                  <a:lnTo>
                    <a:pt x="1" y="5346"/>
                  </a:lnTo>
                  <a:lnTo>
                    <a:pt x="3817" y="5346"/>
                  </a:lnTo>
                  <a:lnTo>
                    <a:pt x="38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" name="Google Shape;1216;p37"/>
            <p:cNvSpPr/>
            <p:nvPr/>
          </p:nvSpPr>
          <p:spPr>
            <a:xfrm>
              <a:off x="5963100" y="4677675"/>
              <a:ext cx="100775" cy="138950"/>
            </a:xfrm>
            <a:custGeom>
              <a:rect b="b" l="l" r="r" t="t"/>
              <a:pathLst>
                <a:path extrusionOk="0" h="5558" w="4031">
                  <a:moveTo>
                    <a:pt x="3818" y="213"/>
                  </a:moveTo>
                  <a:lnTo>
                    <a:pt x="3818" y="5344"/>
                  </a:lnTo>
                  <a:lnTo>
                    <a:pt x="213" y="5344"/>
                  </a:lnTo>
                  <a:lnTo>
                    <a:pt x="213" y="1119"/>
                  </a:lnTo>
                  <a:lnTo>
                    <a:pt x="1154" y="213"/>
                  </a:lnTo>
                  <a:close/>
                  <a:moveTo>
                    <a:pt x="1111" y="1"/>
                  </a:moveTo>
                  <a:cubicBezTo>
                    <a:pt x="1084" y="1"/>
                    <a:pt x="1058" y="11"/>
                    <a:pt x="1038" y="30"/>
                  </a:cubicBezTo>
                  <a:lnTo>
                    <a:pt x="33" y="997"/>
                  </a:lnTo>
                  <a:cubicBezTo>
                    <a:pt x="12" y="1016"/>
                    <a:pt x="0" y="1044"/>
                    <a:pt x="0" y="1073"/>
                  </a:cubicBezTo>
                  <a:lnTo>
                    <a:pt x="0" y="5452"/>
                  </a:lnTo>
                  <a:cubicBezTo>
                    <a:pt x="0" y="5510"/>
                    <a:pt x="48" y="5557"/>
                    <a:pt x="108" y="5557"/>
                  </a:cubicBezTo>
                  <a:lnTo>
                    <a:pt x="3924" y="5557"/>
                  </a:lnTo>
                  <a:cubicBezTo>
                    <a:pt x="3983" y="5557"/>
                    <a:pt x="4031" y="5510"/>
                    <a:pt x="4031" y="5452"/>
                  </a:cubicBezTo>
                  <a:lnTo>
                    <a:pt x="4031" y="106"/>
                  </a:lnTo>
                  <a:cubicBezTo>
                    <a:pt x="4031" y="48"/>
                    <a:pt x="3983" y="1"/>
                    <a:pt x="3924" y="1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" name="Google Shape;1217;p37"/>
            <p:cNvSpPr/>
            <p:nvPr/>
          </p:nvSpPr>
          <p:spPr>
            <a:xfrm>
              <a:off x="5965775" y="4680325"/>
              <a:ext cx="25925" cy="24175"/>
            </a:xfrm>
            <a:custGeom>
              <a:rect b="b" l="l" r="r" t="t"/>
              <a:pathLst>
                <a:path extrusionOk="0" h="967" w="1037">
                  <a:moveTo>
                    <a:pt x="1037" y="0"/>
                  </a:moveTo>
                  <a:lnTo>
                    <a:pt x="1" y="967"/>
                  </a:lnTo>
                  <a:lnTo>
                    <a:pt x="1037" y="96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" name="Google Shape;1218;p37"/>
            <p:cNvSpPr/>
            <p:nvPr/>
          </p:nvSpPr>
          <p:spPr>
            <a:xfrm>
              <a:off x="5962875" y="4677650"/>
              <a:ext cx="31475" cy="29525"/>
            </a:xfrm>
            <a:custGeom>
              <a:rect b="b" l="l" r="r" t="t"/>
              <a:pathLst>
                <a:path extrusionOk="0" h="1181" w="1259">
                  <a:moveTo>
                    <a:pt x="1046" y="353"/>
                  </a:moveTo>
                  <a:lnTo>
                    <a:pt x="1046" y="968"/>
                  </a:lnTo>
                  <a:lnTo>
                    <a:pt x="386" y="968"/>
                  </a:lnTo>
                  <a:lnTo>
                    <a:pt x="1046" y="353"/>
                  </a:lnTo>
                  <a:close/>
                  <a:moveTo>
                    <a:pt x="1151" y="1"/>
                  </a:moveTo>
                  <a:cubicBezTo>
                    <a:pt x="1125" y="1"/>
                    <a:pt x="1100" y="11"/>
                    <a:pt x="1080" y="30"/>
                  </a:cubicBezTo>
                  <a:lnTo>
                    <a:pt x="44" y="996"/>
                  </a:lnTo>
                  <a:cubicBezTo>
                    <a:pt x="11" y="1026"/>
                    <a:pt x="1" y="1072"/>
                    <a:pt x="17" y="1112"/>
                  </a:cubicBezTo>
                  <a:cubicBezTo>
                    <a:pt x="33" y="1154"/>
                    <a:pt x="72" y="1181"/>
                    <a:pt x="117" y="1181"/>
                  </a:cubicBezTo>
                  <a:lnTo>
                    <a:pt x="1153" y="1181"/>
                  </a:lnTo>
                  <a:cubicBezTo>
                    <a:pt x="1211" y="1181"/>
                    <a:pt x="1259" y="1133"/>
                    <a:pt x="1259" y="1074"/>
                  </a:cubicBezTo>
                  <a:lnTo>
                    <a:pt x="1259" y="107"/>
                  </a:lnTo>
                  <a:cubicBezTo>
                    <a:pt x="1259" y="66"/>
                    <a:pt x="1233" y="27"/>
                    <a:pt x="1195" y="10"/>
                  </a:cubicBezTo>
                  <a:cubicBezTo>
                    <a:pt x="1181" y="4"/>
                    <a:pt x="1166" y="1"/>
                    <a:pt x="1151" y="1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" name="Google Shape;1219;p37"/>
            <p:cNvSpPr/>
            <p:nvPr/>
          </p:nvSpPr>
          <p:spPr>
            <a:xfrm>
              <a:off x="6070075" y="4680325"/>
              <a:ext cx="95475" cy="133650"/>
            </a:xfrm>
            <a:custGeom>
              <a:rect b="b" l="l" r="r" t="t"/>
              <a:pathLst>
                <a:path extrusionOk="0" h="5346" w="3819">
                  <a:moveTo>
                    <a:pt x="1006" y="0"/>
                  </a:moveTo>
                  <a:lnTo>
                    <a:pt x="1" y="967"/>
                  </a:lnTo>
                  <a:lnTo>
                    <a:pt x="1" y="5346"/>
                  </a:lnTo>
                  <a:lnTo>
                    <a:pt x="3818" y="5346"/>
                  </a:lnTo>
                  <a:lnTo>
                    <a:pt x="38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37"/>
            <p:cNvSpPr/>
            <p:nvPr/>
          </p:nvSpPr>
          <p:spPr>
            <a:xfrm>
              <a:off x="6067425" y="4677675"/>
              <a:ext cx="100800" cy="138950"/>
            </a:xfrm>
            <a:custGeom>
              <a:rect b="b" l="l" r="r" t="t"/>
              <a:pathLst>
                <a:path extrusionOk="0" h="5558" w="4032">
                  <a:moveTo>
                    <a:pt x="3817" y="213"/>
                  </a:moveTo>
                  <a:lnTo>
                    <a:pt x="3817" y="5344"/>
                  </a:lnTo>
                  <a:lnTo>
                    <a:pt x="214" y="5344"/>
                  </a:lnTo>
                  <a:lnTo>
                    <a:pt x="214" y="1119"/>
                  </a:lnTo>
                  <a:lnTo>
                    <a:pt x="1155" y="213"/>
                  </a:lnTo>
                  <a:close/>
                  <a:moveTo>
                    <a:pt x="1112" y="1"/>
                  </a:moveTo>
                  <a:cubicBezTo>
                    <a:pt x="1085" y="1"/>
                    <a:pt x="1058" y="11"/>
                    <a:pt x="1039" y="30"/>
                  </a:cubicBezTo>
                  <a:lnTo>
                    <a:pt x="34" y="997"/>
                  </a:lnTo>
                  <a:cubicBezTo>
                    <a:pt x="13" y="1016"/>
                    <a:pt x="1" y="1044"/>
                    <a:pt x="1" y="1073"/>
                  </a:cubicBezTo>
                  <a:lnTo>
                    <a:pt x="1" y="5452"/>
                  </a:lnTo>
                  <a:cubicBezTo>
                    <a:pt x="1" y="5510"/>
                    <a:pt x="49" y="5557"/>
                    <a:pt x="108" y="5557"/>
                  </a:cubicBezTo>
                  <a:lnTo>
                    <a:pt x="3924" y="5557"/>
                  </a:lnTo>
                  <a:cubicBezTo>
                    <a:pt x="3984" y="5557"/>
                    <a:pt x="4031" y="5510"/>
                    <a:pt x="4031" y="5452"/>
                  </a:cubicBezTo>
                  <a:lnTo>
                    <a:pt x="4031" y="106"/>
                  </a:lnTo>
                  <a:cubicBezTo>
                    <a:pt x="4031" y="48"/>
                    <a:pt x="3984" y="1"/>
                    <a:pt x="3924" y="1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" name="Google Shape;1221;p37"/>
            <p:cNvSpPr/>
            <p:nvPr/>
          </p:nvSpPr>
          <p:spPr>
            <a:xfrm>
              <a:off x="6070075" y="4680325"/>
              <a:ext cx="25975" cy="24175"/>
            </a:xfrm>
            <a:custGeom>
              <a:rect b="b" l="l" r="r" t="t"/>
              <a:pathLst>
                <a:path extrusionOk="0" h="967" w="1039">
                  <a:moveTo>
                    <a:pt x="1038" y="0"/>
                  </a:moveTo>
                  <a:lnTo>
                    <a:pt x="1" y="967"/>
                  </a:lnTo>
                  <a:lnTo>
                    <a:pt x="1038" y="967"/>
                  </a:lnTo>
                  <a:lnTo>
                    <a:pt x="103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" name="Google Shape;1222;p37"/>
            <p:cNvSpPr/>
            <p:nvPr/>
          </p:nvSpPr>
          <p:spPr>
            <a:xfrm>
              <a:off x="6067225" y="4677650"/>
              <a:ext cx="31475" cy="29525"/>
            </a:xfrm>
            <a:custGeom>
              <a:rect b="b" l="l" r="r" t="t"/>
              <a:pathLst>
                <a:path extrusionOk="0" h="1181" w="1259">
                  <a:moveTo>
                    <a:pt x="1045" y="353"/>
                  </a:moveTo>
                  <a:lnTo>
                    <a:pt x="1045" y="968"/>
                  </a:lnTo>
                  <a:lnTo>
                    <a:pt x="386" y="968"/>
                  </a:lnTo>
                  <a:lnTo>
                    <a:pt x="1045" y="353"/>
                  </a:lnTo>
                  <a:close/>
                  <a:moveTo>
                    <a:pt x="1151" y="1"/>
                  </a:moveTo>
                  <a:cubicBezTo>
                    <a:pt x="1125" y="1"/>
                    <a:pt x="1099" y="11"/>
                    <a:pt x="1079" y="30"/>
                  </a:cubicBezTo>
                  <a:lnTo>
                    <a:pt x="43" y="996"/>
                  </a:lnTo>
                  <a:cubicBezTo>
                    <a:pt x="10" y="1026"/>
                    <a:pt x="0" y="1072"/>
                    <a:pt x="16" y="1112"/>
                  </a:cubicBezTo>
                  <a:cubicBezTo>
                    <a:pt x="33" y="1154"/>
                    <a:pt x="71" y="1181"/>
                    <a:pt x="115" y="1181"/>
                  </a:cubicBezTo>
                  <a:lnTo>
                    <a:pt x="1151" y="1181"/>
                  </a:lnTo>
                  <a:cubicBezTo>
                    <a:pt x="1211" y="1181"/>
                    <a:pt x="1258" y="1133"/>
                    <a:pt x="1258" y="1074"/>
                  </a:cubicBezTo>
                  <a:lnTo>
                    <a:pt x="1258" y="107"/>
                  </a:lnTo>
                  <a:cubicBezTo>
                    <a:pt x="1258" y="66"/>
                    <a:pt x="1233" y="27"/>
                    <a:pt x="1194" y="10"/>
                  </a:cubicBezTo>
                  <a:cubicBezTo>
                    <a:pt x="1180" y="4"/>
                    <a:pt x="1165" y="1"/>
                    <a:pt x="1151" y="1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" name="Google Shape;1223;p37"/>
            <p:cNvSpPr/>
            <p:nvPr/>
          </p:nvSpPr>
          <p:spPr>
            <a:xfrm>
              <a:off x="6174425" y="4680325"/>
              <a:ext cx="95450" cy="133650"/>
            </a:xfrm>
            <a:custGeom>
              <a:rect b="b" l="l" r="r" t="t"/>
              <a:pathLst>
                <a:path extrusionOk="0" h="5346" w="3818">
                  <a:moveTo>
                    <a:pt x="1005" y="0"/>
                  </a:moveTo>
                  <a:lnTo>
                    <a:pt x="0" y="967"/>
                  </a:lnTo>
                  <a:lnTo>
                    <a:pt x="0" y="5346"/>
                  </a:lnTo>
                  <a:lnTo>
                    <a:pt x="3818" y="5346"/>
                  </a:lnTo>
                  <a:lnTo>
                    <a:pt x="38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" name="Google Shape;1224;p37"/>
            <p:cNvSpPr/>
            <p:nvPr/>
          </p:nvSpPr>
          <p:spPr>
            <a:xfrm>
              <a:off x="6171775" y="4677675"/>
              <a:ext cx="100775" cy="138950"/>
            </a:xfrm>
            <a:custGeom>
              <a:rect b="b" l="l" r="r" t="t"/>
              <a:pathLst>
                <a:path extrusionOk="0" h="5558" w="4031">
                  <a:moveTo>
                    <a:pt x="3817" y="213"/>
                  </a:moveTo>
                  <a:lnTo>
                    <a:pt x="3817" y="5344"/>
                  </a:lnTo>
                  <a:lnTo>
                    <a:pt x="213" y="5344"/>
                  </a:lnTo>
                  <a:lnTo>
                    <a:pt x="213" y="1119"/>
                  </a:lnTo>
                  <a:lnTo>
                    <a:pt x="1154" y="213"/>
                  </a:lnTo>
                  <a:close/>
                  <a:moveTo>
                    <a:pt x="1111" y="1"/>
                  </a:moveTo>
                  <a:cubicBezTo>
                    <a:pt x="1084" y="1"/>
                    <a:pt x="1056" y="11"/>
                    <a:pt x="1037" y="30"/>
                  </a:cubicBezTo>
                  <a:lnTo>
                    <a:pt x="33" y="997"/>
                  </a:lnTo>
                  <a:cubicBezTo>
                    <a:pt x="12" y="1016"/>
                    <a:pt x="0" y="1044"/>
                    <a:pt x="0" y="1073"/>
                  </a:cubicBezTo>
                  <a:lnTo>
                    <a:pt x="0" y="5452"/>
                  </a:lnTo>
                  <a:cubicBezTo>
                    <a:pt x="0" y="5510"/>
                    <a:pt x="48" y="5557"/>
                    <a:pt x="106" y="5557"/>
                  </a:cubicBezTo>
                  <a:lnTo>
                    <a:pt x="3924" y="5557"/>
                  </a:lnTo>
                  <a:cubicBezTo>
                    <a:pt x="3983" y="5557"/>
                    <a:pt x="4031" y="5510"/>
                    <a:pt x="4031" y="5452"/>
                  </a:cubicBezTo>
                  <a:lnTo>
                    <a:pt x="4031" y="106"/>
                  </a:lnTo>
                  <a:cubicBezTo>
                    <a:pt x="4031" y="48"/>
                    <a:pt x="3983" y="1"/>
                    <a:pt x="3924" y="1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37"/>
            <p:cNvSpPr/>
            <p:nvPr/>
          </p:nvSpPr>
          <p:spPr>
            <a:xfrm>
              <a:off x="6174425" y="4680325"/>
              <a:ext cx="25925" cy="24175"/>
            </a:xfrm>
            <a:custGeom>
              <a:rect b="b" l="l" r="r" t="t"/>
              <a:pathLst>
                <a:path extrusionOk="0" h="967" w="1037">
                  <a:moveTo>
                    <a:pt x="1036" y="0"/>
                  </a:moveTo>
                  <a:lnTo>
                    <a:pt x="0" y="967"/>
                  </a:lnTo>
                  <a:lnTo>
                    <a:pt x="1036" y="967"/>
                  </a:lnTo>
                  <a:lnTo>
                    <a:pt x="10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37"/>
            <p:cNvSpPr/>
            <p:nvPr/>
          </p:nvSpPr>
          <p:spPr>
            <a:xfrm>
              <a:off x="6171550" y="4677650"/>
              <a:ext cx="31475" cy="29525"/>
            </a:xfrm>
            <a:custGeom>
              <a:rect b="b" l="l" r="r" t="t"/>
              <a:pathLst>
                <a:path extrusionOk="0" h="1181" w="1259">
                  <a:moveTo>
                    <a:pt x="1046" y="353"/>
                  </a:moveTo>
                  <a:lnTo>
                    <a:pt x="1046" y="968"/>
                  </a:lnTo>
                  <a:lnTo>
                    <a:pt x="386" y="968"/>
                  </a:lnTo>
                  <a:lnTo>
                    <a:pt x="1046" y="353"/>
                  </a:lnTo>
                  <a:close/>
                  <a:moveTo>
                    <a:pt x="1151" y="1"/>
                  </a:moveTo>
                  <a:cubicBezTo>
                    <a:pt x="1125" y="1"/>
                    <a:pt x="1100" y="11"/>
                    <a:pt x="1080" y="30"/>
                  </a:cubicBezTo>
                  <a:lnTo>
                    <a:pt x="42" y="996"/>
                  </a:lnTo>
                  <a:cubicBezTo>
                    <a:pt x="11" y="1026"/>
                    <a:pt x="0" y="1072"/>
                    <a:pt x="17" y="1112"/>
                  </a:cubicBezTo>
                  <a:cubicBezTo>
                    <a:pt x="33" y="1154"/>
                    <a:pt x="72" y="1181"/>
                    <a:pt x="115" y="1181"/>
                  </a:cubicBezTo>
                  <a:lnTo>
                    <a:pt x="1151" y="1181"/>
                  </a:lnTo>
                  <a:cubicBezTo>
                    <a:pt x="1211" y="1181"/>
                    <a:pt x="1259" y="1133"/>
                    <a:pt x="1259" y="1074"/>
                  </a:cubicBezTo>
                  <a:lnTo>
                    <a:pt x="1259" y="107"/>
                  </a:lnTo>
                  <a:cubicBezTo>
                    <a:pt x="1259" y="66"/>
                    <a:pt x="1233" y="27"/>
                    <a:pt x="1195" y="10"/>
                  </a:cubicBezTo>
                  <a:cubicBezTo>
                    <a:pt x="1181" y="4"/>
                    <a:pt x="1166" y="1"/>
                    <a:pt x="1151" y="1"/>
                  </a:cubicBezTo>
                  <a:close/>
                </a:path>
              </a:pathLst>
            </a:custGeom>
            <a:solidFill>
              <a:srgbClr val="C1C1C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" name="Google Shape;1227;p37"/>
            <p:cNvSpPr/>
            <p:nvPr/>
          </p:nvSpPr>
          <p:spPr>
            <a:xfrm>
              <a:off x="6120900" y="4362800"/>
              <a:ext cx="5325" cy="246975"/>
            </a:xfrm>
            <a:custGeom>
              <a:rect b="b" l="l" r="r" t="t"/>
              <a:pathLst>
                <a:path extrusionOk="0" h="9879" w="213">
                  <a:moveTo>
                    <a:pt x="0" y="1"/>
                  </a:moveTo>
                  <a:lnTo>
                    <a:pt x="0" y="9878"/>
                  </a:lnTo>
                  <a:lnTo>
                    <a:pt x="213" y="9878"/>
                  </a:lnTo>
                  <a:lnTo>
                    <a:pt x="21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37"/>
            <p:cNvSpPr/>
            <p:nvPr/>
          </p:nvSpPr>
          <p:spPr>
            <a:xfrm>
              <a:off x="6102025" y="4588000"/>
              <a:ext cx="40025" cy="40000"/>
            </a:xfrm>
            <a:custGeom>
              <a:rect b="b" l="l" r="r" t="t"/>
              <a:pathLst>
                <a:path extrusionOk="0" h="1600" w="1601">
                  <a:moveTo>
                    <a:pt x="800" y="1"/>
                  </a:moveTo>
                  <a:cubicBezTo>
                    <a:pt x="359" y="1"/>
                    <a:pt x="0" y="358"/>
                    <a:pt x="0" y="800"/>
                  </a:cubicBezTo>
                  <a:cubicBezTo>
                    <a:pt x="0" y="1241"/>
                    <a:pt x="359" y="1600"/>
                    <a:pt x="800" y="1600"/>
                  </a:cubicBezTo>
                  <a:cubicBezTo>
                    <a:pt x="1242" y="1600"/>
                    <a:pt x="1601" y="1241"/>
                    <a:pt x="1601" y="800"/>
                  </a:cubicBezTo>
                  <a:cubicBezTo>
                    <a:pt x="1601" y="358"/>
                    <a:pt x="1242" y="1"/>
                    <a:pt x="80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37"/>
            <p:cNvSpPr/>
            <p:nvPr/>
          </p:nvSpPr>
          <p:spPr>
            <a:xfrm>
              <a:off x="6099375" y="4585325"/>
              <a:ext cx="45325" cy="45350"/>
            </a:xfrm>
            <a:custGeom>
              <a:rect b="b" l="l" r="r" t="t"/>
              <a:pathLst>
                <a:path extrusionOk="0" h="1814" w="1813">
                  <a:moveTo>
                    <a:pt x="906" y="213"/>
                  </a:moveTo>
                  <a:cubicBezTo>
                    <a:pt x="1288" y="213"/>
                    <a:pt x="1600" y="525"/>
                    <a:pt x="1600" y="907"/>
                  </a:cubicBezTo>
                  <a:cubicBezTo>
                    <a:pt x="1600" y="1288"/>
                    <a:pt x="1288" y="1600"/>
                    <a:pt x="906" y="1600"/>
                  </a:cubicBezTo>
                  <a:cubicBezTo>
                    <a:pt x="525" y="1600"/>
                    <a:pt x="213" y="1288"/>
                    <a:pt x="213" y="907"/>
                  </a:cubicBezTo>
                  <a:cubicBezTo>
                    <a:pt x="213" y="525"/>
                    <a:pt x="525" y="213"/>
                    <a:pt x="906" y="213"/>
                  </a:cubicBezTo>
                  <a:close/>
                  <a:moveTo>
                    <a:pt x="906" y="0"/>
                  </a:moveTo>
                  <a:cubicBezTo>
                    <a:pt x="407" y="0"/>
                    <a:pt x="0" y="407"/>
                    <a:pt x="0" y="907"/>
                  </a:cubicBezTo>
                  <a:cubicBezTo>
                    <a:pt x="0" y="1408"/>
                    <a:pt x="407" y="1814"/>
                    <a:pt x="906" y="1814"/>
                  </a:cubicBezTo>
                  <a:cubicBezTo>
                    <a:pt x="1406" y="1814"/>
                    <a:pt x="1812" y="1408"/>
                    <a:pt x="1812" y="907"/>
                  </a:cubicBezTo>
                  <a:cubicBezTo>
                    <a:pt x="1812" y="407"/>
                    <a:pt x="1406" y="0"/>
                    <a:pt x="9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37"/>
            <p:cNvSpPr/>
            <p:nvPr/>
          </p:nvSpPr>
          <p:spPr>
            <a:xfrm>
              <a:off x="4179400" y="3196150"/>
              <a:ext cx="311575" cy="195400"/>
            </a:xfrm>
            <a:custGeom>
              <a:rect b="b" l="l" r="r" t="t"/>
              <a:pathLst>
                <a:path extrusionOk="0" h="7816" w="12463">
                  <a:moveTo>
                    <a:pt x="1168" y="38"/>
                  </a:moveTo>
                  <a:cubicBezTo>
                    <a:pt x="1160" y="38"/>
                    <a:pt x="1152" y="38"/>
                    <a:pt x="1144" y="39"/>
                  </a:cubicBezTo>
                  <a:lnTo>
                    <a:pt x="227" y="39"/>
                  </a:lnTo>
                  <a:cubicBezTo>
                    <a:pt x="118" y="48"/>
                    <a:pt x="33" y="134"/>
                    <a:pt x="23" y="242"/>
                  </a:cubicBezTo>
                  <a:cubicBezTo>
                    <a:pt x="11" y="365"/>
                    <a:pt x="102" y="477"/>
                    <a:pt x="227" y="489"/>
                  </a:cubicBezTo>
                  <a:lnTo>
                    <a:pt x="1144" y="489"/>
                  </a:lnTo>
                  <a:cubicBezTo>
                    <a:pt x="1151" y="489"/>
                    <a:pt x="1158" y="490"/>
                    <a:pt x="1165" y="490"/>
                  </a:cubicBezTo>
                  <a:cubicBezTo>
                    <a:pt x="1172" y="490"/>
                    <a:pt x="1180" y="489"/>
                    <a:pt x="1187" y="489"/>
                  </a:cubicBezTo>
                  <a:cubicBezTo>
                    <a:pt x="1312" y="477"/>
                    <a:pt x="1403" y="365"/>
                    <a:pt x="1390" y="242"/>
                  </a:cubicBezTo>
                  <a:cubicBezTo>
                    <a:pt x="1378" y="125"/>
                    <a:pt x="1282" y="38"/>
                    <a:pt x="1168" y="38"/>
                  </a:cubicBezTo>
                  <a:close/>
                  <a:moveTo>
                    <a:pt x="2143" y="48"/>
                  </a:moveTo>
                  <a:cubicBezTo>
                    <a:pt x="2028" y="48"/>
                    <a:pt x="1929" y="136"/>
                    <a:pt x="1918" y="252"/>
                  </a:cubicBezTo>
                  <a:cubicBezTo>
                    <a:pt x="1906" y="377"/>
                    <a:pt x="1997" y="487"/>
                    <a:pt x="2121" y="499"/>
                  </a:cubicBezTo>
                  <a:cubicBezTo>
                    <a:pt x="2128" y="500"/>
                    <a:pt x="2136" y="500"/>
                    <a:pt x="2143" y="500"/>
                  </a:cubicBezTo>
                  <a:cubicBezTo>
                    <a:pt x="2150" y="500"/>
                    <a:pt x="2158" y="500"/>
                    <a:pt x="2165" y="499"/>
                  </a:cubicBezTo>
                  <a:lnTo>
                    <a:pt x="4568" y="499"/>
                  </a:lnTo>
                  <a:cubicBezTo>
                    <a:pt x="4569" y="499"/>
                    <a:pt x="4570" y="499"/>
                    <a:pt x="4571" y="499"/>
                  </a:cubicBezTo>
                  <a:cubicBezTo>
                    <a:pt x="4694" y="499"/>
                    <a:pt x="4793" y="400"/>
                    <a:pt x="4795" y="277"/>
                  </a:cubicBezTo>
                  <a:cubicBezTo>
                    <a:pt x="4795" y="273"/>
                    <a:pt x="4795" y="267"/>
                    <a:pt x="4793" y="262"/>
                  </a:cubicBezTo>
                  <a:lnTo>
                    <a:pt x="4795" y="262"/>
                  </a:lnTo>
                  <a:cubicBezTo>
                    <a:pt x="4789" y="143"/>
                    <a:pt x="4691" y="49"/>
                    <a:pt x="4571" y="49"/>
                  </a:cubicBezTo>
                  <a:cubicBezTo>
                    <a:pt x="4570" y="49"/>
                    <a:pt x="4569" y="49"/>
                    <a:pt x="4568" y="49"/>
                  </a:cubicBezTo>
                  <a:lnTo>
                    <a:pt x="2165" y="49"/>
                  </a:lnTo>
                  <a:cubicBezTo>
                    <a:pt x="2158" y="49"/>
                    <a:pt x="2151" y="48"/>
                    <a:pt x="2143" y="48"/>
                  </a:cubicBezTo>
                  <a:close/>
                  <a:moveTo>
                    <a:pt x="5590" y="0"/>
                  </a:moveTo>
                  <a:cubicBezTo>
                    <a:pt x="5445" y="0"/>
                    <a:pt x="5328" y="118"/>
                    <a:pt x="5328" y="262"/>
                  </a:cubicBezTo>
                  <a:cubicBezTo>
                    <a:pt x="5328" y="407"/>
                    <a:pt x="5445" y="524"/>
                    <a:pt x="5590" y="524"/>
                  </a:cubicBezTo>
                  <a:lnTo>
                    <a:pt x="5591" y="524"/>
                  </a:lnTo>
                  <a:cubicBezTo>
                    <a:pt x="5736" y="524"/>
                    <a:pt x="5852" y="408"/>
                    <a:pt x="5852" y="264"/>
                  </a:cubicBezTo>
                  <a:lnTo>
                    <a:pt x="5852" y="262"/>
                  </a:lnTo>
                  <a:cubicBezTo>
                    <a:pt x="5852" y="118"/>
                    <a:pt x="5734" y="0"/>
                    <a:pt x="5590" y="0"/>
                  </a:cubicBezTo>
                  <a:close/>
                  <a:moveTo>
                    <a:pt x="6375" y="0"/>
                  </a:moveTo>
                  <a:cubicBezTo>
                    <a:pt x="6230" y="0"/>
                    <a:pt x="6112" y="118"/>
                    <a:pt x="6112" y="262"/>
                  </a:cubicBezTo>
                  <a:cubicBezTo>
                    <a:pt x="6112" y="407"/>
                    <a:pt x="6230" y="524"/>
                    <a:pt x="6375" y="524"/>
                  </a:cubicBezTo>
                  <a:lnTo>
                    <a:pt x="6376" y="524"/>
                  </a:lnTo>
                  <a:cubicBezTo>
                    <a:pt x="6520" y="524"/>
                    <a:pt x="6637" y="408"/>
                    <a:pt x="6637" y="264"/>
                  </a:cubicBezTo>
                  <a:lnTo>
                    <a:pt x="6637" y="262"/>
                  </a:lnTo>
                  <a:cubicBezTo>
                    <a:pt x="6637" y="118"/>
                    <a:pt x="6519" y="0"/>
                    <a:pt x="6375" y="0"/>
                  </a:cubicBezTo>
                  <a:close/>
                  <a:moveTo>
                    <a:pt x="7162" y="0"/>
                  </a:moveTo>
                  <a:cubicBezTo>
                    <a:pt x="7016" y="0"/>
                    <a:pt x="6899" y="118"/>
                    <a:pt x="6899" y="262"/>
                  </a:cubicBezTo>
                  <a:cubicBezTo>
                    <a:pt x="6899" y="407"/>
                    <a:pt x="7016" y="524"/>
                    <a:pt x="7162" y="524"/>
                  </a:cubicBezTo>
                  <a:cubicBezTo>
                    <a:pt x="7307" y="524"/>
                    <a:pt x="7424" y="407"/>
                    <a:pt x="7424" y="262"/>
                  </a:cubicBezTo>
                  <a:cubicBezTo>
                    <a:pt x="7424" y="118"/>
                    <a:pt x="7307" y="0"/>
                    <a:pt x="7162" y="0"/>
                  </a:cubicBezTo>
                  <a:close/>
                  <a:moveTo>
                    <a:pt x="7947" y="0"/>
                  </a:moveTo>
                  <a:cubicBezTo>
                    <a:pt x="7801" y="0"/>
                    <a:pt x="7685" y="118"/>
                    <a:pt x="7685" y="262"/>
                  </a:cubicBezTo>
                  <a:cubicBezTo>
                    <a:pt x="7685" y="407"/>
                    <a:pt x="7801" y="524"/>
                    <a:pt x="7947" y="524"/>
                  </a:cubicBezTo>
                  <a:cubicBezTo>
                    <a:pt x="8091" y="524"/>
                    <a:pt x="8209" y="407"/>
                    <a:pt x="8209" y="262"/>
                  </a:cubicBezTo>
                  <a:cubicBezTo>
                    <a:pt x="8209" y="118"/>
                    <a:pt x="8091" y="0"/>
                    <a:pt x="7947" y="0"/>
                  </a:cubicBezTo>
                  <a:close/>
                  <a:moveTo>
                    <a:pt x="8731" y="0"/>
                  </a:moveTo>
                  <a:cubicBezTo>
                    <a:pt x="8587" y="0"/>
                    <a:pt x="8469" y="118"/>
                    <a:pt x="8469" y="262"/>
                  </a:cubicBezTo>
                  <a:cubicBezTo>
                    <a:pt x="8469" y="407"/>
                    <a:pt x="8587" y="524"/>
                    <a:pt x="8731" y="524"/>
                  </a:cubicBezTo>
                  <a:cubicBezTo>
                    <a:pt x="8876" y="524"/>
                    <a:pt x="8994" y="407"/>
                    <a:pt x="8994" y="262"/>
                  </a:cubicBezTo>
                  <a:cubicBezTo>
                    <a:pt x="8994" y="118"/>
                    <a:pt x="8876" y="0"/>
                    <a:pt x="8731" y="0"/>
                  </a:cubicBezTo>
                  <a:close/>
                  <a:moveTo>
                    <a:pt x="9516" y="0"/>
                  </a:moveTo>
                  <a:cubicBezTo>
                    <a:pt x="9372" y="0"/>
                    <a:pt x="9254" y="118"/>
                    <a:pt x="9254" y="262"/>
                  </a:cubicBezTo>
                  <a:cubicBezTo>
                    <a:pt x="9254" y="407"/>
                    <a:pt x="9372" y="524"/>
                    <a:pt x="9516" y="524"/>
                  </a:cubicBezTo>
                  <a:cubicBezTo>
                    <a:pt x="9661" y="524"/>
                    <a:pt x="9778" y="407"/>
                    <a:pt x="9778" y="262"/>
                  </a:cubicBezTo>
                  <a:cubicBezTo>
                    <a:pt x="9778" y="118"/>
                    <a:pt x="9661" y="0"/>
                    <a:pt x="9516" y="0"/>
                  </a:cubicBezTo>
                  <a:close/>
                  <a:moveTo>
                    <a:pt x="227" y="1083"/>
                  </a:moveTo>
                  <a:cubicBezTo>
                    <a:pt x="102" y="1083"/>
                    <a:pt x="0" y="1184"/>
                    <a:pt x="0" y="1309"/>
                  </a:cubicBezTo>
                  <a:cubicBezTo>
                    <a:pt x="0" y="1434"/>
                    <a:pt x="102" y="1535"/>
                    <a:pt x="227" y="1535"/>
                  </a:cubicBezTo>
                  <a:lnTo>
                    <a:pt x="1144" y="1535"/>
                  </a:lnTo>
                  <a:cubicBezTo>
                    <a:pt x="1267" y="1535"/>
                    <a:pt x="1369" y="1434"/>
                    <a:pt x="1369" y="1309"/>
                  </a:cubicBezTo>
                  <a:cubicBezTo>
                    <a:pt x="1369" y="1186"/>
                    <a:pt x="1267" y="1084"/>
                    <a:pt x="1144" y="1083"/>
                  </a:cubicBezTo>
                  <a:close/>
                  <a:moveTo>
                    <a:pt x="2165" y="1083"/>
                  </a:moveTo>
                  <a:cubicBezTo>
                    <a:pt x="2040" y="1083"/>
                    <a:pt x="1939" y="1184"/>
                    <a:pt x="1939" y="1309"/>
                  </a:cubicBezTo>
                  <a:cubicBezTo>
                    <a:pt x="1939" y="1434"/>
                    <a:pt x="2040" y="1535"/>
                    <a:pt x="2164" y="1535"/>
                  </a:cubicBezTo>
                  <a:lnTo>
                    <a:pt x="4568" y="1535"/>
                  </a:lnTo>
                  <a:cubicBezTo>
                    <a:pt x="4569" y="1535"/>
                    <a:pt x="4570" y="1535"/>
                    <a:pt x="4571" y="1535"/>
                  </a:cubicBezTo>
                  <a:cubicBezTo>
                    <a:pt x="4694" y="1535"/>
                    <a:pt x="4793" y="1436"/>
                    <a:pt x="4795" y="1314"/>
                  </a:cubicBezTo>
                  <a:lnTo>
                    <a:pt x="4795" y="1309"/>
                  </a:lnTo>
                  <a:cubicBezTo>
                    <a:pt x="4795" y="1184"/>
                    <a:pt x="4694" y="1083"/>
                    <a:pt x="4568" y="1083"/>
                  </a:cubicBezTo>
                  <a:close/>
                  <a:moveTo>
                    <a:pt x="227" y="2131"/>
                  </a:moveTo>
                  <a:cubicBezTo>
                    <a:pt x="102" y="2131"/>
                    <a:pt x="0" y="2232"/>
                    <a:pt x="0" y="2356"/>
                  </a:cubicBezTo>
                  <a:cubicBezTo>
                    <a:pt x="0" y="2481"/>
                    <a:pt x="102" y="2582"/>
                    <a:pt x="227" y="2582"/>
                  </a:cubicBezTo>
                  <a:lnTo>
                    <a:pt x="1144" y="2582"/>
                  </a:lnTo>
                  <a:cubicBezTo>
                    <a:pt x="1267" y="2582"/>
                    <a:pt x="1369" y="2481"/>
                    <a:pt x="1369" y="2356"/>
                  </a:cubicBezTo>
                  <a:cubicBezTo>
                    <a:pt x="1369" y="2232"/>
                    <a:pt x="1267" y="2131"/>
                    <a:pt x="1144" y="2131"/>
                  </a:cubicBezTo>
                  <a:close/>
                  <a:moveTo>
                    <a:pt x="2165" y="2131"/>
                  </a:moveTo>
                  <a:cubicBezTo>
                    <a:pt x="2040" y="2131"/>
                    <a:pt x="1939" y="2232"/>
                    <a:pt x="1939" y="2356"/>
                  </a:cubicBezTo>
                  <a:cubicBezTo>
                    <a:pt x="1939" y="2481"/>
                    <a:pt x="2040" y="2582"/>
                    <a:pt x="2165" y="2582"/>
                  </a:cubicBezTo>
                  <a:lnTo>
                    <a:pt x="4568" y="2582"/>
                  </a:lnTo>
                  <a:cubicBezTo>
                    <a:pt x="4569" y="2582"/>
                    <a:pt x="4570" y="2582"/>
                    <a:pt x="4571" y="2582"/>
                  </a:cubicBezTo>
                  <a:cubicBezTo>
                    <a:pt x="4694" y="2582"/>
                    <a:pt x="4793" y="2483"/>
                    <a:pt x="4795" y="2360"/>
                  </a:cubicBezTo>
                  <a:lnTo>
                    <a:pt x="4795" y="2356"/>
                  </a:lnTo>
                  <a:cubicBezTo>
                    <a:pt x="4795" y="2232"/>
                    <a:pt x="4696" y="2131"/>
                    <a:pt x="4573" y="2131"/>
                  </a:cubicBezTo>
                  <a:close/>
                  <a:moveTo>
                    <a:pt x="5590" y="2094"/>
                  </a:moveTo>
                  <a:cubicBezTo>
                    <a:pt x="5445" y="2094"/>
                    <a:pt x="5328" y="2211"/>
                    <a:pt x="5328" y="2356"/>
                  </a:cubicBezTo>
                  <a:cubicBezTo>
                    <a:pt x="5328" y="2502"/>
                    <a:pt x="5445" y="2619"/>
                    <a:pt x="5590" y="2619"/>
                  </a:cubicBezTo>
                  <a:lnTo>
                    <a:pt x="5593" y="2619"/>
                  </a:lnTo>
                  <a:cubicBezTo>
                    <a:pt x="5736" y="2618"/>
                    <a:pt x="5852" y="2500"/>
                    <a:pt x="5852" y="2356"/>
                  </a:cubicBezTo>
                  <a:cubicBezTo>
                    <a:pt x="5852" y="2211"/>
                    <a:pt x="5734" y="2094"/>
                    <a:pt x="5590" y="2094"/>
                  </a:cubicBezTo>
                  <a:close/>
                  <a:moveTo>
                    <a:pt x="6375" y="2094"/>
                  </a:moveTo>
                  <a:cubicBezTo>
                    <a:pt x="6230" y="2094"/>
                    <a:pt x="6112" y="2211"/>
                    <a:pt x="6112" y="2356"/>
                  </a:cubicBezTo>
                  <a:cubicBezTo>
                    <a:pt x="6112" y="2502"/>
                    <a:pt x="6230" y="2619"/>
                    <a:pt x="6375" y="2619"/>
                  </a:cubicBezTo>
                  <a:lnTo>
                    <a:pt x="6377" y="2619"/>
                  </a:lnTo>
                  <a:cubicBezTo>
                    <a:pt x="6520" y="2619"/>
                    <a:pt x="6637" y="2502"/>
                    <a:pt x="6637" y="2359"/>
                  </a:cubicBezTo>
                  <a:lnTo>
                    <a:pt x="6637" y="2356"/>
                  </a:lnTo>
                  <a:cubicBezTo>
                    <a:pt x="6637" y="2211"/>
                    <a:pt x="6520" y="2094"/>
                    <a:pt x="6375" y="2094"/>
                  </a:cubicBezTo>
                  <a:close/>
                  <a:moveTo>
                    <a:pt x="7162" y="2094"/>
                  </a:moveTo>
                  <a:cubicBezTo>
                    <a:pt x="7018" y="2094"/>
                    <a:pt x="6900" y="2211"/>
                    <a:pt x="6900" y="2356"/>
                  </a:cubicBezTo>
                  <a:cubicBezTo>
                    <a:pt x="6900" y="2502"/>
                    <a:pt x="7018" y="2619"/>
                    <a:pt x="7162" y="2619"/>
                  </a:cubicBezTo>
                  <a:cubicBezTo>
                    <a:pt x="7307" y="2619"/>
                    <a:pt x="7424" y="2502"/>
                    <a:pt x="7424" y="2356"/>
                  </a:cubicBezTo>
                  <a:cubicBezTo>
                    <a:pt x="7424" y="2211"/>
                    <a:pt x="7307" y="2094"/>
                    <a:pt x="7162" y="2094"/>
                  </a:cubicBezTo>
                  <a:close/>
                  <a:moveTo>
                    <a:pt x="7947" y="2094"/>
                  </a:moveTo>
                  <a:cubicBezTo>
                    <a:pt x="7802" y="2094"/>
                    <a:pt x="7685" y="2211"/>
                    <a:pt x="7685" y="2356"/>
                  </a:cubicBezTo>
                  <a:cubicBezTo>
                    <a:pt x="7685" y="2502"/>
                    <a:pt x="7802" y="2619"/>
                    <a:pt x="7947" y="2619"/>
                  </a:cubicBezTo>
                  <a:cubicBezTo>
                    <a:pt x="8091" y="2619"/>
                    <a:pt x="8209" y="2502"/>
                    <a:pt x="8209" y="2356"/>
                  </a:cubicBezTo>
                  <a:cubicBezTo>
                    <a:pt x="8209" y="2211"/>
                    <a:pt x="8091" y="2094"/>
                    <a:pt x="7947" y="2094"/>
                  </a:cubicBezTo>
                  <a:close/>
                  <a:moveTo>
                    <a:pt x="8731" y="2094"/>
                  </a:moveTo>
                  <a:cubicBezTo>
                    <a:pt x="8587" y="2094"/>
                    <a:pt x="8469" y="2211"/>
                    <a:pt x="8469" y="2356"/>
                  </a:cubicBezTo>
                  <a:cubicBezTo>
                    <a:pt x="8469" y="2502"/>
                    <a:pt x="8587" y="2619"/>
                    <a:pt x="8731" y="2619"/>
                  </a:cubicBezTo>
                  <a:cubicBezTo>
                    <a:pt x="8876" y="2619"/>
                    <a:pt x="8994" y="2502"/>
                    <a:pt x="8994" y="2356"/>
                  </a:cubicBezTo>
                  <a:cubicBezTo>
                    <a:pt x="8994" y="2211"/>
                    <a:pt x="8876" y="2094"/>
                    <a:pt x="8731" y="2094"/>
                  </a:cubicBezTo>
                  <a:close/>
                  <a:moveTo>
                    <a:pt x="9516" y="2094"/>
                  </a:moveTo>
                  <a:cubicBezTo>
                    <a:pt x="9372" y="2094"/>
                    <a:pt x="9254" y="2211"/>
                    <a:pt x="9254" y="2356"/>
                  </a:cubicBezTo>
                  <a:cubicBezTo>
                    <a:pt x="9254" y="2502"/>
                    <a:pt x="9372" y="2619"/>
                    <a:pt x="9516" y="2619"/>
                  </a:cubicBezTo>
                  <a:cubicBezTo>
                    <a:pt x="9661" y="2619"/>
                    <a:pt x="9778" y="2502"/>
                    <a:pt x="9778" y="2356"/>
                  </a:cubicBezTo>
                  <a:cubicBezTo>
                    <a:pt x="9778" y="2211"/>
                    <a:pt x="9661" y="2094"/>
                    <a:pt x="9516" y="2094"/>
                  </a:cubicBezTo>
                  <a:close/>
                  <a:moveTo>
                    <a:pt x="227" y="3178"/>
                  </a:moveTo>
                  <a:cubicBezTo>
                    <a:pt x="102" y="3178"/>
                    <a:pt x="0" y="3279"/>
                    <a:pt x="0" y="3404"/>
                  </a:cubicBezTo>
                  <a:cubicBezTo>
                    <a:pt x="0" y="3529"/>
                    <a:pt x="102" y="3630"/>
                    <a:pt x="227" y="3630"/>
                  </a:cubicBezTo>
                  <a:lnTo>
                    <a:pt x="1144" y="3630"/>
                  </a:lnTo>
                  <a:cubicBezTo>
                    <a:pt x="1267" y="3629"/>
                    <a:pt x="1369" y="3528"/>
                    <a:pt x="1369" y="3404"/>
                  </a:cubicBezTo>
                  <a:cubicBezTo>
                    <a:pt x="1369" y="3279"/>
                    <a:pt x="1267" y="3178"/>
                    <a:pt x="1144" y="3178"/>
                  </a:cubicBezTo>
                  <a:close/>
                  <a:moveTo>
                    <a:pt x="2165" y="3178"/>
                  </a:moveTo>
                  <a:cubicBezTo>
                    <a:pt x="2040" y="3178"/>
                    <a:pt x="1939" y="3279"/>
                    <a:pt x="1939" y="3404"/>
                  </a:cubicBezTo>
                  <a:cubicBezTo>
                    <a:pt x="1939" y="3529"/>
                    <a:pt x="2040" y="3630"/>
                    <a:pt x="2165" y="3630"/>
                  </a:cubicBezTo>
                  <a:lnTo>
                    <a:pt x="4568" y="3630"/>
                  </a:lnTo>
                  <a:cubicBezTo>
                    <a:pt x="4694" y="3630"/>
                    <a:pt x="4795" y="3529"/>
                    <a:pt x="4795" y="3404"/>
                  </a:cubicBezTo>
                  <a:cubicBezTo>
                    <a:pt x="4795" y="3280"/>
                    <a:pt x="4696" y="3179"/>
                    <a:pt x="4573" y="3178"/>
                  </a:cubicBezTo>
                  <a:close/>
                  <a:moveTo>
                    <a:pt x="227" y="4224"/>
                  </a:moveTo>
                  <a:cubicBezTo>
                    <a:pt x="102" y="4236"/>
                    <a:pt x="11" y="4347"/>
                    <a:pt x="23" y="4472"/>
                  </a:cubicBezTo>
                  <a:cubicBezTo>
                    <a:pt x="33" y="4579"/>
                    <a:pt x="118" y="4664"/>
                    <a:pt x="227" y="4674"/>
                  </a:cubicBezTo>
                  <a:lnTo>
                    <a:pt x="1144" y="4674"/>
                  </a:lnTo>
                  <a:cubicBezTo>
                    <a:pt x="1267" y="4674"/>
                    <a:pt x="1369" y="4574"/>
                    <a:pt x="1369" y="4451"/>
                  </a:cubicBezTo>
                  <a:cubicBezTo>
                    <a:pt x="1369" y="4326"/>
                    <a:pt x="1267" y="4224"/>
                    <a:pt x="1144" y="4224"/>
                  </a:cubicBezTo>
                  <a:close/>
                  <a:moveTo>
                    <a:pt x="2143" y="4223"/>
                  </a:moveTo>
                  <a:cubicBezTo>
                    <a:pt x="2028" y="4223"/>
                    <a:pt x="1929" y="4311"/>
                    <a:pt x="1918" y="4427"/>
                  </a:cubicBezTo>
                  <a:cubicBezTo>
                    <a:pt x="1906" y="4552"/>
                    <a:pt x="1997" y="4662"/>
                    <a:pt x="2121" y="4674"/>
                  </a:cubicBezTo>
                  <a:cubicBezTo>
                    <a:pt x="2128" y="4675"/>
                    <a:pt x="2136" y="4675"/>
                    <a:pt x="2143" y="4675"/>
                  </a:cubicBezTo>
                  <a:cubicBezTo>
                    <a:pt x="2150" y="4675"/>
                    <a:pt x="2158" y="4675"/>
                    <a:pt x="2165" y="4674"/>
                  </a:cubicBezTo>
                  <a:lnTo>
                    <a:pt x="4568" y="4674"/>
                  </a:lnTo>
                  <a:cubicBezTo>
                    <a:pt x="4569" y="4674"/>
                    <a:pt x="4570" y="4674"/>
                    <a:pt x="4571" y="4674"/>
                  </a:cubicBezTo>
                  <a:cubicBezTo>
                    <a:pt x="4694" y="4674"/>
                    <a:pt x="4793" y="4575"/>
                    <a:pt x="4795" y="4452"/>
                  </a:cubicBezTo>
                  <a:lnTo>
                    <a:pt x="4795" y="4451"/>
                  </a:lnTo>
                  <a:cubicBezTo>
                    <a:pt x="4795" y="4327"/>
                    <a:pt x="4696" y="4226"/>
                    <a:pt x="4573" y="4224"/>
                  </a:cubicBezTo>
                  <a:lnTo>
                    <a:pt x="2165" y="4224"/>
                  </a:lnTo>
                  <a:cubicBezTo>
                    <a:pt x="2158" y="4224"/>
                    <a:pt x="2151" y="4223"/>
                    <a:pt x="2143" y="4223"/>
                  </a:cubicBezTo>
                  <a:close/>
                  <a:moveTo>
                    <a:pt x="8273" y="5103"/>
                  </a:moveTo>
                  <a:cubicBezTo>
                    <a:pt x="8128" y="5103"/>
                    <a:pt x="8011" y="5221"/>
                    <a:pt x="8011" y="5365"/>
                  </a:cubicBezTo>
                  <a:cubicBezTo>
                    <a:pt x="8011" y="5511"/>
                    <a:pt x="8128" y="5627"/>
                    <a:pt x="8273" y="5627"/>
                  </a:cubicBezTo>
                  <a:cubicBezTo>
                    <a:pt x="8417" y="5627"/>
                    <a:pt x="8535" y="5511"/>
                    <a:pt x="8535" y="5365"/>
                  </a:cubicBezTo>
                  <a:cubicBezTo>
                    <a:pt x="8535" y="5221"/>
                    <a:pt x="8417" y="5103"/>
                    <a:pt x="8273" y="5103"/>
                  </a:cubicBezTo>
                  <a:close/>
                  <a:moveTo>
                    <a:pt x="9842" y="5103"/>
                  </a:moveTo>
                  <a:cubicBezTo>
                    <a:pt x="9698" y="5103"/>
                    <a:pt x="9580" y="5221"/>
                    <a:pt x="9580" y="5365"/>
                  </a:cubicBezTo>
                  <a:cubicBezTo>
                    <a:pt x="9580" y="5511"/>
                    <a:pt x="9698" y="5627"/>
                    <a:pt x="9842" y="5627"/>
                  </a:cubicBezTo>
                  <a:lnTo>
                    <a:pt x="9845" y="5627"/>
                  </a:lnTo>
                  <a:cubicBezTo>
                    <a:pt x="9990" y="5627"/>
                    <a:pt x="10106" y="5509"/>
                    <a:pt x="10106" y="5365"/>
                  </a:cubicBezTo>
                  <a:cubicBezTo>
                    <a:pt x="10106" y="5221"/>
                    <a:pt x="9988" y="5103"/>
                    <a:pt x="9842" y="5103"/>
                  </a:cubicBezTo>
                  <a:close/>
                  <a:moveTo>
                    <a:pt x="10628" y="5103"/>
                  </a:moveTo>
                  <a:cubicBezTo>
                    <a:pt x="10482" y="5103"/>
                    <a:pt x="10365" y="5221"/>
                    <a:pt x="10365" y="5365"/>
                  </a:cubicBezTo>
                  <a:cubicBezTo>
                    <a:pt x="10365" y="5511"/>
                    <a:pt x="10482" y="5627"/>
                    <a:pt x="10628" y="5627"/>
                  </a:cubicBezTo>
                  <a:lnTo>
                    <a:pt x="10630" y="5627"/>
                  </a:lnTo>
                  <a:cubicBezTo>
                    <a:pt x="10774" y="5627"/>
                    <a:pt x="10890" y="5509"/>
                    <a:pt x="10890" y="5365"/>
                  </a:cubicBezTo>
                  <a:cubicBezTo>
                    <a:pt x="10890" y="5221"/>
                    <a:pt x="10773" y="5103"/>
                    <a:pt x="10628" y="5103"/>
                  </a:cubicBezTo>
                  <a:close/>
                  <a:moveTo>
                    <a:pt x="11413" y="5103"/>
                  </a:moveTo>
                  <a:cubicBezTo>
                    <a:pt x="11267" y="5103"/>
                    <a:pt x="11151" y="5221"/>
                    <a:pt x="11151" y="5365"/>
                  </a:cubicBezTo>
                  <a:cubicBezTo>
                    <a:pt x="11151" y="5511"/>
                    <a:pt x="11267" y="5627"/>
                    <a:pt x="11413" y="5627"/>
                  </a:cubicBezTo>
                  <a:lnTo>
                    <a:pt x="11415" y="5627"/>
                  </a:lnTo>
                  <a:cubicBezTo>
                    <a:pt x="11559" y="5627"/>
                    <a:pt x="11675" y="5509"/>
                    <a:pt x="11675" y="5365"/>
                  </a:cubicBezTo>
                  <a:cubicBezTo>
                    <a:pt x="11675" y="5221"/>
                    <a:pt x="11557" y="5103"/>
                    <a:pt x="11413" y="5103"/>
                  </a:cubicBezTo>
                  <a:close/>
                  <a:moveTo>
                    <a:pt x="12199" y="5103"/>
                  </a:moveTo>
                  <a:cubicBezTo>
                    <a:pt x="12055" y="5103"/>
                    <a:pt x="11937" y="5221"/>
                    <a:pt x="11937" y="5365"/>
                  </a:cubicBezTo>
                  <a:cubicBezTo>
                    <a:pt x="11937" y="5511"/>
                    <a:pt x="12055" y="5627"/>
                    <a:pt x="12199" y="5627"/>
                  </a:cubicBezTo>
                  <a:cubicBezTo>
                    <a:pt x="12344" y="5627"/>
                    <a:pt x="12461" y="5511"/>
                    <a:pt x="12461" y="5365"/>
                  </a:cubicBezTo>
                  <a:cubicBezTo>
                    <a:pt x="12461" y="5221"/>
                    <a:pt x="12344" y="5103"/>
                    <a:pt x="12199" y="5103"/>
                  </a:cubicBezTo>
                  <a:close/>
                  <a:moveTo>
                    <a:pt x="9058" y="5103"/>
                  </a:moveTo>
                  <a:cubicBezTo>
                    <a:pt x="8913" y="5103"/>
                    <a:pt x="8796" y="5221"/>
                    <a:pt x="8796" y="5365"/>
                  </a:cubicBezTo>
                  <a:cubicBezTo>
                    <a:pt x="8796" y="5511"/>
                    <a:pt x="8913" y="5627"/>
                    <a:pt x="9058" y="5627"/>
                  </a:cubicBezTo>
                  <a:cubicBezTo>
                    <a:pt x="9061" y="5627"/>
                    <a:pt x="9065" y="5627"/>
                    <a:pt x="9068" y="5627"/>
                  </a:cubicBezTo>
                  <a:cubicBezTo>
                    <a:pt x="9209" y="5627"/>
                    <a:pt x="9324" y="5515"/>
                    <a:pt x="9329" y="5374"/>
                  </a:cubicBezTo>
                  <a:lnTo>
                    <a:pt x="9329" y="5365"/>
                  </a:lnTo>
                  <a:lnTo>
                    <a:pt x="9320" y="5365"/>
                  </a:lnTo>
                  <a:cubicBezTo>
                    <a:pt x="9320" y="5221"/>
                    <a:pt x="9203" y="5103"/>
                    <a:pt x="9058" y="5103"/>
                  </a:cubicBezTo>
                  <a:close/>
                  <a:moveTo>
                    <a:pt x="227" y="5270"/>
                  </a:moveTo>
                  <a:cubicBezTo>
                    <a:pt x="102" y="5270"/>
                    <a:pt x="0" y="5371"/>
                    <a:pt x="0" y="5496"/>
                  </a:cubicBezTo>
                  <a:cubicBezTo>
                    <a:pt x="0" y="5621"/>
                    <a:pt x="102" y="5722"/>
                    <a:pt x="227" y="5722"/>
                  </a:cubicBezTo>
                  <a:lnTo>
                    <a:pt x="1144" y="5722"/>
                  </a:lnTo>
                  <a:cubicBezTo>
                    <a:pt x="1267" y="5722"/>
                    <a:pt x="1369" y="5621"/>
                    <a:pt x="1369" y="5496"/>
                  </a:cubicBezTo>
                  <a:cubicBezTo>
                    <a:pt x="1369" y="5371"/>
                    <a:pt x="1267" y="5271"/>
                    <a:pt x="1144" y="5270"/>
                  </a:cubicBezTo>
                  <a:close/>
                  <a:moveTo>
                    <a:pt x="5043" y="5270"/>
                  </a:moveTo>
                  <a:cubicBezTo>
                    <a:pt x="4918" y="5270"/>
                    <a:pt x="4817" y="5371"/>
                    <a:pt x="4817" y="5496"/>
                  </a:cubicBezTo>
                  <a:cubicBezTo>
                    <a:pt x="4817" y="5621"/>
                    <a:pt x="4918" y="5722"/>
                    <a:pt x="5043" y="5722"/>
                  </a:cubicBezTo>
                  <a:lnTo>
                    <a:pt x="7447" y="5722"/>
                  </a:lnTo>
                  <a:cubicBezTo>
                    <a:pt x="7570" y="5722"/>
                    <a:pt x="7671" y="5624"/>
                    <a:pt x="7673" y="5500"/>
                  </a:cubicBezTo>
                  <a:lnTo>
                    <a:pt x="7673" y="5496"/>
                  </a:lnTo>
                  <a:cubicBezTo>
                    <a:pt x="7673" y="5371"/>
                    <a:pt x="7572" y="5270"/>
                    <a:pt x="7447" y="5270"/>
                  </a:cubicBezTo>
                  <a:close/>
                  <a:moveTo>
                    <a:pt x="227" y="6310"/>
                  </a:moveTo>
                  <a:cubicBezTo>
                    <a:pt x="102" y="6310"/>
                    <a:pt x="0" y="6412"/>
                    <a:pt x="0" y="6537"/>
                  </a:cubicBezTo>
                  <a:cubicBezTo>
                    <a:pt x="0" y="6662"/>
                    <a:pt x="102" y="6763"/>
                    <a:pt x="227" y="6763"/>
                  </a:cubicBezTo>
                  <a:lnTo>
                    <a:pt x="1144" y="6763"/>
                  </a:lnTo>
                  <a:cubicBezTo>
                    <a:pt x="1266" y="6763"/>
                    <a:pt x="1366" y="6665"/>
                    <a:pt x="1369" y="6543"/>
                  </a:cubicBezTo>
                  <a:cubicBezTo>
                    <a:pt x="1372" y="6416"/>
                    <a:pt x="1272" y="6312"/>
                    <a:pt x="1145" y="6310"/>
                  </a:cubicBezTo>
                  <a:close/>
                  <a:moveTo>
                    <a:pt x="5043" y="6310"/>
                  </a:moveTo>
                  <a:cubicBezTo>
                    <a:pt x="4918" y="6310"/>
                    <a:pt x="4817" y="6412"/>
                    <a:pt x="4817" y="6537"/>
                  </a:cubicBezTo>
                  <a:cubicBezTo>
                    <a:pt x="4817" y="6662"/>
                    <a:pt x="4918" y="6763"/>
                    <a:pt x="5043" y="6763"/>
                  </a:cubicBezTo>
                  <a:lnTo>
                    <a:pt x="7447" y="6763"/>
                  </a:lnTo>
                  <a:cubicBezTo>
                    <a:pt x="7570" y="6763"/>
                    <a:pt x="7671" y="6666"/>
                    <a:pt x="7673" y="6543"/>
                  </a:cubicBezTo>
                  <a:cubicBezTo>
                    <a:pt x="7677" y="6418"/>
                    <a:pt x="7579" y="6313"/>
                    <a:pt x="7454" y="6310"/>
                  </a:cubicBezTo>
                  <a:close/>
                  <a:moveTo>
                    <a:pt x="9844" y="7262"/>
                  </a:moveTo>
                  <a:cubicBezTo>
                    <a:pt x="9698" y="7262"/>
                    <a:pt x="9582" y="7380"/>
                    <a:pt x="9582" y="7524"/>
                  </a:cubicBezTo>
                  <a:cubicBezTo>
                    <a:pt x="9582" y="7668"/>
                    <a:pt x="9698" y="7786"/>
                    <a:pt x="9844" y="7786"/>
                  </a:cubicBezTo>
                  <a:lnTo>
                    <a:pt x="9845" y="7786"/>
                  </a:lnTo>
                  <a:cubicBezTo>
                    <a:pt x="9990" y="7786"/>
                    <a:pt x="10106" y="7670"/>
                    <a:pt x="10106" y="7525"/>
                  </a:cubicBezTo>
                  <a:lnTo>
                    <a:pt x="10106" y="7524"/>
                  </a:lnTo>
                  <a:cubicBezTo>
                    <a:pt x="10106" y="7380"/>
                    <a:pt x="9988" y="7262"/>
                    <a:pt x="9844" y="7262"/>
                  </a:cubicBezTo>
                  <a:close/>
                  <a:moveTo>
                    <a:pt x="10628" y="7262"/>
                  </a:moveTo>
                  <a:cubicBezTo>
                    <a:pt x="10484" y="7262"/>
                    <a:pt x="10366" y="7380"/>
                    <a:pt x="10366" y="7524"/>
                  </a:cubicBezTo>
                  <a:cubicBezTo>
                    <a:pt x="10366" y="7668"/>
                    <a:pt x="10484" y="7786"/>
                    <a:pt x="10628" y="7786"/>
                  </a:cubicBezTo>
                  <a:lnTo>
                    <a:pt x="10630" y="7786"/>
                  </a:lnTo>
                  <a:cubicBezTo>
                    <a:pt x="10774" y="7786"/>
                    <a:pt x="10890" y="7670"/>
                    <a:pt x="10890" y="7525"/>
                  </a:cubicBezTo>
                  <a:lnTo>
                    <a:pt x="10890" y="7524"/>
                  </a:lnTo>
                  <a:cubicBezTo>
                    <a:pt x="10890" y="7380"/>
                    <a:pt x="10773" y="7262"/>
                    <a:pt x="10628" y="7262"/>
                  </a:cubicBezTo>
                  <a:close/>
                  <a:moveTo>
                    <a:pt x="11413" y="7262"/>
                  </a:moveTo>
                  <a:cubicBezTo>
                    <a:pt x="11269" y="7262"/>
                    <a:pt x="11151" y="7380"/>
                    <a:pt x="11151" y="7524"/>
                  </a:cubicBezTo>
                  <a:cubicBezTo>
                    <a:pt x="11151" y="7668"/>
                    <a:pt x="11269" y="7786"/>
                    <a:pt x="11413" y="7786"/>
                  </a:cubicBezTo>
                  <a:lnTo>
                    <a:pt x="11415" y="7786"/>
                  </a:lnTo>
                  <a:cubicBezTo>
                    <a:pt x="11559" y="7786"/>
                    <a:pt x="11675" y="7670"/>
                    <a:pt x="11675" y="7525"/>
                  </a:cubicBezTo>
                  <a:lnTo>
                    <a:pt x="11675" y="7524"/>
                  </a:lnTo>
                  <a:cubicBezTo>
                    <a:pt x="11675" y="7380"/>
                    <a:pt x="11557" y="7262"/>
                    <a:pt x="11413" y="7262"/>
                  </a:cubicBezTo>
                  <a:close/>
                  <a:moveTo>
                    <a:pt x="8273" y="7262"/>
                  </a:moveTo>
                  <a:cubicBezTo>
                    <a:pt x="8128" y="7262"/>
                    <a:pt x="8011" y="7380"/>
                    <a:pt x="8011" y="7524"/>
                  </a:cubicBezTo>
                  <a:cubicBezTo>
                    <a:pt x="8011" y="7668"/>
                    <a:pt x="8128" y="7786"/>
                    <a:pt x="8273" y="7786"/>
                  </a:cubicBezTo>
                  <a:cubicBezTo>
                    <a:pt x="8274" y="7786"/>
                    <a:pt x="8275" y="7786"/>
                    <a:pt x="8276" y="7786"/>
                  </a:cubicBezTo>
                  <a:cubicBezTo>
                    <a:pt x="8419" y="7786"/>
                    <a:pt x="8535" y="7670"/>
                    <a:pt x="8536" y="7528"/>
                  </a:cubicBezTo>
                  <a:lnTo>
                    <a:pt x="8536" y="7524"/>
                  </a:lnTo>
                  <a:cubicBezTo>
                    <a:pt x="8536" y="7380"/>
                    <a:pt x="8419" y="7262"/>
                    <a:pt x="8273" y="7262"/>
                  </a:cubicBezTo>
                  <a:close/>
                  <a:moveTo>
                    <a:pt x="12199" y="7262"/>
                  </a:moveTo>
                  <a:cubicBezTo>
                    <a:pt x="12055" y="7262"/>
                    <a:pt x="11937" y="7380"/>
                    <a:pt x="11937" y="7524"/>
                  </a:cubicBezTo>
                  <a:cubicBezTo>
                    <a:pt x="11937" y="7668"/>
                    <a:pt x="12055" y="7786"/>
                    <a:pt x="12199" y="7786"/>
                  </a:cubicBezTo>
                  <a:cubicBezTo>
                    <a:pt x="12200" y="7786"/>
                    <a:pt x="12201" y="7786"/>
                    <a:pt x="12202" y="7786"/>
                  </a:cubicBezTo>
                  <a:cubicBezTo>
                    <a:pt x="12345" y="7786"/>
                    <a:pt x="12461" y="7670"/>
                    <a:pt x="12463" y="7528"/>
                  </a:cubicBezTo>
                  <a:lnTo>
                    <a:pt x="12463" y="7524"/>
                  </a:lnTo>
                  <a:cubicBezTo>
                    <a:pt x="12463" y="7380"/>
                    <a:pt x="12345" y="7262"/>
                    <a:pt x="12199" y="7262"/>
                  </a:cubicBezTo>
                  <a:close/>
                  <a:moveTo>
                    <a:pt x="9059" y="7262"/>
                  </a:moveTo>
                  <a:cubicBezTo>
                    <a:pt x="8913" y="7262"/>
                    <a:pt x="8796" y="7380"/>
                    <a:pt x="8796" y="7524"/>
                  </a:cubicBezTo>
                  <a:cubicBezTo>
                    <a:pt x="8796" y="7668"/>
                    <a:pt x="8913" y="7786"/>
                    <a:pt x="9059" y="7786"/>
                  </a:cubicBezTo>
                  <a:cubicBezTo>
                    <a:pt x="9063" y="7786"/>
                    <a:pt x="9066" y="7786"/>
                    <a:pt x="9070" y="7786"/>
                  </a:cubicBezTo>
                  <a:cubicBezTo>
                    <a:pt x="9208" y="7786"/>
                    <a:pt x="9323" y="7677"/>
                    <a:pt x="9329" y="7537"/>
                  </a:cubicBezTo>
                  <a:cubicBezTo>
                    <a:pt x="9329" y="7533"/>
                    <a:pt x="9329" y="7528"/>
                    <a:pt x="9329" y="7524"/>
                  </a:cubicBezTo>
                  <a:lnTo>
                    <a:pt x="9321" y="7524"/>
                  </a:lnTo>
                  <a:cubicBezTo>
                    <a:pt x="9321" y="7380"/>
                    <a:pt x="9203" y="7262"/>
                    <a:pt x="9059" y="7262"/>
                  </a:cubicBezTo>
                  <a:close/>
                  <a:moveTo>
                    <a:pt x="227" y="7363"/>
                  </a:moveTo>
                  <a:cubicBezTo>
                    <a:pt x="102" y="7363"/>
                    <a:pt x="0" y="7464"/>
                    <a:pt x="0" y="7589"/>
                  </a:cubicBezTo>
                  <a:cubicBezTo>
                    <a:pt x="0" y="7715"/>
                    <a:pt x="102" y="7816"/>
                    <a:pt x="227" y="7816"/>
                  </a:cubicBezTo>
                  <a:lnTo>
                    <a:pt x="1144" y="7816"/>
                  </a:lnTo>
                  <a:cubicBezTo>
                    <a:pt x="1267" y="7814"/>
                    <a:pt x="1369" y="7715"/>
                    <a:pt x="1369" y="7589"/>
                  </a:cubicBezTo>
                  <a:cubicBezTo>
                    <a:pt x="1369" y="7464"/>
                    <a:pt x="1267" y="7363"/>
                    <a:pt x="1144" y="7363"/>
                  </a:cubicBezTo>
                  <a:close/>
                  <a:moveTo>
                    <a:pt x="5043" y="7363"/>
                  </a:moveTo>
                  <a:cubicBezTo>
                    <a:pt x="4918" y="7363"/>
                    <a:pt x="4817" y="7464"/>
                    <a:pt x="4817" y="7589"/>
                  </a:cubicBezTo>
                  <a:cubicBezTo>
                    <a:pt x="4817" y="7715"/>
                    <a:pt x="4918" y="7816"/>
                    <a:pt x="5043" y="7816"/>
                  </a:cubicBezTo>
                  <a:lnTo>
                    <a:pt x="7447" y="7816"/>
                  </a:lnTo>
                  <a:cubicBezTo>
                    <a:pt x="7572" y="7816"/>
                    <a:pt x="7673" y="7715"/>
                    <a:pt x="7673" y="7589"/>
                  </a:cubicBezTo>
                  <a:cubicBezTo>
                    <a:pt x="7674" y="7466"/>
                    <a:pt x="7575" y="7365"/>
                    <a:pt x="7451" y="7363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" name="Google Shape;1231;p37"/>
            <p:cNvSpPr/>
            <p:nvPr/>
          </p:nvSpPr>
          <p:spPr>
            <a:xfrm>
              <a:off x="4179400" y="3405500"/>
              <a:ext cx="311800" cy="195525"/>
            </a:xfrm>
            <a:custGeom>
              <a:rect b="b" l="l" r="r" t="t"/>
              <a:pathLst>
                <a:path extrusionOk="0" h="7821" w="12472">
                  <a:moveTo>
                    <a:pt x="2165" y="39"/>
                  </a:moveTo>
                  <a:cubicBezTo>
                    <a:pt x="2040" y="39"/>
                    <a:pt x="1939" y="140"/>
                    <a:pt x="1939" y="265"/>
                  </a:cubicBezTo>
                  <a:cubicBezTo>
                    <a:pt x="1939" y="390"/>
                    <a:pt x="2040" y="491"/>
                    <a:pt x="2165" y="491"/>
                  </a:cubicBezTo>
                  <a:lnTo>
                    <a:pt x="4568" y="491"/>
                  </a:lnTo>
                  <a:cubicBezTo>
                    <a:pt x="4694" y="491"/>
                    <a:pt x="4795" y="390"/>
                    <a:pt x="4795" y="265"/>
                  </a:cubicBezTo>
                  <a:cubicBezTo>
                    <a:pt x="4795" y="142"/>
                    <a:pt x="4696" y="40"/>
                    <a:pt x="4573" y="39"/>
                  </a:cubicBezTo>
                  <a:close/>
                  <a:moveTo>
                    <a:pt x="227" y="43"/>
                  </a:moveTo>
                  <a:cubicBezTo>
                    <a:pt x="102" y="43"/>
                    <a:pt x="0" y="145"/>
                    <a:pt x="0" y="270"/>
                  </a:cubicBezTo>
                  <a:cubicBezTo>
                    <a:pt x="0" y="395"/>
                    <a:pt x="102" y="496"/>
                    <a:pt x="227" y="496"/>
                  </a:cubicBezTo>
                  <a:lnTo>
                    <a:pt x="1144" y="496"/>
                  </a:lnTo>
                  <a:cubicBezTo>
                    <a:pt x="1267" y="496"/>
                    <a:pt x="1369" y="395"/>
                    <a:pt x="1369" y="270"/>
                  </a:cubicBezTo>
                  <a:cubicBezTo>
                    <a:pt x="1369" y="145"/>
                    <a:pt x="1267" y="43"/>
                    <a:pt x="1144" y="43"/>
                  </a:cubicBezTo>
                  <a:close/>
                  <a:moveTo>
                    <a:pt x="5591" y="0"/>
                  </a:moveTo>
                  <a:cubicBezTo>
                    <a:pt x="5447" y="0"/>
                    <a:pt x="5329" y="116"/>
                    <a:pt x="5328" y="261"/>
                  </a:cubicBezTo>
                  <a:cubicBezTo>
                    <a:pt x="5326" y="405"/>
                    <a:pt x="5442" y="524"/>
                    <a:pt x="5587" y="526"/>
                  </a:cubicBezTo>
                  <a:lnTo>
                    <a:pt x="5591" y="526"/>
                  </a:lnTo>
                  <a:cubicBezTo>
                    <a:pt x="5734" y="524"/>
                    <a:pt x="5850" y="408"/>
                    <a:pt x="5852" y="265"/>
                  </a:cubicBezTo>
                  <a:cubicBezTo>
                    <a:pt x="5853" y="121"/>
                    <a:pt x="5737" y="2"/>
                    <a:pt x="5591" y="0"/>
                  </a:cubicBezTo>
                  <a:close/>
                  <a:moveTo>
                    <a:pt x="6376" y="0"/>
                  </a:moveTo>
                  <a:cubicBezTo>
                    <a:pt x="6232" y="0"/>
                    <a:pt x="6114" y="116"/>
                    <a:pt x="6112" y="261"/>
                  </a:cubicBezTo>
                  <a:cubicBezTo>
                    <a:pt x="6111" y="405"/>
                    <a:pt x="6227" y="524"/>
                    <a:pt x="6373" y="526"/>
                  </a:cubicBezTo>
                  <a:lnTo>
                    <a:pt x="6376" y="526"/>
                  </a:lnTo>
                  <a:cubicBezTo>
                    <a:pt x="6520" y="526"/>
                    <a:pt x="6637" y="408"/>
                    <a:pt x="6637" y="265"/>
                  </a:cubicBezTo>
                  <a:cubicBezTo>
                    <a:pt x="6638" y="121"/>
                    <a:pt x="6522" y="2"/>
                    <a:pt x="6376" y="0"/>
                  </a:cubicBezTo>
                  <a:close/>
                  <a:moveTo>
                    <a:pt x="7164" y="0"/>
                  </a:moveTo>
                  <a:cubicBezTo>
                    <a:pt x="7019" y="0"/>
                    <a:pt x="6900" y="116"/>
                    <a:pt x="6899" y="261"/>
                  </a:cubicBezTo>
                  <a:cubicBezTo>
                    <a:pt x="6899" y="405"/>
                    <a:pt x="7015" y="524"/>
                    <a:pt x="7159" y="526"/>
                  </a:cubicBezTo>
                  <a:lnTo>
                    <a:pt x="7161" y="526"/>
                  </a:lnTo>
                  <a:cubicBezTo>
                    <a:pt x="7305" y="526"/>
                    <a:pt x="7423" y="410"/>
                    <a:pt x="7424" y="265"/>
                  </a:cubicBezTo>
                  <a:cubicBezTo>
                    <a:pt x="7424" y="121"/>
                    <a:pt x="7308" y="2"/>
                    <a:pt x="7164" y="0"/>
                  </a:cubicBezTo>
                  <a:close/>
                  <a:moveTo>
                    <a:pt x="7948" y="0"/>
                  </a:moveTo>
                  <a:cubicBezTo>
                    <a:pt x="7804" y="0"/>
                    <a:pt x="7685" y="116"/>
                    <a:pt x="7683" y="261"/>
                  </a:cubicBezTo>
                  <a:cubicBezTo>
                    <a:pt x="7683" y="405"/>
                    <a:pt x="7799" y="524"/>
                    <a:pt x="7944" y="526"/>
                  </a:cubicBezTo>
                  <a:lnTo>
                    <a:pt x="7947" y="526"/>
                  </a:lnTo>
                  <a:cubicBezTo>
                    <a:pt x="8090" y="526"/>
                    <a:pt x="8207" y="410"/>
                    <a:pt x="8209" y="265"/>
                  </a:cubicBezTo>
                  <a:cubicBezTo>
                    <a:pt x="8210" y="121"/>
                    <a:pt x="8093" y="2"/>
                    <a:pt x="7948" y="0"/>
                  </a:cubicBezTo>
                  <a:close/>
                  <a:moveTo>
                    <a:pt x="8733" y="0"/>
                  </a:moveTo>
                  <a:cubicBezTo>
                    <a:pt x="8589" y="0"/>
                    <a:pt x="8469" y="116"/>
                    <a:pt x="8469" y="261"/>
                  </a:cubicBezTo>
                  <a:cubicBezTo>
                    <a:pt x="8468" y="405"/>
                    <a:pt x="8584" y="524"/>
                    <a:pt x="8729" y="526"/>
                  </a:cubicBezTo>
                  <a:lnTo>
                    <a:pt x="8731" y="526"/>
                  </a:lnTo>
                  <a:cubicBezTo>
                    <a:pt x="8874" y="526"/>
                    <a:pt x="8992" y="410"/>
                    <a:pt x="8994" y="265"/>
                  </a:cubicBezTo>
                  <a:cubicBezTo>
                    <a:pt x="8995" y="121"/>
                    <a:pt x="8877" y="2"/>
                    <a:pt x="8733" y="0"/>
                  </a:cubicBezTo>
                  <a:close/>
                  <a:moveTo>
                    <a:pt x="9518" y="0"/>
                  </a:moveTo>
                  <a:cubicBezTo>
                    <a:pt x="9373" y="0"/>
                    <a:pt x="9256" y="116"/>
                    <a:pt x="9254" y="261"/>
                  </a:cubicBezTo>
                  <a:cubicBezTo>
                    <a:pt x="9253" y="405"/>
                    <a:pt x="9369" y="524"/>
                    <a:pt x="9513" y="526"/>
                  </a:cubicBezTo>
                  <a:lnTo>
                    <a:pt x="9516" y="526"/>
                  </a:lnTo>
                  <a:cubicBezTo>
                    <a:pt x="9659" y="526"/>
                    <a:pt x="9777" y="410"/>
                    <a:pt x="9778" y="265"/>
                  </a:cubicBezTo>
                  <a:cubicBezTo>
                    <a:pt x="9780" y="121"/>
                    <a:pt x="9664" y="2"/>
                    <a:pt x="9518" y="0"/>
                  </a:cubicBezTo>
                  <a:close/>
                  <a:moveTo>
                    <a:pt x="2143" y="1095"/>
                  </a:moveTo>
                  <a:cubicBezTo>
                    <a:pt x="2028" y="1095"/>
                    <a:pt x="1929" y="1182"/>
                    <a:pt x="1918" y="1300"/>
                  </a:cubicBezTo>
                  <a:cubicBezTo>
                    <a:pt x="1906" y="1424"/>
                    <a:pt x="1997" y="1535"/>
                    <a:pt x="2121" y="1547"/>
                  </a:cubicBezTo>
                  <a:cubicBezTo>
                    <a:pt x="2128" y="1548"/>
                    <a:pt x="2136" y="1548"/>
                    <a:pt x="2143" y="1548"/>
                  </a:cubicBezTo>
                  <a:cubicBezTo>
                    <a:pt x="2150" y="1548"/>
                    <a:pt x="2158" y="1548"/>
                    <a:pt x="2165" y="1547"/>
                  </a:cubicBezTo>
                  <a:lnTo>
                    <a:pt x="4568" y="1547"/>
                  </a:lnTo>
                  <a:cubicBezTo>
                    <a:pt x="4569" y="1547"/>
                    <a:pt x="4570" y="1547"/>
                    <a:pt x="4571" y="1547"/>
                  </a:cubicBezTo>
                  <a:cubicBezTo>
                    <a:pt x="4694" y="1547"/>
                    <a:pt x="4793" y="1448"/>
                    <a:pt x="4795" y="1325"/>
                  </a:cubicBezTo>
                  <a:cubicBezTo>
                    <a:pt x="4795" y="1321"/>
                    <a:pt x="4795" y="1315"/>
                    <a:pt x="4793" y="1310"/>
                  </a:cubicBezTo>
                  <a:lnTo>
                    <a:pt x="4795" y="1310"/>
                  </a:lnTo>
                  <a:cubicBezTo>
                    <a:pt x="4789" y="1190"/>
                    <a:pt x="4689" y="1096"/>
                    <a:pt x="4568" y="1096"/>
                  </a:cubicBezTo>
                  <a:lnTo>
                    <a:pt x="2165" y="1096"/>
                  </a:lnTo>
                  <a:cubicBezTo>
                    <a:pt x="2158" y="1095"/>
                    <a:pt x="2151" y="1095"/>
                    <a:pt x="2143" y="1095"/>
                  </a:cubicBezTo>
                  <a:close/>
                  <a:moveTo>
                    <a:pt x="227" y="1100"/>
                  </a:moveTo>
                  <a:cubicBezTo>
                    <a:pt x="102" y="1112"/>
                    <a:pt x="11" y="1224"/>
                    <a:pt x="23" y="1348"/>
                  </a:cubicBezTo>
                  <a:cubicBezTo>
                    <a:pt x="33" y="1455"/>
                    <a:pt x="118" y="1541"/>
                    <a:pt x="227" y="1552"/>
                  </a:cubicBezTo>
                  <a:lnTo>
                    <a:pt x="1144" y="1552"/>
                  </a:lnTo>
                  <a:cubicBezTo>
                    <a:pt x="1267" y="1552"/>
                    <a:pt x="1370" y="1450"/>
                    <a:pt x="1370" y="1325"/>
                  </a:cubicBezTo>
                  <a:cubicBezTo>
                    <a:pt x="1370" y="1321"/>
                    <a:pt x="1370" y="1315"/>
                    <a:pt x="1369" y="1310"/>
                  </a:cubicBezTo>
                  <a:lnTo>
                    <a:pt x="1369" y="1315"/>
                  </a:lnTo>
                  <a:cubicBezTo>
                    <a:pt x="1363" y="1194"/>
                    <a:pt x="1263" y="1100"/>
                    <a:pt x="1144" y="1100"/>
                  </a:cubicBezTo>
                  <a:close/>
                  <a:moveTo>
                    <a:pt x="2165" y="2131"/>
                  </a:moveTo>
                  <a:cubicBezTo>
                    <a:pt x="2040" y="2131"/>
                    <a:pt x="1939" y="2232"/>
                    <a:pt x="1939" y="2357"/>
                  </a:cubicBezTo>
                  <a:cubicBezTo>
                    <a:pt x="1939" y="2482"/>
                    <a:pt x="2040" y="2583"/>
                    <a:pt x="2165" y="2583"/>
                  </a:cubicBezTo>
                  <a:lnTo>
                    <a:pt x="4568" y="2583"/>
                  </a:lnTo>
                  <a:cubicBezTo>
                    <a:pt x="4569" y="2583"/>
                    <a:pt x="4570" y="2583"/>
                    <a:pt x="4571" y="2583"/>
                  </a:cubicBezTo>
                  <a:cubicBezTo>
                    <a:pt x="4694" y="2583"/>
                    <a:pt x="4793" y="2484"/>
                    <a:pt x="4795" y="2362"/>
                  </a:cubicBezTo>
                  <a:lnTo>
                    <a:pt x="4795" y="2357"/>
                  </a:lnTo>
                  <a:cubicBezTo>
                    <a:pt x="4795" y="2232"/>
                    <a:pt x="4694" y="2131"/>
                    <a:pt x="4568" y="2131"/>
                  </a:cubicBezTo>
                  <a:close/>
                  <a:moveTo>
                    <a:pt x="227" y="2135"/>
                  </a:moveTo>
                  <a:cubicBezTo>
                    <a:pt x="102" y="2135"/>
                    <a:pt x="0" y="2237"/>
                    <a:pt x="0" y="2362"/>
                  </a:cubicBezTo>
                  <a:cubicBezTo>
                    <a:pt x="0" y="2487"/>
                    <a:pt x="102" y="2588"/>
                    <a:pt x="227" y="2588"/>
                  </a:cubicBezTo>
                  <a:lnTo>
                    <a:pt x="1144" y="2588"/>
                  </a:lnTo>
                  <a:cubicBezTo>
                    <a:pt x="1267" y="2588"/>
                    <a:pt x="1369" y="2487"/>
                    <a:pt x="1369" y="2362"/>
                  </a:cubicBezTo>
                  <a:cubicBezTo>
                    <a:pt x="1369" y="2237"/>
                    <a:pt x="1267" y="2137"/>
                    <a:pt x="1144" y="2135"/>
                  </a:cubicBezTo>
                  <a:close/>
                  <a:moveTo>
                    <a:pt x="5593" y="2104"/>
                  </a:moveTo>
                  <a:cubicBezTo>
                    <a:pt x="5590" y="2104"/>
                    <a:pt x="5586" y="2104"/>
                    <a:pt x="5582" y="2104"/>
                  </a:cubicBezTo>
                  <a:cubicBezTo>
                    <a:pt x="5436" y="2108"/>
                    <a:pt x="5323" y="2229"/>
                    <a:pt x="5328" y="2374"/>
                  </a:cubicBezTo>
                  <a:cubicBezTo>
                    <a:pt x="5332" y="2516"/>
                    <a:pt x="5450" y="2628"/>
                    <a:pt x="5593" y="2628"/>
                  </a:cubicBezTo>
                  <a:cubicBezTo>
                    <a:pt x="5736" y="2628"/>
                    <a:pt x="5852" y="2512"/>
                    <a:pt x="5852" y="2368"/>
                  </a:cubicBezTo>
                  <a:cubicBezTo>
                    <a:pt x="5852" y="2365"/>
                    <a:pt x="5852" y="2360"/>
                    <a:pt x="5852" y="2357"/>
                  </a:cubicBezTo>
                  <a:cubicBezTo>
                    <a:pt x="5848" y="2216"/>
                    <a:pt x="5733" y="2104"/>
                    <a:pt x="5593" y="2104"/>
                  </a:cubicBezTo>
                  <a:close/>
                  <a:moveTo>
                    <a:pt x="6378" y="2104"/>
                  </a:moveTo>
                  <a:cubicBezTo>
                    <a:pt x="6374" y="2104"/>
                    <a:pt x="6371" y="2104"/>
                    <a:pt x="6367" y="2104"/>
                  </a:cubicBezTo>
                  <a:cubicBezTo>
                    <a:pt x="6221" y="2108"/>
                    <a:pt x="6108" y="2229"/>
                    <a:pt x="6112" y="2374"/>
                  </a:cubicBezTo>
                  <a:cubicBezTo>
                    <a:pt x="6117" y="2516"/>
                    <a:pt x="6235" y="2628"/>
                    <a:pt x="6377" y="2628"/>
                  </a:cubicBezTo>
                  <a:cubicBezTo>
                    <a:pt x="6520" y="2628"/>
                    <a:pt x="6637" y="2512"/>
                    <a:pt x="6638" y="2368"/>
                  </a:cubicBezTo>
                  <a:cubicBezTo>
                    <a:pt x="6638" y="2365"/>
                    <a:pt x="6638" y="2360"/>
                    <a:pt x="6637" y="2357"/>
                  </a:cubicBezTo>
                  <a:cubicBezTo>
                    <a:pt x="6632" y="2216"/>
                    <a:pt x="6517" y="2104"/>
                    <a:pt x="6378" y="2104"/>
                  </a:cubicBezTo>
                  <a:close/>
                  <a:moveTo>
                    <a:pt x="7164" y="2104"/>
                  </a:moveTo>
                  <a:cubicBezTo>
                    <a:pt x="7160" y="2104"/>
                    <a:pt x="7157" y="2104"/>
                    <a:pt x="7153" y="2104"/>
                  </a:cubicBezTo>
                  <a:cubicBezTo>
                    <a:pt x="7009" y="2108"/>
                    <a:pt x="6896" y="2229"/>
                    <a:pt x="6900" y="2374"/>
                  </a:cubicBezTo>
                  <a:cubicBezTo>
                    <a:pt x="6905" y="2515"/>
                    <a:pt x="7021" y="2628"/>
                    <a:pt x="7162" y="2628"/>
                  </a:cubicBezTo>
                  <a:cubicBezTo>
                    <a:pt x="7307" y="2628"/>
                    <a:pt x="7424" y="2510"/>
                    <a:pt x="7424" y="2366"/>
                  </a:cubicBezTo>
                  <a:lnTo>
                    <a:pt x="7424" y="2357"/>
                  </a:lnTo>
                  <a:cubicBezTo>
                    <a:pt x="7420" y="2216"/>
                    <a:pt x="7304" y="2104"/>
                    <a:pt x="7164" y="2104"/>
                  </a:cubicBezTo>
                  <a:close/>
                  <a:moveTo>
                    <a:pt x="7949" y="2104"/>
                  </a:moveTo>
                  <a:cubicBezTo>
                    <a:pt x="7945" y="2104"/>
                    <a:pt x="7942" y="2104"/>
                    <a:pt x="7938" y="2104"/>
                  </a:cubicBezTo>
                  <a:cubicBezTo>
                    <a:pt x="7793" y="2108"/>
                    <a:pt x="7680" y="2229"/>
                    <a:pt x="7685" y="2374"/>
                  </a:cubicBezTo>
                  <a:cubicBezTo>
                    <a:pt x="7689" y="2515"/>
                    <a:pt x="7805" y="2628"/>
                    <a:pt x="7947" y="2628"/>
                  </a:cubicBezTo>
                  <a:cubicBezTo>
                    <a:pt x="8091" y="2628"/>
                    <a:pt x="8209" y="2510"/>
                    <a:pt x="8209" y="2366"/>
                  </a:cubicBezTo>
                  <a:lnTo>
                    <a:pt x="8209" y="2357"/>
                  </a:lnTo>
                  <a:cubicBezTo>
                    <a:pt x="8205" y="2216"/>
                    <a:pt x="8090" y="2104"/>
                    <a:pt x="7949" y="2104"/>
                  </a:cubicBezTo>
                  <a:close/>
                  <a:moveTo>
                    <a:pt x="8733" y="2104"/>
                  </a:moveTo>
                  <a:cubicBezTo>
                    <a:pt x="8730" y="2104"/>
                    <a:pt x="8726" y="2104"/>
                    <a:pt x="8723" y="2104"/>
                  </a:cubicBezTo>
                  <a:cubicBezTo>
                    <a:pt x="8578" y="2108"/>
                    <a:pt x="8465" y="2229"/>
                    <a:pt x="8469" y="2374"/>
                  </a:cubicBezTo>
                  <a:cubicBezTo>
                    <a:pt x="8474" y="2515"/>
                    <a:pt x="8590" y="2628"/>
                    <a:pt x="8731" y="2628"/>
                  </a:cubicBezTo>
                  <a:cubicBezTo>
                    <a:pt x="8876" y="2628"/>
                    <a:pt x="8994" y="2510"/>
                    <a:pt x="8994" y="2366"/>
                  </a:cubicBezTo>
                  <a:lnTo>
                    <a:pt x="8994" y="2357"/>
                  </a:lnTo>
                  <a:cubicBezTo>
                    <a:pt x="8989" y="2216"/>
                    <a:pt x="8874" y="2104"/>
                    <a:pt x="8733" y="2104"/>
                  </a:cubicBezTo>
                  <a:close/>
                  <a:moveTo>
                    <a:pt x="9519" y="2104"/>
                  </a:moveTo>
                  <a:cubicBezTo>
                    <a:pt x="9516" y="2104"/>
                    <a:pt x="9512" y="2104"/>
                    <a:pt x="9509" y="2104"/>
                  </a:cubicBezTo>
                  <a:cubicBezTo>
                    <a:pt x="9363" y="2108"/>
                    <a:pt x="9250" y="2229"/>
                    <a:pt x="9254" y="2374"/>
                  </a:cubicBezTo>
                  <a:cubicBezTo>
                    <a:pt x="9259" y="2515"/>
                    <a:pt x="9375" y="2628"/>
                    <a:pt x="9516" y="2628"/>
                  </a:cubicBezTo>
                  <a:cubicBezTo>
                    <a:pt x="9661" y="2628"/>
                    <a:pt x="9778" y="2510"/>
                    <a:pt x="9778" y="2366"/>
                  </a:cubicBezTo>
                  <a:lnTo>
                    <a:pt x="9778" y="2357"/>
                  </a:lnTo>
                  <a:cubicBezTo>
                    <a:pt x="9774" y="2216"/>
                    <a:pt x="9659" y="2104"/>
                    <a:pt x="9519" y="2104"/>
                  </a:cubicBezTo>
                  <a:close/>
                  <a:moveTo>
                    <a:pt x="2165" y="3178"/>
                  </a:moveTo>
                  <a:cubicBezTo>
                    <a:pt x="2040" y="3178"/>
                    <a:pt x="1939" y="3279"/>
                    <a:pt x="1939" y="3404"/>
                  </a:cubicBezTo>
                  <a:cubicBezTo>
                    <a:pt x="1939" y="3529"/>
                    <a:pt x="2040" y="3630"/>
                    <a:pt x="2165" y="3630"/>
                  </a:cubicBezTo>
                  <a:lnTo>
                    <a:pt x="4568" y="3630"/>
                  </a:lnTo>
                  <a:cubicBezTo>
                    <a:pt x="4569" y="3630"/>
                    <a:pt x="4570" y="3630"/>
                    <a:pt x="4571" y="3630"/>
                  </a:cubicBezTo>
                  <a:cubicBezTo>
                    <a:pt x="4694" y="3630"/>
                    <a:pt x="4793" y="3531"/>
                    <a:pt x="4795" y="3408"/>
                  </a:cubicBezTo>
                  <a:lnTo>
                    <a:pt x="4795" y="3404"/>
                  </a:lnTo>
                  <a:cubicBezTo>
                    <a:pt x="4795" y="3280"/>
                    <a:pt x="4696" y="3179"/>
                    <a:pt x="4573" y="3178"/>
                  </a:cubicBezTo>
                  <a:close/>
                  <a:moveTo>
                    <a:pt x="227" y="3182"/>
                  </a:moveTo>
                  <a:cubicBezTo>
                    <a:pt x="102" y="3182"/>
                    <a:pt x="0" y="3283"/>
                    <a:pt x="0" y="3408"/>
                  </a:cubicBezTo>
                  <a:cubicBezTo>
                    <a:pt x="0" y="3533"/>
                    <a:pt x="102" y="3635"/>
                    <a:pt x="227" y="3635"/>
                  </a:cubicBezTo>
                  <a:lnTo>
                    <a:pt x="1144" y="3635"/>
                  </a:lnTo>
                  <a:cubicBezTo>
                    <a:pt x="1267" y="3635"/>
                    <a:pt x="1369" y="3533"/>
                    <a:pt x="1369" y="3408"/>
                  </a:cubicBezTo>
                  <a:cubicBezTo>
                    <a:pt x="1369" y="3283"/>
                    <a:pt x="1267" y="3182"/>
                    <a:pt x="1144" y="3182"/>
                  </a:cubicBezTo>
                  <a:close/>
                  <a:moveTo>
                    <a:pt x="2165" y="4226"/>
                  </a:moveTo>
                  <a:cubicBezTo>
                    <a:pt x="2040" y="4226"/>
                    <a:pt x="1939" y="4327"/>
                    <a:pt x="1939" y="4451"/>
                  </a:cubicBezTo>
                  <a:cubicBezTo>
                    <a:pt x="1939" y="4576"/>
                    <a:pt x="2040" y="4677"/>
                    <a:pt x="2165" y="4677"/>
                  </a:cubicBezTo>
                  <a:lnTo>
                    <a:pt x="4568" y="4677"/>
                  </a:lnTo>
                  <a:cubicBezTo>
                    <a:pt x="4694" y="4677"/>
                    <a:pt x="4795" y="4576"/>
                    <a:pt x="4795" y="4451"/>
                  </a:cubicBezTo>
                  <a:cubicBezTo>
                    <a:pt x="4795" y="4327"/>
                    <a:pt x="4696" y="4226"/>
                    <a:pt x="4573" y="4226"/>
                  </a:cubicBezTo>
                  <a:close/>
                  <a:moveTo>
                    <a:pt x="227" y="4229"/>
                  </a:moveTo>
                  <a:cubicBezTo>
                    <a:pt x="102" y="4229"/>
                    <a:pt x="0" y="4330"/>
                    <a:pt x="0" y="4455"/>
                  </a:cubicBezTo>
                  <a:cubicBezTo>
                    <a:pt x="0" y="4580"/>
                    <a:pt x="102" y="4681"/>
                    <a:pt x="227" y="4681"/>
                  </a:cubicBezTo>
                  <a:lnTo>
                    <a:pt x="1144" y="4681"/>
                  </a:lnTo>
                  <a:cubicBezTo>
                    <a:pt x="1269" y="4680"/>
                    <a:pt x="1370" y="4577"/>
                    <a:pt x="1369" y="4452"/>
                  </a:cubicBezTo>
                  <a:lnTo>
                    <a:pt x="1369" y="4452"/>
                  </a:lnTo>
                  <a:lnTo>
                    <a:pt x="1369" y="4455"/>
                  </a:lnTo>
                  <a:cubicBezTo>
                    <a:pt x="1369" y="4330"/>
                    <a:pt x="1267" y="4229"/>
                    <a:pt x="1144" y="4229"/>
                  </a:cubicBezTo>
                  <a:close/>
                  <a:moveTo>
                    <a:pt x="8273" y="5104"/>
                  </a:moveTo>
                  <a:cubicBezTo>
                    <a:pt x="8128" y="5104"/>
                    <a:pt x="8011" y="5222"/>
                    <a:pt x="8011" y="5366"/>
                  </a:cubicBezTo>
                  <a:cubicBezTo>
                    <a:pt x="8011" y="5511"/>
                    <a:pt x="8128" y="5628"/>
                    <a:pt x="8273" y="5628"/>
                  </a:cubicBezTo>
                  <a:cubicBezTo>
                    <a:pt x="8417" y="5628"/>
                    <a:pt x="8535" y="5511"/>
                    <a:pt x="8535" y="5366"/>
                  </a:cubicBezTo>
                  <a:cubicBezTo>
                    <a:pt x="8535" y="5222"/>
                    <a:pt x="8417" y="5104"/>
                    <a:pt x="8273" y="5104"/>
                  </a:cubicBezTo>
                  <a:close/>
                  <a:moveTo>
                    <a:pt x="9842" y="5104"/>
                  </a:moveTo>
                  <a:cubicBezTo>
                    <a:pt x="9698" y="5104"/>
                    <a:pt x="9580" y="5222"/>
                    <a:pt x="9580" y="5366"/>
                  </a:cubicBezTo>
                  <a:cubicBezTo>
                    <a:pt x="9580" y="5511"/>
                    <a:pt x="9698" y="5628"/>
                    <a:pt x="9842" y="5628"/>
                  </a:cubicBezTo>
                  <a:lnTo>
                    <a:pt x="9845" y="5628"/>
                  </a:lnTo>
                  <a:cubicBezTo>
                    <a:pt x="9988" y="5628"/>
                    <a:pt x="10106" y="5512"/>
                    <a:pt x="10106" y="5368"/>
                  </a:cubicBezTo>
                  <a:lnTo>
                    <a:pt x="10106" y="5366"/>
                  </a:lnTo>
                  <a:cubicBezTo>
                    <a:pt x="10106" y="5222"/>
                    <a:pt x="9988" y="5104"/>
                    <a:pt x="9842" y="5104"/>
                  </a:cubicBezTo>
                  <a:close/>
                  <a:moveTo>
                    <a:pt x="10628" y="5104"/>
                  </a:moveTo>
                  <a:cubicBezTo>
                    <a:pt x="10482" y="5104"/>
                    <a:pt x="10365" y="5222"/>
                    <a:pt x="10365" y="5366"/>
                  </a:cubicBezTo>
                  <a:cubicBezTo>
                    <a:pt x="10365" y="5511"/>
                    <a:pt x="10482" y="5628"/>
                    <a:pt x="10628" y="5628"/>
                  </a:cubicBezTo>
                  <a:lnTo>
                    <a:pt x="10630" y="5628"/>
                  </a:lnTo>
                  <a:cubicBezTo>
                    <a:pt x="10773" y="5628"/>
                    <a:pt x="10890" y="5512"/>
                    <a:pt x="10890" y="5368"/>
                  </a:cubicBezTo>
                  <a:lnTo>
                    <a:pt x="10890" y="5366"/>
                  </a:lnTo>
                  <a:cubicBezTo>
                    <a:pt x="10890" y="5222"/>
                    <a:pt x="10773" y="5104"/>
                    <a:pt x="10628" y="5104"/>
                  </a:cubicBezTo>
                  <a:close/>
                  <a:moveTo>
                    <a:pt x="11413" y="5104"/>
                  </a:moveTo>
                  <a:cubicBezTo>
                    <a:pt x="11267" y="5104"/>
                    <a:pt x="11151" y="5222"/>
                    <a:pt x="11151" y="5366"/>
                  </a:cubicBezTo>
                  <a:cubicBezTo>
                    <a:pt x="11151" y="5511"/>
                    <a:pt x="11267" y="5628"/>
                    <a:pt x="11413" y="5628"/>
                  </a:cubicBezTo>
                  <a:lnTo>
                    <a:pt x="11415" y="5628"/>
                  </a:lnTo>
                  <a:cubicBezTo>
                    <a:pt x="11559" y="5628"/>
                    <a:pt x="11675" y="5512"/>
                    <a:pt x="11675" y="5368"/>
                  </a:cubicBezTo>
                  <a:lnTo>
                    <a:pt x="11675" y="5366"/>
                  </a:lnTo>
                  <a:cubicBezTo>
                    <a:pt x="11675" y="5222"/>
                    <a:pt x="11557" y="5104"/>
                    <a:pt x="11413" y="5104"/>
                  </a:cubicBezTo>
                  <a:close/>
                  <a:moveTo>
                    <a:pt x="12199" y="5104"/>
                  </a:moveTo>
                  <a:cubicBezTo>
                    <a:pt x="12055" y="5104"/>
                    <a:pt x="11937" y="5222"/>
                    <a:pt x="11937" y="5366"/>
                  </a:cubicBezTo>
                  <a:cubicBezTo>
                    <a:pt x="11937" y="5511"/>
                    <a:pt x="12055" y="5628"/>
                    <a:pt x="12199" y="5628"/>
                  </a:cubicBezTo>
                  <a:cubicBezTo>
                    <a:pt x="12344" y="5628"/>
                    <a:pt x="12461" y="5511"/>
                    <a:pt x="12461" y="5366"/>
                  </a:cubicBezTo>
                  <a:cubicBezTo>
                    <a:pt x="12461" y="5222"/>
                    <a:pt x="12344" y="5104"/>
                    <a:pt x="12199" y="5104"/>
                  </a:cubicBezTo>
                  <a:close/>
                  <a:moveTo>
                    <a:pt x="9058" y="5104"/>
                  </a:moveTo>
                  <a:cubicBezTo>
                    <a:pt x="8913" y="5104"/>
                    <a:pt x="8796" y="5222"/>
                    <a:pt x="8796" y="5366"/>
                  </a:cubicBezTo>
                  <a:cubicBezTo>
                    <a:pt x="8796" y="5511"/>
                    <a:pt x="8913" y="5628"/>
                    <a:pt x="9058" y="5628"/>
                  </a:cubicBezTo>
                  <a:cubicBezTo>
                    <a:pt x="9060" y="5628"/>
                    <a:pt x="9063" y="5628"/>
                    <a:pt x="9066" y="5628"/>
                  </a:cubicBezTo>
                  <a:cubicBezTo>
                    <a:pt x="9208" y="5628"/>
                    <a:pt x="9324" y="5517"/>
                    <a:pt x="9329" y="5375"/>
                  </a:cubicBezTo>
                  <a:lnTo>
                    <a:pt x="9329" y="5366"/>
                  </a:lnTo>
                  <a:lnTo>
                    <a:pt x="9320" y="5366"/>
                  </a:lnTo>
                  <a:cubicBezTo>
                    <a:pt x="9320" y="5222"/>
                    <a:pt x="9203" y="5104"/>
                    <a:pt x="9058" y="5104"/>
                  </a:cubicBezTo>
                  <a:close/>
                  <a:moveTo>
                    <a:pt x="5043" y="5272"/>
                  </a:moveTo>
                  <a:cubicBezTo>
                    <a:pt x="4918" y="5272"/>
                    <a:pt x="4817" y="5374"/>
                    <a:pt x="4817" y="5499"/>
                  </a:cubicBezTo>
                  <a:cubicBezTo>
                    <a:pt x="4817" y="5624"/>
                    <a:pt x="4918" y="5725"/>
                    <a:pt x="5043" y="5725"/>
                  </a:cubicBezTo>
                  <a:lnTo>
                    <a:pt x="7447" y="5725"/>
                  </a:lnTo>
                  <a:cubicBezTo>
                    <a:pt x="7572" y="5725"/>
                    <a:pt x="7673" y="5624"/>
                    <a:pt x="7673" y="5499"/>
                  </a:cubicBezTo>
                  <a:cubicBezTo>
                    <a:pt x="7674" y="5375"/>
                    <a:pt x="7575" y="5274"/>
                    <a:pt x="7451" y="5272"/>
                  </a:cubicBezTo>
                  <a:close/>
                  <a:moveTo>
                    <a:pt x="227" y="5277"/>
                  </a:moveTo>
                  <a:cubicBezTo>
                    <a:pt x="102" y="5277"/>
                    <a:pt x="0" y="5378"/>
                    <a:pt x="0" y="5503"/>
                  </a:cubicBezTo>
                  <a:cubicBezTo>
                    <a:pt x="0" y="5627"/>
                    <a:pt x="102" y="5728"/>
                    <a:pt x="227" y="5728"/>
                  </a:cubicBezTo>
                  <a:lnTo>
                    <a:pt x="1144" y="5728"/>
                  </a:lnTo>
                  <a:cubicBezTo>
                    <a:pt x="1269" y="5728"/>
                    <a:pt x="1370" y="5624"/>
                    <a:pt x="1369" y="5499"/>
                  </a:cubicBezTo>
                  <a:lnTo>
                    <a:pt x="1369" y="5499"/>
                  </a:lnTo>
                  <a:lnTo>
                    <a:pt x="1369" y="5503"/>
                  </a:lnTo>
                  <a:cubicBezTo>
                    <a:pt x="1369" y="5378"/>
                    <a:pt x="1267" y="5277"/>
                    <a:pt x="1144" y="5277"/>
                  </a:cubicBezTo>
                  <a:close/>
                  <a:moveTo>
                    <a:pt x="5022" y="6318"/>
                  </a:moveTo>
                  <a:cubicBezTo>
                    <a:pt x="4907" y="6318"/>
                    <a:pt x="4807" y="6405"/>
                    <a:pt x="4796" y="6522"/>
                  </a:cubicBezTo>
                  <a:cubicBezTo>
                    <a:pt x="4784" y="6647"/>
                    <a:pt x="4875" y="6757"/>
                    <a:pt x="5000" y="6769"/>
                  </a:cubicBezTo>
                  <a:cubicBezTo>
                    <a:pt x="5007" y="6770"/>
                    <a:pt x="5014" y="6770"/>
                    <a:pt x="5021" y="6770"/>
                  </a:cubicBezTo>
                  <a:cubicBezTo>
                    <a:pt x="5029" y="6770"/>
                    <a:pt x="5036" y="6770"/>
                    <a:pt x="5043" y="6769"/>
                  </a:cubicBezTo>
                  <a:lnTo>
                    <a:pt x="7447" y="6769"/>
                  </a:lnTo>
                  <a:cubicBezTo>
                    <a:pt x="7447" y="6769"/>
                    <a:pt x="7448" y="6769"/>
                    <a:pt x="7449" y="6769"/>
                  </a:cubicBezTo>
                  <a:cubicBezTo>
                    <a:pt x="7572" y="6769"/>
                    <a:pt x="7671" y="6670"/>
                    <a:pt x="7673" y="6547"/>
                  </a:cubicBezTo>
                  <a:lnTo>
                    <a:pt x="7673" y="6543"/>
                  </a:lnTo>
                  <a:cubicBezTo>
                    <a:pt x="7673" y="6419"/>
                    <a:pt x="7573" y="6319"/>
                    <a:pt x="7450" y="6319"/>
                  </a:cubicBezTo>
                  <a:lnTo>
                    <a:pt x="5043" y="6319"/>
                  </a:lnTo>
                  <a:cubicBezTo>
                    <a:pt x="5036" y="6318"/>
                    <a:pt x="5029" y="6318"/>
                    <a:pt x="5022" y="6318"/>
                  </a:cubicBezTo>
                  <a:close/>
                  <a:moveTo>
                    <a:pt x="227" y="6324"/>
                  </a:moveTo>
                  <a:cubicBezTo>
                    <a:pt x="102" y="6336"/>
                    <a:pt x="11" y="6446"/>
                    <a:pt x="23" y="6571"/>
                  </a:cubicBezTo>
                  <a:cubicBezTo>
                    <a:pt x="33" y="6678"/>
                    <a:pt x="118" y="6763"/>
                    <a:pt x="227" y="6773"/>
                  </a:cubicBezTo>
                  <a:lnTo>
                    <a:pt x="1144" y="6773"/>
                  </a:lnTo>
                  <a:cubicBezTo>
                    <a:pt x="1267" y="6773"/>
                    <a:pt x="1369" y="6672"/>
                    <a:pt x="1369" y="6547"/>
                  </a:cubicBezTo>
                  <a:cubicBezTo>
                    <a:pt x="1369" y="6423"/>
                    <a:pt x="1267" y="6324"/>
                    <a:pt x="1144" y="6324"/>
                  </a:cubicBezTo>
                  <a:close/>
                  <a:moveTo>
                    <a:pt x="8276" y="7268"/>
                  </a:moveTo>
                  <a:cubicBezTo>
                    <a:pt x="8131" y="7268"/>
                    <a:pt x="8012" y="7384"/>
                    <a:pt x="8011" y="7528"/>
                  </a:cubicBezTo>
                  <a:cubicBezTo>
                    <a:pt x="8009" y="7673"/>
                    <a:pt x="8127" y="7792"/>
                    <a:pt x="8271" y="7793"/>
                  </a:cubicBezTo>
                  <a:lnTo>
                    <a:pt x="8273" y="7793"/>
                  </a:lnTo>
                  <a:cubicBezTo>
                    <a:pt x="8417" y="7793"/>
                    <a:pt x="8535" y="7677"/>
                    <a:pt x="8535" y="7533"/>
                  </a:cubicBezTo>
                  <a:lnTo>
                    <a:pt x="8536" y="7533"/>
                  </a:lnTo>
                  <a:cubicBezTo>
                    <a:pt x="8536" y="7388"/>
                    <a:pt x="8420" y="7269"/>
                    <a:pt x="8276" y="7268"/>
                  </a:cubicBezTo>
                  <a:close/>
                  <a:moveTo>
                    <a:pt x="9069" y="7268"/>
                  </a:moveTo>
                  <a:cubicBezTo>
                    <a:pt x="8924" y="7268"/>
                    <a:pt x="8806" y="7384"/>
                    <a:pt x="8804" y="7528"/>
                  </a:cubicBezTo>
                  <a:cubicBezTo>
                    <a:pt x="8803" y="7673"/>
                    <a:pt x="8919" y="7792"/>
                    <a:pt x="9065" y="7793"/>
                  </a:cubicBezTo>
                  <a:lnTo>
                    <a:pt x="9067" y="7793"/>
                  </a:lnTo>
                  <a:cubicBezTo>
                    <a:pt x="9211" y="7793"/>
                    <a:pt x="9327" y="7677"/>
                    <a:pt x="9329" y="7533"/>
                  </a:cubicBezTo>
                  <a:cubicBezTo>
                    <a:pt x="9330" y="7388"/>
                    <a:pt x="9214" y="7269"/>
                    <a:pt x="9069" y="7268"/>
                  </a:cubicBezTo>
                  <a:close/>
                  <a:moveTo>
                    <a:pt x="9854" y="7268"/>
                  </a:moveTo>
                  <a:cubicBezTo>
                    <a:pt x="9708" y="7268"/>
                    <a:pt x="9591" y="7384"/>
                    <a:pt x="9589" y="7528"/>
                  </a:cubicBezTo>
                  <a:cubicBezTo>
                    <a:pt x="9588" y="7673"/>
                    <a:pt x="9705" y="7792"/>
                    <a:pt x="9850" y="7793"/>
                  </a:cubicBezTo>
                  <a:lnTo>
                    <a:pt x="9854" y="7793"/>
                  </a:lnTo>
                  <a:cubicBezTo>
                    <a:pt x="9994" y="7787"/>
                    <a:pt x="10104" y="7673"/>
                    <a:pt x="10106" y="7533"/>
                  </a:cubicBezTo>
                  <a:lnTo>
                    <a:pt x="10113" y="7533"/>
                  </a:lnTo>
                  <a:cubicBezTo>
                    <a:pt x="10115" y="7388"/>
                    <a:pt x="9999" y="7269"/>
                    <a:pt x="9854" y="7268"/>
                  </a:cubicBezTo>
                  <a:close/>
                  <a:moveTo>
                    <a:pt x="10639" y="7268"/>
                  </a:moveTo>
                  <a:cubicBezTo>
                    <a:pt x="10494" y="7268"/>
                    <a:pt x="10375" y="7384"/>
                    <a:pt x="10374" y="7528"/>
                  </a:cubicBezTo>
                  <a:cubicBezTo>
                    <a:pt x="10372" y="7673"/>
                    <a:pt x="10490" y="7792"/>
                    <a:pt x="10634" y="7793"/>
                  </a:cubicBezTo>
                  <a:lnTo>
                    <a:pt x="10639" y="7793"/>
                  </a:lnTo>
                  <a:cubicBezTo>
                    <a:pt x="10779" y="7787"/>
                    <a:pt x="10889" y="7673"/>
                    <a:pt x="10890" y="7533"/>
                  </a:cubicBezTo>
                  <a:lnTo>
                    <a:pt x="10899" y="7533"/>
                  </a:lnTo>
                  <a:cubicBezTo>
                    <a:pt x="10899" y="7388"/>
                    <a:pt x="10783" y="7269"/>
                    <a:pt x="10639" y="7268"/>
                  </a:cubicBezTo>
                  <a:close/>
                  <a:moveTo>
                    <a:pt x="11423" y="7268"/>
                  </a:moveTo>
                  <a:cubicBezTo>
                    <a:pt x="11279" y="7268"/>
                    <a:pt x="11160" y="7384"/>
                    <a:pt x="11158" y="7528"/>
                  </a:cubicBezTo>
                  <a:cubicBezTo>
                    <a:pt x="11158" y="7673"/>
                    <a:pt x="11275" y="7792"/>
                    <a:pt x="11419" y="7793"/>
                  </a:cubicBezTo>
                  <a:lnTo>
                    <a:pt x="11423" y="7793"/>
                  </a:lnTo>
                  <a:cubicBezTo>
                    <a:pt x="11563" y="7787"/>
                    <a:pt x="11674" y="7673"/>
                    <a:pt x="11675" y="7533"/>
                  </a:cubicBezTo>
                  <a:lnTo>
                    <a:pt x="11684" y="7533"/>
                  </a:lnTo>
                  <a:cubicBezTo>
                    <a:pt x="11684" y="7388"/>
                    <a:pt x="11568" y="7269"/>
                    <a:pt x="11423" y="7268"/>
                  </a:cubicBezTo>
                  <a:close/>
                  <a:moveTo>
                    <a:pt x="12210" y="7268"/>
                  </a:moveTo>
                  <a:cubicBezTo>
                    <a:pt x="12065" y="7268"/>
                    <a:pt x="11948" y="7384"/>
                    <a:pt x="11946" y="7528"/>
                  </a:cubicBezTo>
                  <a:cubicBezTo>
                    <a:pt x="11945" y="7673"/>
                    <a:pt x="12061" y="7792"/>
                    <a:pt x="12207" y="7793"/>
                  </a:cubicBezTo>
                  <a:lnTo>
                    <a:pt x="12208" y="7793"/>
                  </a:lnTo>
                  <a:cubicBezTo>
                    <a:pt x="12348" y="7789"/>
                    <a:pt x="12461" y="7673"/>
                    <a:pt x="12461" y="7533"/>
                  </a:cubicBezTo>
                  <a:lnTo>
                    <a:pt x="12470" y="7533"/>
                  </a:lnTo>
                  <a:cubicBezTo>
                    <a:pt x="12472" y="7388"/>
                    <a:pt x="12356" y="7269"/>
                    <a:pt x="12210" y="7268"/>
                  </a:cubicBezTo>
                  <a:close/>
                  <a:moveTo>
                    <a:pt x="5043" y="7364"/>
                  </a:moveTo>
                  <a:cubicBezTo>
                    <a:pt x="4918" y="7364"/>
                    <a:pt x="4819" y="7466"/>
                    <a:pt x="4819" y="7591"/>
                  </a:cubicBezTo>
                  <a:cubicBezTo>
                    <a:pt x="4819" y="7716"/>
                    <a:pt x="4920" y="7816"/>
                    <a:pt x="5043" y="7816"/>
                  </a:cubicBezTo>
                  <a:lnTo>
                    <a:pt x="7447" y="7816"/>
                  </a:lnTo>
                  <a:cubicBezTo>
                    <a:pt x="7447" y="7816"/>
                    <a:pt x="7448" y="7816"/>
                    <a:pt x="7449" y="7816"/>
                  </a:cubicBezTo>
                  <a:cubicBezTo>
                    <a:pt x="7572" y="7816"/>
                    <a:pt x="7671" y="7718"/>
                    <a:pt x="7673" y="7594"/>
                  </a:cubicBezTo>
                  <a:lnTo>
                    <a:pt x="7673" y="7591"/>
                  </a:lnTo>
                  <a:cubicBezTo>
                    <a:pt x="7673" y="7466"/>
                    <a:pt x="7572" y="7364"/>
                    <a:pt x="7447" y="7364"/>
                  </a:cubicBezTo>
                  <a:close/>
                  <a:moveTo>
                    <a:pt x="227" y="7369"/>
                  </a:moveTo>
                  <a:cubicBezTo>
                    <a:pt x="102" y="7369"/>
                    <a:pt x="0" y="7470"/>
                    <a:pt x="0" y="7595"/>
                  </a:cubicBezTo>
                  <a:cubicBezTo>
                    <a:pt x="0" y="7719"/>
                    <a:pt x="102" y="7820"/>
                    <a:pt x="227" y="7820"/>
                  </a:cubicBezTo>
                  <a:lnTo>
                    <a:pt x="1144" y="7820"/>
                  </a:lnTo>
                  <a:cubicBezTo>
                    <a:pt x="1267" y="7820"/>
                    <a:pt x="1369" y="7719"/>
                    <a:pt x="1369" y="7595"/>
                  </a:cubicBezTo>
                  <a:cubicBezTo>
                    <a:pt x="1369" y="7470"/>
                    <a:pt x="1267" y="7370"/>
                    <a:pt x="1144" y="7369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" name="Google Shape;1232;p37"/>
            <p:cNvSpPr/>
            <p:nvPr/>
          </p:nvSpPr>
          <p:spPr>
            <a:xfrm>
              <a:off x="4179400" y="3619975"/>
              <a:ext cx="311575" cy="195375"/>
            </a:xfrm>
            <a:custGeom>
              <a:rect b="b" l="l" r="r" t="t"/>
              <a:pathLst>
                <a:path extrusionOk="0" h="7815" w="12463">
                  <a:moveTo>
                    <a:pt x="227" y="38"/>
                  </a:moveTo>
                  <a:cubicBezTo>
                    <a:pt x="102" y="38"/>
                    <a:pt x="0" y="137"/>
                    <a:pt x="0" y="262"/>
                  </a:cubicBezTo>
                  <a:cubicBezTo>
                    <a:pt x="0" y="388"/>
                    <a:pt x="102" y="489"/>
                    <a:pt x="227" y="489"/>
                  </a:cubicBezTo>
                  <a:lnTo>
                    <a:pt x="1144" y="489"/>
                  </a:lnTo>
                  <a:cubicBezTo>
                    <a:pt x="1267" y="489"/>
                    <a:pt x="1369" y="388"/>
                    <a:pt x="1369" y="264"/>
                  </a:cubicBezTo>
                  <a:cubicBezTo>
                    <a:pt x="1369" y="139"/>
                    <a:pt x="1267" y="38"/>
                    <a:pt x="1144" y="38"/>
                  </a:cubicBezTo>
                  <a:close/>
                  <a:moveTo>
                    <a:pt x="2165" y="36"/>
                  </a:moveTo>
                  <a:cubicBezTo>
                    <a:pt x="2040" y="36"/>
                    <a:pt x="1939" y="137"/>
                    <a:pt x="1939" y="262"/>
                  </a:cubicBezTo>
                  <a:cubicBezTo>
                    <a:pt x="1938" y="388"/>
                    <a:pt x="2039" y="489"/>
                    <a:pt x="2164" y="489"/>
                  </a:cubicBezTo>
                  <a:lnTo>
                    <a:pt x="4568" y="489"/>
                  </a:lnTo>
                  <a:cubicBezTo>
                    <a:pt x="4694" y="489"/>
                    <a:pt x="4795" y="388"/>
                    <a:pt x="4795" y="262"/>
                  </a:cubicBezTo>
                  <a:cubicBezTo>
                    <a:pt x="4795" y="139"/>
                    <a:pt x="4696" y="38"/>
                    <a:pt x="4573" y="36"/>
                  </a:cubicBezTo>
                  <a:close/>
                  <a:moveTo>
                    <a:pt x="5590" y="0"/>
                  </a:moveTo>
                  <a:cubicBezTo>
                    <a:pt x="5445" y="0"/>
                    <a:pt x="5328" y="118"/>
                    <a:pt x="5328" y="262"/>
                  </a:cubicBezTo>
                  <a:cubicBezTo>
                    <a:pt x="5328" y="408"/>
                    <a:pt x="5445" y="524"/>
                    <a:pt x="5590" y="524"/>
                  </a:cubicBezTo>
                  <a:lnTo>
                    <a:pt x="5591" y="524"/>
                  </a:lnTo>
                  <a:cubicBezTo>
                    <a:pt x="5736" y="524"/>
                    <a:pt x="5852" y="407"/>
                    <a:pt x="5852" y="262"/>
                  </a:cubicBezTo>
                  <a:cubicBezTo>
                    <a:pt x="5852" y="118"/>
                    <a:pt x="5734" y="0"/>
                    <a:pt x="5590" y="0"/>
                  </a:cubicBezTo>
                  <a:close/>
                  <a:moveTo>
                    <a:pt x="6375" y="0"/>
                  </a:moveTo>
                  <a:cubicBezTo>
                    <a:pt x="6230" y="0"/>
                    <a:pt x="6112" y="118"/>
                    <a:pt x="6112" y="262"/>
                  </a:cubicBezTo>
                  <a:cubicBezTo>
                    <a:pt x="6112" y="408"/>
                    <a:pt x="6230" y="524"/>
                    <a:pt x="6375" y="524"/>
                  </a:cubicBezTo>
                  <a:lnTo>
                    <a:pt x="6376" y="524"/>
                  </a:lnTo>
                  <a:cubicBezTo>
                    <a:pt x="6520" y="524"/>
                    <a:pt x="6637" y="408"/>
                    <a:pt x="6637" y="265"/>
                  </a:cubicBezTo>
                  <a:lnTo>
                    <a:pt x="6637" y="262"/>
                  </a:lnTo>
                  <a:cubicBezTo>
                    <a:pt x="6637" y="118"/>
                    <a:pt x="6519" y="0"/>
                    <a:pt x="6375" y="0"/>
                  </a:cubicBezTo>
                  <a:close/>
                  <a:moveTo>
                    <a:pt x="7162" y="0"/>
                  </a:moveTo>
                  <a:cubicBezTo>
                    <a:pt x="7016" y="0"/>
                    <a:pt x="6899" y="118"/>
                    <a:pt x="6899" y="262"/>
                  </a:cubicBezTo>
                  <a:cubicBezTo>
                    <a:pt x="6899" y="408"/>
                    <a:pt x="7016" y="524"/>
                    <a:pt x="7162" y="524"/>
                  </a:cubicBezTo>
                  <a:cubicBezTo>
                    <a:pt x="7307" y="524"/>
                    <a:pt x="7424" y="408"/>
                    <a:pt x="7424" y="262"/>
                  </a:cubicBezTo>
                  <a:cubicBezTo>
                    <a:pt x="7424" y="118"/>
                    <a:pt x="7307" y="0"/>
                    <a:pt x="7162" y="0"/>
                  </a:cubicBezTo>
                  <a:close/>
                  <a:moveTo>
                    <a:pt x="7947" y="0"/>
                  </a:moveTo>
                  <a:cubicBezTo>
                    <a:pt x="7801" y="0"/>
                    <a:pt x="7685" y="118"/>
                    <a:pt x="7685" y="262"/>
                  </a:cubicBezTo>
                  <a:cubicBezTo>
                    <a:pt x="7685" y="408"/>
                    <a:pt x="7801" y="524"/>
                    <a:pt x="7947" y="524"/>
                  </a:cubicBezTo>
                  <a:cubicBezTo>
                    <a:pt x="8091" y="524"/>
                    <a:pt x="8209" y="408"/>
                    <a:pt x="8209" y="262"/>
                  </a:cubicBezTo>
                  <a:cubicBezTo>
                    <a:pt x="8209" y="118"/>
                    <a:pt x="8091" y="0"/>
                    <a:pt x="7947" y="0"/>
                  </a:cubicBezTo>
                  <a:close/>
                  <a:moveTo>
                    <a:pt x="8731" y="0"/>
                  </a:moveTo>
                  <a:cubicBezTo>
                    <a:pt x="8587" y="0"/>
                    <a:pt x="8469" y="118"/>
                    <a:pt x="8469" y="262"/>
                  </a:cubicBezTo>
                  <a:cubicBezTo>
                    <a:pt x="8469" y="408"/>
                    <a:pt x="8587" y="524"/>
                    <a:pt x="8731" y="524"/>
                  </a:cubicBezTo>
                  <a:cubicBezTo>
                    <a:pt x="8876" y="524"/>
                    <a:pt x="8994" y="408"/>
                    <a:pt x="8994" y="262"/>
                  </a:cubicBezTo>
                  <a:cubicBezTo>
                    <a:pt x="8994" y="118"/>
                    <a:pt x="8876" y="0"/>
                    <a:pt x="8731" y="0"/>
                  </a:cubicBezTo>
                  <a:close/>
                  <a:moveTo>
                    <a:pt x="9516" y="0"/>
                  </a:moveTo>
                  <a:cubicBezTo>
                    <a:pt x="9372" y="0"/>
                    <a:pt x="9254" y="118"/>
                    <a:pt x="9254" y="262"/>
                  </a:cubicBezTo>
                  <a:cubicBezTo>
                    <a:pt x="9254" y="408"/>
                    <a:pt x="9372" y="524"/>
                    <a:pt x="9516" y="524"/>
                  </a:cubicBezTo>
                  <a:cubicBezTo>
                    <a:pt x="9661" y="524"/>
                    <a:pt x="9778" y="408"/>
                    <a:pt x="9778" y="262"/>
                  </a:cubicBezTo>
                  <a:cubicBezTo>
                    <a:pt x="9778" y="118"/>
                    <a:pt x="9661" y="0"/>
                    <a:pt x="9516" y="0"/>
                  </a:cubicBezTo>
                  <a:close/>
                  <a:moveTo>
                    <a:pt x="227" y="1086"/>
                  </a:moveTo>
                  <a:cubicBezTo>
                    <a:pt x="102" y="1086"/>
                    <a:pt x="0" y="1187"/>
                    <a:pt x="0" y="1312"/>
                  </a:cubicBezTo>
                  <a:cubicBezTo>
                    <a:pt x="0" y="1437"/>
                    <a:pt x="102" y="1538"/>
                    <a:pt x="227" y="1538"/>
                  </a:cubicBezTo>
                  <a:lnTo>
                    <a:pt x="1144" y="1538"/>
                  </a:lnTo>
                  <a:cubicBezTo>
                    <a:pt x="1269" y="1537"/>
                    <a:pt x="1369" y="1436"/>
                    <a:pt x="1369" y="1311"/>
                  </a:cubicBezTo>
                  <a:cubicBezTo>
                    <a:pt x="1369" y="1186"/>
                    <a:pt x="1267" y="1086"/>
                    <a:pt x="1144" y="1086"/>
                  </a:cubicBezTo>
                  <a:close/>
                  <a:moveTo>
                    <a:pt x="2165" y="1086"/>
                  </a:moveTo>
                  <a:cubicBezTo>
                    <a:pt x="2040" y="1086"/>
                    <a:pt x="1939" y="1187"/>
                    <a:pt x="1939" y="1312"/>
                  </a:cubicBezTo>
                  <a:cubicBezTo>
                    <a:pt x="1939" y="1437"/>
                    <a:pt x="2040" y="1538"/>
                    <a:pt x="2165" y="1538"/>
                  </a:cubicBezTo>
                  <a:lnTo>
                    <a:pt x="4568" y="1538"/>
                  </a:lnTo>
                  <a:cubicBezTo>
                    <a:pt x="4694" y="1538"/>
                    <a:pt x="4795" y="1437"/>
                    <a:pt x="4795" y="1312"/>
                  </a:cubicBezTo>
                  <a:lnTo>
                    <a:pt x="4795" y="1311"/>
                  </a:lnTo>
                  <a:cubicBezTo>
                    <a:pt x="4795" y="1187"/>
                    <a:pt x="4694" y="1086"/>
                    <a:pt x="4570" y="1086"/>
                  </a:cubicBezTo>
                  <a:close/>
                  <a:moveTo>
                    <a:pt x="227" y="2128"/>
                  </a:moveTo>
                  <a:cubicBezTo>
                    <a:pt x="102" y="2130"/>
                    <a:pt x="0" y="2231"/>
                    <a:pt x="0" y="2356"/>
                  </a:cubicBezTo>
                  <a:cubicBezTo>
                    <a:pt x="0" y="2479"/>
                    <a:pt x="102" y="2581"/>
                    <a:pt x="227" y="2581"/>
                  </a:cubicBezTo>
                  <a:lnTo>
                    <a:pt x="1144" y="2581"/>
                  </a:lnTo>
                  <a:cubicBezTo>
                    <a:pt x="1265" y="2581"/>
                    <a:pt x="1364" y="2485"/>
                    <a:pt x="1369" y="2365"/>
                  </a:cubicBezTo>
                  <a:lnTo>
                    <a:pt x="1369" y="2354"/>
                  </a:lnTo>
                  <a:cubicBezTo>
                    <a:pt x="1369" y="2231"/>
                    <a:pt x="1267" y="2130"/>
                    <a:pt x="1144" y="2128"/>
                  </a:cubicBezTo>
                  <a:close/>
                  <a:moveTo>
                    <a:pt x="2165" y="2128"/>
                  </a:moveTo>
                  <a:cubicBezTo>
                    <a:pt x="2040" y="2130"/>
                    <a:pt x="1939" y="2231"/>
                    <a:pt x="1939" y="2356"/>
                  </a:cubicBezTo>
                  <a:cubicBezTo>
                    <a:pt x="1939" y="2479"/>
                    <a:pt x="2040" y="2581"/>
                    <a:pt x="2165" y="2581"/>
                  </a:cubicBezTo>
                  <a:lnTo>
                    <a:pt x="4568" y="2581"/>
                  </a:lnTo>
                  <a:cubicBezTo>
                    <a:pt x="4569" y="2581"/>
                    <a:pt x="4570" y="2581"/>
                    <a:pt x="4571" y="2581"/>
                  </a:cubicBezTo>
                  <a:cubicBezTo>
                    <a:pt x="4691" y="2581"/>
                    <a:pt x="4790" y="2486"/>
                    <a:pt x="4795" y="2365"/>
                  </a:cubicBezTo>
                  <a:lnTo>
                    <a:pt x="4795" y="2354"/>
                  </a:lnTo>
                  <a:cubicBezTo>
                    <a:pt x="4795" y="2229"/>
                    <a:pt x="4694" y="2128"/>
                    <a:pt x="4568" y="2128"/>
                  </a:cubicBezTo>
                  <a:close/>
                  <a:moveTo>
                    <a:pt x="5590" y="2103"/>
                  </a:moveTo>
                  <a:cubicBezTo>
                    <a:pt x="5445" y="2103"/>
                    <a:pt x="5328" y="2220"/>
                    <a:pt x="5328" y="2366"/>
                  </a:cubicBezTo>
                  <a:cubicBezTo>
                    <a:pt x="5328" y="2511"/>
                    <a:pt x="5445" y="2628"/>
                    <a:pt x="5590" y="2628"/>
                  </a:cubicBezTo>
                  <a:lnTo>
                    <a:pt x="5593" y="2628"/>
                  </a:lnTo>
                  <a:cubicBezTo>
                    <a:pt x="5736" y="2628"/>
                    <a:pt x="5852" y="2511"/>
                    <a:pt x="5852" y="2368"/>
                  </a:cubicBezTo>
                  <a:lnTo>
                    <a:pt x="5852" y="2366"/>
                  </a:lnTo>
                  <a:cubicBezTo>
                    <a:pt x="5852" y="2220"/>
                    <a:pt x="5734" y="2103"/>
                    <a:pt x="5590" y="2103"/>
                  </a:cubicBezTo>
                  <a:close/>
                  <a:moveTo>
                    <a:pt x="6375" y="2103"/>
                  </a:moveTo>
                  <a:cubicBezTo>
                    <a:pt x="6230" y="2103"/>
                    <a:pt x="6112" y="2220"/>
                    <a:pt x="6112" y="2366"/>
                  </a:cubicBezTo>
                  <a:cubicBezTo>
                    <a:pt x="6112" y="2511"/>
                    <a:pt x="6230" y="2628"/>
                    <a:pt x="6375" y="2628"/>
                  </a:cubicBezTo>
                  <a:lnTo>
                    <a:pt x="6377" y="2628"/>
                  </a:lnTo>
                  <a:cubicBezTo>
                    <a:pt x="6520" y="2628"/>
                    <a:pt x="6637" y="2511"/>
                    <a:pt x="6637" y="2368"/>
                  </a:cubicBezTo>
                  <a:lnTo>
                    <a:pt x="6637" y="2366"/>
                  </a:lnTo>
                  <a:cubicBezTo>
                    <a:pt x="6637" y="2220"/>
                    <a:pt x="6520" y="2103"/>
                    <a:pt x="6375" y="2103"/>
                  </a:cubicBezTo>
                  <a:close/>
                  <a:moveTo>
                    <a:pt x="7162" y="2103"/>
                  </a:moveTo>
                  <a:cubicBezTo>
                    <a:pt x="7018" y="2103"/>
                    <a:pt x="6900" y="2220"/>
                    <a:pt x="6900" y="2366"/>
                  </a:cubicBezTo>
                  <a:cubicBezTo>
                    <a:pt x="6900" y="2511"/>
                    <a:pt x="7018" y="2628"/>
                    <a:pt x="7162" y="2628"/>
                  </a:cubicBezTo>
                  <a:cubicBezTo>
                    <a:pt x="7307" y="2628"/>
                    <a:pt x="7424" y="2511"/>
                    <a:pt x="7424" y="2366"/>
                  </a:cubicBezTo>
                  <a:cubicBezTo>
                    <a:pt x="7424" y="2220"/>
                    <a:pt x="7307" y="2103"/>
                    <a:pt x="7162" y="2103"/>
                  </a:cubicBezTo>
                  <a:close/>
                  <a:moveTo>
                    <a:pt x="7947" y="2103"/>
                  </a:moveTo>
                  <a:cubicBezTo>
                    <a:pt x="7802" y="2103"/>
                    <a:pt x="7685" y="2220"/>
                    <a:pt x="7685" y="2366"/>
                  </a:cubicBezTo>
                  <a:cubicBezTo>
                    <a:pt x="7685" y="2511"/>
                    <a:pt x="7802" y="2628"/>
                    <a:pt x="7947" y="2628"/>
                  </a:cubicBezTo>
                  <a:cubicBezTo>
                    <a:pt x="8091" y="2628"/>
                    <a:pt x="8209" y="2511"/>
                    <a:pt x="8209" y="2366"/>
                  </a:cubicBezTo>
                  <a:cubicBezTo>
                    <a:pt x="8209" y="2220"/>
                    <a:pt x="8091" y="2103"/>
                    <a:pt x="7947" y="2103"/>
                  </a:cubicBezTo>
                  <a:close/>
                  <a:moveTo>
                    <a:pt x="8731" y="2103"/>
                  </a:moveTo>
                  <a:cubicBezTo>
                    <a:pt x="8587" y="2103"/>
                    <a:pt x="8469" y="2220"/>
                    <a:pt x="8469" y="2366"/>
                  </a:cubicBezTo>
                  <a:cubicBezTo>
                    <a:pt x="8469" y="2511"/>
                    <a:pt x="8587" y="2628"/>
                    <a:pt x="8731" y="2628"/>
                  </a:cubicBezTo>
                  <a:cubicBezTo>
                    <a:pt x="8876" y="2628"/>
                    <a:pt x="8994" y="2511"/>
                    <a:pt x="8994" y="2366"/>
                  </a:cubicBezTo>
                  <a:cubicBezTo>
                    <a:pt x="8994" y="2220"/>
                    <a:pt x="8876" y="2103"/>
                    <a:pt x="8731" y="2103"/>
                  </a:cubicBezTo>
                  <a:close/>
                  <a:moveTo>
                    <a:pt x="9516" y="2103"/>
                  </a:moveTo>
                  <a:cubicBezTo>
                    <a:pt x="9372" y="2103"/>
                    <a:pt x="9254" y="2220"/>
                    <a:pt x="9254" y="2366"/>
                  </a:cubicBezTo>
                  <a:cubicBezTo>
                    <a:pt x="9254" y="2511"/>
                    <a:pt x="9372" y="2628"/>
                    <a:pt x="9516" y="2628"/>
                  </a:cubicBezTo>
                  <a:cubicBezTo>
                    <a:pt x="9661" y="2628"/>
                    <a:pt x="9778" y="2511"/>
                    <a:pt x="9778" y="2366"/>
                  </a:cubicBezTo>
                  <a:cubicBezTo>
                    <a:pt x="9778" y="2220"/>
                    <a:pt x="9661" y="2103"/>
                    <a:pt x="9516" y="2103"/>
                  </a:cubicBezTo>
                  <a:close/>
                  <a:moveTo>
                    <a:pt x="227" y="3176"/>
                  </a:moveTo>
                  <a:cubicBezTo>
                    <a:pt x="102" y="3176"/>
                    <a:pt x="0" y="3278"/>
                    <a:pt x="0" y="3403"/>
                  </a:cubicBezTo>
                  <a:cubicBezTo>
                    <a:pt x="0" y="3526"/>
                    <a:pt x="102" y="3627"/>
                    <a:pt x="227" y="3627"/>
                  </a:cubicBezTo>
                  <a:lnTo>
                    <a:pt x="1144" y="3627"/>
                  </a:lnTo>
                  <a:cubicBezTo>
                    <a:pt x="1267" y="3627"/>
                    <a:pt x="1368" y="3527"/>
                    <a:pt x="1369" y="3402"/>
                  </a:cubicBezTo>
                  <a:lnTo>
                    <a:pt x="1369" y="3402"/>
                  </a:lnTo>
                  <a:cubicBezTo>
                    <a:pt x="1369" y="3402"/>
                    <a:pt x="1369" y="3402"/>
                    <a:pt x="1369" y="3403"/>
                  </a:cubicBezTo>
                  <a:lnTo>
                    <a:pt x="1369" y="3401"/>
                  </a:lnTo>
                  <a:cubicBezTo>
                    <a:pt x="1369" y="3401"/>
                    <a:pt x="1369" y="3402"/>
                    <a:pt x="1369" y="3402"/>
                  </a:cubicBezTo>
                  <a:lnTo>
                    <a:pt x="1369" y="3402"/>
                  </a:lnTo>
                  <a:cubicBezTo>
                    <a:pt x="1368" y="3277"/>
                    <a:pt x="1267" y="3178"/>
                    <a:pt x="1144" y="3176"/>
                  </a:cubicBezTo>
                  <a:close/>
                  <a:moveTo>
                    <a:pt x="2165" y="3176"/>
                  </a:moveTo>
                  <a:cubicBezTo>
                    <a:pt x="2040" y="3176"/>
                    <a:pt x="1939" y="3276"/>
                    <a:pt x="1939" y="3401"/>
                  </a:cubicBezTo>
                  <a:cubicBezTo>
                    <a:pt x="1938" y="3526"/>
                    <a:pt x="2039" y="3627"/>
                    <a:pt x="2164" y="3627"/>
                  </a:cubicBezTo>
                  <a:lnTo>
                    <a:pt x="4568" y="3627"/>
                  </a:lnTo>
                  <a:cubicBezTo>
                    <a:pt x="4569" y="3627"/>
                    <a:pt x="4570" y="3627"/>
                    <a:pt x="4571" y="3627"/>
                  </a:cubicBezTo>
                  <a:cubicBezTo>
                    <a:pt x="4694" y="3627"/>
                    <a:pt x="4793" y="3528"/>
                    <a:pt x="4795" y="3406"/>
                  </a:cubicBezTo>
                  <a:lnTo>
                    <a:pt x="4795" y="3403"/>
                  </a:lnTo>
                  <a:cubicBezTo>
                    <a:pt x="4795" y="3278"/>
                    <a:pt x="4694" y="3176"/>
                    <a:pt x="4568" y="3176"/>
                  </a:cubicBezTo>
                  <a:close/>
                  <a:moveTo>
                    <a:pt x="227" y="4223"/>
                  </a:moveTo>
                  <a:cubicBezTo>
                    <a:pt x="102" y="4223"/>
                    <a:pt x="0" y="4324"/>
                    <a:pt x="0" y="4449"/>
                  </a:cubicBezTo>
                  <a:cubicBezTo>
                    <a:pt x="0" y="4574"/>
                    <a:pt x="102" y="4674"/>
                    <a:pt x="227" y="4676"/>
                  </a:cubicBezTo>
                  <a:lnTo>
                    <a:pt x="1144" y="4676"/>
                  </a:lnTo>
                  <a:cubicBezTo>
                    <a:pt x="1267" y="4674"/>
                    <a:pt x="1369" y="4573"/>
                    <a:pt x="1369" y="4449"/>
                  </a:cubicBezTo>
                  <a:cubicBezTo>
                    <a:pt x="1369" y="4324"/>
                    <a:pt x="1267" y="4223"/>
                    <a:pt x="1144" y="4223"/>
                  </a:cubicBezTo>
                  <a:close/>
                  <a:moveTo>
                    <a:pt x="2165" y="4223"/>
                  </a:moveTo>
                  <a:cubicBezTo>
                    <a:pt x="2040" y="4223"/>
                    <a:pt x="1939" y="4324"/>
                    <a:pt x="1939" y="4449"/>
                  </a:cubicBezTo>
                  <a:cubicBezTo>
                    <a:pt x="1939" y="4574"/>
                    <a:pt x="2040" y="4674"/>
                    <a:pt x="2165" y="4676"/>
                  </a:cubicBezTo>
                  <a:lnTo>
                    <a:pt x="4568" y="4676"/>
                  </a:lnTo>
                  <a:cubicBezTo>
                    <a:pt x="4694" y="4676"/>
                    <a:pt x="4795" y="4574"/>
                    <a:pt x="4795" y="4449"/>
                  </a:cubicBezTo>
                  <a:cubicBezTo>
                    <a:pt x="4795" y="4326"/>
                    <a:pt x="4696" y="4225"/>
                    <a:pt x="4573" y="4223"/>
                  </a:cubicBezTo>
                  <a:close/>
                  <a:moveTo>
                    <a:pt x="8273" y="5112"/>
                  </a:moveTo>
                  <a:cubicBezTo>
                    <a:pt x="8128" y="5112"/>
                    <a:pt x="8011" y="5230"/>
                    <a:pt x="8011" y="5374"/>
                  </a:cubicBezTo>
                  <a:cubicBezTo>
                    <a:pt x="8011" y="5520"/>
                    <a:pt x="8128" y="5638"/>
                    <a:pt x="8273" y="5638"/>
                  </a:cubicBezTo>
                  <a:cubicBezTo>
                    <a:pt x="8417" y="5638"/>
                    <a:pt x="8535" y="5520"/>
                    <a:pt x="8536" y="5375"/>
                  </a:cubicBezTo>
                  <a:cubicBezTo>
                    <a:pt x="8536" y="5371"/>
                    <a:pt x="8536" y="5368"/>
                    <a:pt x="8535" y="5364"/>
                  </a:cubicBezTo>
                  <a:lnTo>
                    <a:pt x="8535" y="5374"/>
                  </a:lnTo>
                  <a:cubicBezTo>
                    <a:pt x="8535" y="5230"/>
                    <a:pt x="8417" y="5112"/>
                    <a:pt x="8273" y="5112"/>
                  </a:cubicBezTo>
                  <a:close/>
                  <a:moveTo>
                    <a:pt x="9842" y="5112"/>
                  </a:moveTo>
                  <a:cubicBezTo>
                    <a:pt x="9698" y="5112"/>
                    <a:pt x="9580" y="5230"/>
                    <a:pt x="9580" y="5374"/>
                  </a:cubicBezTo>
                  <a:cubicBezTo>
                    <a:pt x="9580" y="5520"/>
                    <a:pt x="9698" y="5638"/>
                    <a:pt x="9842" y="5638"/>
                  </a:cubicBezTo>
                  <a:lnTo>
                    <a:pt x="9845" y="5638"/>
                  </a:lnTo>
                  <a:cubicBezTo>
                    <a:pt x="9988" y="5638"/>
                    <a:pt x="10106" y="5521"/>
                    <a:pt x="10106" y="5377"/>
                  </a:cubicBezTo>
                  <a:cubicBezTo>
                    <a:pt x="10106" y="5376"/>
                    <a:pt x="10106" y="5375"/>
                    <a:pt x="10106" y="5374"/>
                  </a:cubicBezTo>
                  <a:cubicBezTo>
                    <a:pt x="10106" y="5230"/>
                    <a:pt x="9988" y="5112"/>
                    <a:pt x="9842" y="5112"/>
                  </a:cubicBezTo>
                  <a:close/>
                  <a:moveTo>
                    <a:pt x="10628" y="5112"/>
                  </a:moveTo>
                  <a:cubicBezTo>
                    <a:pt x="10482" y="5112"/>
                    <a:pt x="10365" y="5230"/>
                    <a:pt x="10365" y="5374"/>
                  </a:cubicBezTo>
                  <a:cubicBezTo>
                    <a:pt x="10365" y="5520"/>
                    <a:pt x="10482" y="5638"/>
                    <a:pt x="10628" y="5638"/>
                  </a:cubicBezTo>
                  <a:lnTo>
                    <a:pt x="10630" y="5638"/>
                  </a:lnTo>
                  <a:cubicBezTo>
                    <a:pt x="10773" y="5638"/>
                    <a:pt x="10890" y="5521"/>
                    <a:pt x="10890" y="5377"/>
                  </a:cubicBezTo>
                  <a:cubicBezTo>
                    <a:pt x="10890" y="5376"/>
                    <a:pt x="10890" y="5375"/>
                    <a:pt x="10890" y="5374"/>
                  </a:cubicBezTo>
                  <a:cubicBezTo>
                    <a:pt x="10890" y="5230"/>
                    <a:pt x="10773" y="5112"/>
                    <a:pt x="10628" y="5112"/>
                  </a:cubicBezTo>
                  <a:close/>
                  <a:moveTo>
                    <a:pt x="11413" y="5112"/>
                  </a:moveTo>
                  <a:cubicBezTo>
                    <a:pt x="11267" y="5112"/>
                    <a:pt x="11151" y="5230"/>
                    <a:pt x="11151" y="5374"/>
                  </a:cubicBezTo>
                  <a:cubicBezTo>
                    <a:pt x="11151" y="5520"/>
                    <a:pt x="11267" y="5638"/>
                    <a:pt x="11413" y="5638"/>
                  </a:cubicBezTo>
                  <a:lnTo>
                    <a:pt x="11415" y="5638"/>
                  </a:lnTo>
                  <a:cubicBezTo>
                    <a:pt x="11559" y="5638"/>
                    <a:pt x="11675" y="5521"/>
                    <a:pt x="11675" y="5377"/>
                  </a:cubicBezTo>
                  <a:cubicBezTo>
                    <a:pt x="11675" y="5376"/>
                    <a:pt x="11675" y="5375"/>
                    <a:pt x="11675" y="5374"/>
                  </a:cubicBezTo>
                  <a:cubicBezTo>
                    <a:pt x="11675" y="5230"/>
                    <a:pt x="11557" y="5112"/>
                    <a:pt x="11413" y="5112"/>
                  </a:cubicBezTo>
                  <a:close/>
                  <a:moveTo>
                    <a:pt x="12199" y="5112"/>
                  </a:moveTo>
                  <a:cubicBezTo>
                    <a:pt x="12055" y="5112"/>
                    <a:pt x="11937" y="5230"/>
                    <a:pt x="11937" y="5374"/>
                  </a:cubicBezTo>
                  <a:cubicBezTo>
                    <a:pt x="11937" y="5520"/>
                    <a:pt x="12055" y="5638"/>
                    <a:pt x="12199" y="5638"/>
                  </a:cubicBezTo>
                  <a:cubicBezTo>
                    <a:pt x="12344" y="5638"/>
                    <a:pt x="12461" y="5520"/>
                    <a:pt x="12463" y="5375"/>
                  </a:cubicBezTo>
                  <a:cubicBezTo>
                    <a:pt x="12463" y="5371"/>
                    <a:pt x="12463" y="5368"/>
                    <a:pt x="12461" y="5364"/>
                  </a:cubicBezTo>
                  <a:lnTo>
                    <a:pt x="12461" y="5374"/>
                  </a:lnTo>
                  <a:cubicBezTo>
                    <a:pt x="12461" y="5230"/>
                    <a:pt x="12344" y="5112"/>
                    <a:pt x="12199" y="5112"/>
                  </a:cubicBezTo>
                  <a:close/>
                  <a:moveTo>
                    <a:pt x="9058" y="5112"/>
                  </a:moveTo>
                  <a:cubicBezTo>
                    <a:pt x="8913" y="5112"/>
                    <a:pt x="8796" y="5230"/>
                    <a:pt x="8796" y="5374"/>
                  </a:cubicBezTo>
                  <a:cubicBezTo>
                    <a:pt x="8796" y="5520"/>
                    <a:pt x="8913" y="5638"/>
                    <a:pt x="9058" y="5638"/>
                  </a:cubicBezTo>
                  <a:cubicBezTo>
                    <a:pt x="9060" y="5638"/>
                    <a:pt x="9063" y="5638"/>
                    <a:pt x="9066" y="5638"/>
                  </a:cubicBezTo>
                  <a:cubicBezTo>
                    <a:pt x="9208" y="5638"/>
                    <a:pt x="9324" y="5526"/>
                    <a:pt x="9329" y="5383"/>
                  </a:cubicBezTo>
                  <a:cubicBezTo>
                    <a:pt x="9329" y="5377"/>
                    <a:pt x="9329" y="5371"/>
                    <a:pt x="9329" y="5364"/>
                  </a:cubicBezTo>
                  <a:lnTo>
                    <a:pt x="9321" y="5374"/>
                  </a:lnTo>
                  <a:lnTo>
                    <a:pt x="9320" y="5374"/>
                  </a:lnTo>
                  <a:cubicBezTo>
                    <a:pt x="9320" y="5230"/>
                    <a:pt x="9203" y="5112"/>
                    <a:pt x="9058" y="5112"/>
                  </a:cubicBezTo>
                  <a:close/>
                  <a:moveTo>
                    <a:pt x="227" y="5270"/>
                  </a:moveTo>
                  <a:cubicBezTo>
                    <a:pt x="102" y="5270"/>
                    <a:pt x="0" y="5371"/>
                    <a:pt x="0" y="5496"/>
                  </a:cubicBezTo>
                  <a:cubicBezTo>
                    <a:pt x="0" y="5621"/>
                    <a:pt x="102" y="5722"/>
                    <a:pt x="227" y="5722"/>
                  </a:cubicBezTo>
                  <a:lnTo>
                    <a:pt x="1144" y="5722"/>
                  </a:lnTo>
                  <a:cubicBezTo>
                    <a:pt x="1267" y="5721"/>
                    <a:pt x="1369" y="5621"/>
                    <a:pt x="1369" y="5496"/>
                  </a:cubicBezTo>
                  <a:cubicBezTo>
                    <a:pt x="1369" y="5371"/>
                    <a:pt x="1267" y="5270"/>
                    <a:pt x="1144" y="5270"/>
                  </a:cubicBezTo>
                  <a:close/>
                  <a:moveTo>
                    <a:pt x="5043" y="5270"/>
                  </a:moveTo>
                  <a:cubicBezTo>
                    <a:pt x="4918" y="5270"/>
                    <a:pt x="4819" y="5371"/>
                    <a:pt x="4819" y="5496"/>
                  </a:cubicBezTo>
                  <a:cubicBezTo>
                    <a:pt x="4819" y="5621"/>
                    <a:pt x="4920" y="5722"/>
                    <a:pt x="5043" y="5722"/>
                  </a:cubicBezTo>
                  <a:lnTo>
                    <a:pt x="7447" y="5722"/>
                  </a:lnTo>
                  <a:cubicBezTo>
                    <a:pt x="7572" y="5722"/>
                    <a:pt x="7673" y="5621"/>
                    <a:pt x="7673" y="5496"/>
                  </a:cubicBezTo>
                  <a:cubicBezTo>
                    <a:pt x="7674" y="5372"/>
                    <a:pt x="7575" y="5271"/>
                    <a:pt x="7451" y="5270"/>
                  </a:cubicBezTo>
                  <a:close/>
                  <a:moveTo>
                    <a:pt x="227" y="6316"/>
                  </a:moveTo>
                  <a:cubicBezTo>
                    <a:pt x="102" y="6330"/>
                    <a:pt x="11" y="6440"/>
                    <a:pt x="23" y="6564"/>
                  </a:cubicBezTo>
                  <a:cubicBezTo>
                    <a:pt x="33" y="6672"/>
                    <a:pt x="118" y="6757"/>
                    <a:pt x="227" y="6768"/>
                  </a:cubicBezTo>
                  <a:lnTo>
                    <a:pt x="1144" y="6768"/>
                  </a:lnTo>
                  <a:cubicBezTo>
                    <a:pt x="1267" y="6768"/>
                    <a:pt x="1369" y="6668"/>
                    <a:pt x="1369" y="6543"/>
                  </a:cubicBezTo>
                  <a:cubicBezTo>
                    <a:pt x="1369" y="6418"/>
                    <a:pt x="1267" y="6316"/>
                    <a:pt x="1144" y="6316"/>
                  </a:cubicBezTo>
                  <a:close/>
                  <a:moveTo>
                    <a:pt x="5022" y="6315"/>
                  </a:moveTo>
                  <a:cubicBezTo>
                    <a:pt x="4907" y="6315"/>
                    <a:pt x="4807" y="6403"/>
                    <a:pt x="4796" y="6520"/>
                  </a:cubicBezTo>
                  <a:cubicBezTo>
                    <a:pt x="4784" y="6644"/>
                    <a:pt x="4875" y="6756"/>
                    <a:pt x="5000" y="6768"/>
                  </a:cubicBezTo>
                  <a:cubicBezTo>
                    <a:pt x="5007" y="6768"/>
                    <a:pt x="5014" y="6769"/>
                    <a:pt x="5021" y="6769"/>
                  </a:cubicBezTo>
                  <a:cubicBezTo>
                    <a:pt x="5029" y="6769"/>
                    <a:pt x="5036" y="6768"/>
                    <a:pt x="5043" y="6768"/>
                  </a:cubicBezTo>
                  <a:lnTo>
                    <a:pt x="7447" y="6768"/>
                  </a:lnTo>
                  <a:cubicBezTo>
                    <a:pt x="7570" y="6768"/>
                    <a:pt x="7671" y="6669"/>
                    <a:pt x="7673" y="6546"/>
                  </a:cubicBezTo>
                  <a:lnTo>
                    <a:pt x="7673" y="6543"/>
                  </a:lnTo>
                  <a:cubicBezTo>
                    <a:pt x="7674" y="6419"/>
                    <a:pt x="7575" y="6318"/>
                    <a:pt x="7451" y="6316"/>
                  </a:cubicBezTo>
                  <a:lnTo>
                    <a:pt x="5043" y="6316"/>
                  </a:lnTo>
                  <a:cubicBezTo>
                    <a:pt x="5036" y="6316"/>
                    <a:pt x="5029" y="6315"/>
                    <a:pt x="5022" y="6315"/>
                  </a:cubicBezTo>
                  <a:close/>
                  <a:moveTo>
                    <a:pt x="8273" y="7260"/>
                  </a:moveTo>
                  <a:cubicBezTo>
                    <a:pt x="8130" y="7260"/>
                    <a:pt x="8012" y="7376"/>
                    <a:pt x="8011" y="7520"/>
                  </a:cubicBezTo>
                  <a:cubicBezTo>
                    <a:pt x="8009" y="7665"/>
                    <a:pt x="8127" y="7783"/>
                    <a:pt x="8271" y="7785"/>
                  </a:cubicBezTo>
                  <a:lnTo>
                    <a:pt x="8273" y="7785"/>
                  </a:lnTo>
                  <a:cubicBezTo>
                    <a:pt x="8417" y="7785"/>
                    <a:pt x="8535" y="7668"/>
                    <a:pt x="8535" y="7524"/>
                  </a:cubicBezTo>
                  <a:lnTo>
                    <a:pt x="8536" y="7524"/>
                  </a:lnTo>
                  <a:cubicBezTo>
                    <a:pt x="8536" y="7380"/>
                    <a:pt x="8420" y="7260"/>
                    <a:pt x="8276" y="7260"/>
                  </a:cubicBezTo>
                  <a:cubicBezTo>
                    <a:pt x="8275" y="7260"/>
                    <a:pt x="8274" y="7260"/>
                    <a:pt x="8273" y="7260"/>
                  </a:cubicBezTo>
                  <a:close/>
                  <a:moveTo>
                    <a:pt x="9842" y="7260"/>
                  </a:moveTo>
                  <a:cubicBezTo>
                    <a:pt x="9699" y="7260"/>
                    <a:pt x="9582" y="7376"/>
                    <a:pt x="9580" y="7520"/>
                  </a:cubicBezTo>
                  <a:cubicBezTo>
                    <a:pt x="9580" y="7665"/>
                    <a:pt x="9696" y="7783"/>
                    <a:pt x="9841" y="7785"/>
                  </a:cubicBezTo>
                  <a:lnTo>
                    <a:pt x="9845" y="7785"/>
                  </a:lnTo>
                  <a:cubicBezTo>
                    <a:pt x="9988" y="7783"/>
                    <a:pt x="10104" y="7667"/>
                    <a:pt x="10106" y="7524"/>
                  </a:cubicBezTo>
                  <a:cubicBezTo>
                    <a:pt x="10107" y="7380"/>
                    <a:pt x="9990" y="7260"/>
                    <a:pt x="9845" y="7260"/>
                  </a:cubicBezTo>
                  <a:cubicBezTo>
                    <a:pt x="9844" y="7260"/>
                    <a:pt x="9843" y="7260"/>
                    <a:pt x="9842" y="7260"/>
                  </a:cubicBezTo>
                  <a:close/>
                  <a:moveTo>
                    <a:pt x="10627" y="7260"/>
                  </a:moveTo>
                  <a:cubicBezTo>
                    <a:pt x="10484" y="7260"/>
                    <a:pt x="10366" y="7376"/>
                    <a:pt x="10366" y="7520"/>
                  </a:cubicBezTo>
                  <a:cubicBezTo>
                    <a:pt x="10365" y="7665"/>
                    <a:pt x="10481" y="7783"/>
                    <a:pt x="10625" y="7785"/>
                  </a:cubicBezTo>
                  <a:lnTo>
                    <a:pt x="10630" y="7785"/>
                  </a:lnTo>
                  <a:cubicBezTo>
                    <a:pt x="10773" y="7783"/>
                    <a:pt x="10889" y="7667"/>
                    <a:pt x="10890" y="7524"/>
                  </a:cubicBezTo>
                  <a:cubicBezTo>
                    <a:pt x="10892" y="7380"/>
                    <a:pt x="10774" y="7260"/>
                    <a:pt x="10630" y="7260"/>
                  </a:cubicBezTo>
                  <a:cubicBezTo>
                    <a:pt x="10629" y="7260"/>
                    <a:pt x="10628" y="7260"/>
                    <a:pt x="10627" y="7260"/>
                  </a:cubicBezTo>
                  <a:close/>
                  <a:moveTo>
                    <a:pt x="11412" y="7260"/>
                  </a:moveTo>
                  <a:cubicBezTo>
                    <a:pt x="11269" y="7260"/>
                    <a:pt x="11152" y="7376"/>
                    <a:pt x="11151" y="7520"/>
                  </a:cubicBezTo>
                  <a:cubicBezTo>
                    <a:pt x="11150" y="7665"/>
                    <a:pt x="11266" y="7783"/>
                    <a:pt x="11410" y="7785"/>
                  </a:cubicBezTo>
                  <a:lnTo>
                    <a:pt x="11415" y="7785"/>
                  </a:lnTo>
                  <a:cubicBezTo>
                    <a:pt x="11557" y="7783"/>
                    <a:pt x="11674" y="7667"/>
                    <a:pt x="11675" y="7524"/>
                  </a:cubicBezTo>
                  <a:cubicBezTo>
                    <a:pt x="11677" y="7380"/>
                    <a:pt x="11560" y="7260"/>
                    <a:pt x="11415" y="7260"/>
                  </a:cubicBezTo>
                  <a:cubicBezTo>
                    <a:pt x="11414" y="7260"/>
                    <a:pt x="11413" y="7260"/>
                    <a:pt x="11412" y="7260"/>
                  </a:cubicBezTo>
                  <a:close/>
                  <a:moveTo>
                    <a:pt x="12199" y="7260"/>
                  </a:moveTo>
                  <a:cubicBezTo>
                    <a:pt x="12056" y="7260"/>
                    <a:pt x="11939" y="7376"/>
                    <a:pt x="11937" y="7520"/>
                  </a:cubicBezTo>
                  <a:cubicBezTo>
                    <a:pt x="11936" y="7665"/>
                    <a:pt x="12053" y="7783"/>
                    <a:pt x="12198" y="7785"/>
                  </a:cubicBezTo>
                  <a:lnTo>
                    <a:pt x="12199" y="7785"/>
                  </a:lnTo>
                  <a:cubicBezTo>
                    <a:pt x="12344" y="7785"/>
                    <a:pt x="12461" y="7668"/>
                    <a:pt x="12461" y="7524"/>
                  </a:cubicBezTo>
                  <a:lnTo>
                    <a:pt x="12463" y="7524"/>
                  </a:lnTo>
                  <a:cubicBezTo>
                    <a:pt x="12463" y="7380"/>
                    <a:pt x="12347" y="7260"/>
                    <a:pt x="12202" y="7260"/>
                  </a:cubicBezTo>
                  <a:cubicBezTo>
                    <a:pt x="12201" y="7260"/>
                    <a:pt x="12200" y="7260"/>
                    <a:pt x="12199" y="7260"/>
                  </a:cubicBezTo>
                  <a:close/>
                  <a:moveTo>
                    <a:pt x="9058" y="7260"/>
                  </a:moveTo>
                  <a:cubicBezTo>
                    <a:pt x="8915" y="7260"/>
                    <a:pt x="8797" y="7376"/>
                    <a:pt x="8796" y="7520"/>
                  </a:cubicBezTo>
                  <a:cubicBezTo>
                    <a:pt x="8796" y="7665"/>
                    <a:pt x="8912" y="7783"/>
                    <a:pt x="9056" y="7785"/>
                  </a:cubicBezTo>
                  <a:lnTo>
                    <a:pt x="9058" y="7785"/>
                  </a:lnTo>
                  <a:cubicBezTo>
                    <a:pt x="9060" y="7785"/>
                    <a:pt x="9063" y="7785"/>
                    <a:pt x="9066" y="7785"/>
                  </a:cubicBezTo>
                  <a:cubicBezTo>
                    <a:pt x="9208" y="7785"/>
                    <a:pt x="9324" y="7673"/>
                    <a:pt x="9329" y="7531"/>
                  </a:cubicBezTo>
                  <a:lnTo>
                    <a:pt x="9329" y="7524"/>
                  </a:lnTo>
                  <a:lnTo>
                    <a:pt x="9321" y="7524"/>
                  </a:lnTo>
                  <a:cubicBezTo>
                    <a:pt x="9321" y="7380"/>
                    <a:pt x="9205" y="7260"/>
                    <a:pt x="9061" y="7260"/>
                  </a:cubicBezTo>
                  <a:cubicBezTo>
                    <a:pt x="9060" y="7260"/>
                    <a:pt x="9059" y="7260"/>
                    <a:pt x="9058" y="7260"/>
                  </a:cubicBezTo>
                  <a:close/>
                  <a:moveTo>
                    <a:pt x="227" y="7362"/>
                  </a:moveTo>
                  <a:cubicBezTo>
                    <a:pt x="102" y="7362"/>
                    <a:pt x="0" y="7463"/>
                    <a:pt x="0" y="7588"/>
                  </a:cubicBezTo>
                  <a:cubicBezTo>
                    <a:pt x="0" y="7713"/>
                    <a:pt x="102" y="7814"/>
                    <a:pt x="227" y="7814"/>
                  </a:cubicBezTo>
                  <a:lnTo>
                    <a:pt x="1144" y="7814"/>
                  </a:lnTo>
                  <a:cubicBezTo>
                    <a:pt x="1267" y="7814"/>
                    <a:pt x="1369" y="7713"/>
                    <a:pt x="1369" y="7588"/>
                  </a:cubicBezTo>
                  <a:cubicBezTo>
                    <a:pt x="1369" y="7464"/>
                    <a:pt x="1267" y="7363"/>
                    <a:pt x="1144" y="7362"/>
                  </a:cubicBezTo>
                  <a:close/>
                  <a:moveTo>
                    <a:pt x="5043" y="7362"/>
                  </a:moveTo>
                  <a:cubicBezTo>
                    <a:pt x="4918" y="7362"/>
                    <a:pt x="4819" y="7463"/>
                    <a:pt x="4819" y="7588"/>
                  </a:cubicBezTo>
                  <a:cubicBezTo>
                    <a:pt x="4819" y="7713"/>
                    <a:pt x="4920" y="7814"/>
                    <a:pt x="5043" y="7814"/>
                  </a:cubicBezTo>
                  <a:lnTo>
                    <a:pt x="7447" y="7814"/>
                  </a:lnTo>
                  <a:cubicBezTo>
                    <a:pt x="7447" y="7814"/>
                    <a:pt x="7448" y="7814"/>
                    <a:pt x="7449" y="7814"/>
                  </a:cubicBezTo>
                  <a:cubicBezTo>
                    <a:pt x="7572" y="7814"/>
                    <a:pt x="7671" y="7715"/>
                    <a:pt x="7673" y="7592"/>
                  </a:cubicBezTo>
                  <a:lnTo>
                    <a:pt x="7673" y="7588"/>
                  </a:lnTo>
                  <a:cubicBezTo>
                    <a:pt x="7673" y="7463"/>
                    <a:pt x="7572" y="7362"/>
                    <a:pt x="7447" y="7362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37"/>
            <p:cNvSpPr/>
            <p:nvPr/>
          </p:nvSpPr>
          <p:spPr>
            <a:xfrm>
              <a:off x="4530125" y="3196150"/>
              <a:ext cx="312325" cy="195400"/>
            </a:xfrm>
            <a:custGeom>
              <a:rect b="b" l="l" r="r" t="t"/>
              <a:pathLst>
                <a:path extrusionOk="0" h="7816" w="12493">
                  <a:moveTo>
                    <a:pt x="1198" y="38"/>
                  </a:moveTo>
                  <a:cubicBezTo>
                    <a:pt x="1190" y="38"/>
                    <a:pt x="1182" y="38"/>
                    <a:pt x="1173" y="39"/>
                  </a:cubicBezTo>
                  <a:lnTo>
                    <a:pt x="259" y="39"/>
                  </a:lnTo>
                  <a:cubicBezTo>
                    <a:pt x="252" y="38"/>
                    <a:pt x="244" y="38"/>
                    <a:pt x="237" y="38"/>
                  </a:cubicBezTo>
                  <a:cubicBezTo>
                    <a:pt x="229" y="38"/>
                    <a:pt x="222" y="38"/>
                    <a:pt x="215" y="39"/>
                  </a:cubicBezTo>
                  <a:cubicBezTo>
                    <a:pt x="91" y="51"/>
                    <a:pt x="0" y="161"/>
                    <a:pt x="12" y="285"/>
                  </a:cubicBezTo>
                  <a:cubicBezTo>
                    <a:pt x="23" y="402"/>
                    <a:pt x="121" y="490"/>
                    <a:pt x="237" y="490"/>
                  </a:cubicBezTo>
                  <a:cubicBezTo>
                    <a:pt x="244" y="490"/>
                    <a:pt x="252" y="489"/>
                    <a:pt x="259" y="489"/>
                  </a:cubicBezTo>
                  <a:lnTo>
                    <a:pt x="1173" y="489"/>
                  </a:lnTo>
                  <a:cubicBezTo>
                    <a:pt x="1181" y="489"/>
                    <a:pt x="1188" y="490"/>
                    <a:pt x="1196" y="490"/>
                  </a:cubicBezTo>
                  <a:cubicBezTo>
                    <a:pt x="1203" y="490"/>
                    <a:pt x="1211" y="489"/>
                    <a:pt x="1218" y="489"/>
                  </a:cubicBezTo>
                  <a:cubicBezTo>
                    <a:pt x="1342" y="477"/>
                    <a:pt x="1432" y="365"/>
                    <a:pt x="1421" y="242"/>
                  </a:cubicBezTo>
                  <a:cubicBezTo>
                    <a:pt x="1409" y="125"/>
                    <a:pt x="1313" y="38"/>
                    <a:pt x="1198" y="38"/>
                  </a:cubicBezTo>
                  <a:close/>
                  <a:moveTo>
                    <a:pt x="2173" y="48"/>
                  </a:moveTo>
                  <a:cubicBezTo>
                    <a:pt x="2059" y="48"/>
                    <a:pt x="1960" y="136"/>
                    <a:pt x="1949" y="252"/>
                  </a:cubicBezTo>
                  <a:cubicBezTo>
                    <a:pt x="1936" y="377"/>
                    <a:pt x="2027" y="487"/>
                    <a:pt x="2152" y="499"/>
                  </a:cubicBezTo>
                  <a:cubicBezTo>
                    <a:pt x="2159" y="500"/>
                    <a:pt x="2167" y="500"/>
                    <a:pt x="2174" y="500"/>
                  </a:cubicBezTo>
                  <a:cubicBezTo>
                    <a:pt x="2181" y="500"/>
                    <a:pt x="2188" y="500"/>
                    <a:pt x="2195" y="499"/>
                  </a:cubicBezTo>
                  <a:lnTo>
                    <a:pt x="4601" y="499"/>
                  </a:lnTo>
                  <a:cubicBezTo>
                    <a:pt x="4726" y="499"/>
                    <a:pt x="4827" y="398"/>
                    <a:pt x="4827" y="273"/>
                  </a:cubicBezTo>
                  <a:cubicBezTo>
                    <a:pt x="4827" y="270"/>
                    <a:pt x="4827" y="265"/>
                    <a:pt x="4827" y="262"/>
                  </a:cubicBezTo>
                  <a:cubicBezTo>
                    <a:pt x="4820" y="142"/>
                    <a:pt x="4722" y="49"/>
                    <a:pt x="4601" y="49"/>
                  </a:cubicBezTo>
                  <a:lnTo>
                    <a:pt x="2195" y="49"/>
                  </a:lnTo>
                  <a:cubicBezTo>
                    <a:pt x="2187" y="49"/>
                    <a:pt x="2180" y="48"/>
                    <a:pt x="2173" y="48"/>
                  </a:cubicBezTo>
                  <a:close/>
                  <a:moveTo>
                    <a:pt x="5622" y="0"/>
                  </a:moveTo>
                  <a:cubicBezTo>
                    <a:pt x="5478" y="0"/>
                    <a:pt x="5360" y="118"/>
                    <a:pt x="5360" y="262"/>
                  </a:cubicBezTo>
                  <a:cubicBezTo>
                    <a:pt x="5360" y="407"/>
                    <a:pt x="5478" y="524"/>
                    <a:pt x="5622" y="524"/>
                  </a:cubicBezTo>
                  <a:cubicBezTo>
                    <a:pt x="5767" y="524"/>
                    <a:pt x="5884" y="407"/>
                    <a:pt x="5884" y="262"/>
                  </a:cubicBezTo>
                  <a:cubicBezTo>
                    <a:pt x="5884" y="118"/>
                    <a:pt x="5767" y="0"/>
                    <a:pt x="5622" y="0"/>
                  </a:cubicBezTo>
                  <a:close/>
                  <a:moveTo>
                    <a:pt x="6407" y="0"/>
                  </a:moveTo>
                  <a:cubicBezTo>
                    <a:pt x="6263" y="0"/>
                    <a:pt x="6145" y="118"/>
                    <a:pt x="6145" y="262"/>
                  </a:cubicBezTo>
                  <a:cubicBezTo>
                    <a:pt x="6145" y="407"/>
                    <a:pt x="6263" y="524"/>
                    <a:pt x="6407" y="524"/>
                  </a:cubicBezTo>
                  <a:cubicBezTo>
                    <a:pt x="6553" y="524"/>
                    <a:pt x="6669" y="407"/>
                    <a:pt x="6669" y="262"/>
                  </a:cubicBezTo>
                  <a:cubicBezTo>
                    <a:pt x="6669" y="118"/>
                    <a:pt x="6553" y="0"/>
                    <a:pt x="6407" y="0"/>
                  </a:cubicBezTo>
                  <a:close/>
                  <a:moveTo>
                    <a:pt x="7192" y="0"/>
                  </a:moveTo>
                  <a:cubicBezTo>
                    <a:pt x="7047" y="0"/>
                    <a:pt x="6930" y="118"/>
                    <a:pt x="6930" y="262"/>
                  </a:cubicBezTo>
                  <a:cubicBezTo>
                    <a:pt x="6930" y="407"/>
                    <a:pt x="7047" y="524"/>
                    <a:pt x="7192" y="524"/>
                  </a:cubicBezTo>
                  <a:cubicBezTo>
                    <a:pt x="7338" y="524"/>
                    <a:pt x="7455" y="407"/>
                    <a:pt x="7455" y="262"/>
                  </a:cubicBezTo>
                  <a:cubicBezTo>
                    <a:pt x="7455" y="118"/>
                    <a:pt x="7338" y="0"/>
                    <a:pt x="7192" y="0"/>
                  </a:cubicBezTo>
                  <a:close/>
                  <a:moveTo>
                    <a:pt x="7978" y="0"/>
                  </a:moveTo>
                  <a:cubicBezTo>
                    <a:pt x="7832" y="0"/>
                    <a:pt x="7714" y="118"/>
                    <a:pt x="7714" y="262"/>
                  </a:cubicBezTo>
                  <a:cubicBezTo>
                    <a:pt x="7714" y="407"/>
                    <a:pt x="7832" y="524"/>
                    <a:pt x="7978" y="524"/>
                  </a:cubicBezTo>
                  <a:cubicBezTo>
                    <a:pt x="8122" y="524"/>
                    <a:pt x="8240" y="407"/>
                    <a:pt x="8240" y="262"/>
                  </a:cubicBezTo>
                  <a:cubicBezTo>
                    <a:pt x="8240" y="118"/>
                    <a:pt x="8122" y="0"/>
                    <a:pt x="7978" y="0"/>
                  </a:cubicBezTo>
                  <a:close/>
                  <a:moveTo>
                    <a:pt x="8762" y="0"/>
                  </a:moveTo>
                  <a:cubicBezTo>
                    <a:pt x="8617" y="0"/>
                    <a:pt x="8500" y="118"/>
                    <a:pt x="8500" y="262"/>
                  </a:cubicBezTo>
                  <a:cubicBezTo>
                    <a:pt x="8500" y="407"/>
                    <a:pt x="8617" y="524"/>
                    <a:pt x="8762" y="524"/>
                  </a:cubicBezTo>
                  <a:cubicBezTo>
                    <a:pt x="8907" y="524"/>
                    <a:pt x="9025" y="407"/>
                    <a:pt x="9025" y="262"/>
                  </a:cubicBezTo>
                  <a:cubicBezTo>
                    <a:pt x="9025" y="118"/>
                    <a:pt x="8907" y="0"/>
                    <a:pt x="8762" y="0"/>
                  </a:cubicBezTo>
                  <a:close/>
                  <a:moveTo>
                    <a:pt x="9547" y="0"/>
                  </a:moveTo>
                  <a:cubicBezTo>
                    <a:pt x="9403" y="0"/>
                    <a:pt x="9285" y="118"/>
                    <a:pt x="9285" y="262"/>
                  </a:cubicBezTo>
                  <a:cubicBezTo>
                    <a:pt x="9285" y="407"/>
                    <a:pt x="9403" y="524"/>
                    <a:pt x="9547" y="524"/>
                  </a:cubicBezTo>
                  <a:cubicBezTo>
                    <a:pt x="9689" y="520"/>
                    <a:pt x="9800" y="404"/>
                    <a:pt x="9800" y="262"/>
                  </a:cubicBezTo>
                  <a:lnTo>
                    <a:pt x="9809" y="262"/>
                  </a:lnTo>
                  <a:cubicBezTo>
                    <a:pt x="9809" y="118"/>
                    <a:pt x="9692" y="0"/>
                    <a:pt x="9547" y="0"/>
                  </a:cubicBezTo>
                  <a:close/>
                  <a:moveTo>
                    <a:pt x="2195" y="1083"/>
                  </a:moveTo>
                  <a:cubicBezTo>
                    <a:pt x="2071" y="1083"/>
                    <a:pt x="1970" y="1184"/>
                    <a:pt x="1970" y="1309"/>
                  </a:cubicBezTo>
                  <a:cubicBezTo>
                    <a:pt x="1970" y="1434"/>
                    <a:pt x="2071" y="1535"/>
                    <a:pt x="2195" y="1535"/>
                  </a:cubicBezTo>
                  <a:lnTo>
                    <a:pt x="4601" y="1535"/>
                  </a:lnTo>
                  <a:cubicBezTo>
                    <a:pt x="4726" y="1535"/>
                    <a:pt x="4827" y="1434"/>
                    <a:pt x="4827" y="1309"/>
                  </a:cubicBezTo>
                  <a:cubicBezTo>
                    <a:pt x="4826" y="1186"/>
                    <a:pt x="4726" y="1084"/>
                    <a:pt x="4601" y="1083"/>
                  </a:cubicBezTo>
                  <a:close/>
                  <a:moveTo>
                    <a:pt x="259" y="1083"/>
                  </a:moveTo>
                  <a:cubicBezTo>
                    <a:pt x="134" y="1083"/>
                    <a:pt x="33" y="1184"/>
                    <a:pt x="33" y="1309"/>
                  </a:cubicBezTo>
                  <a:cubicBezTo>
                    <a:pt x="33" y="1434"/>
                    <a:pt x="134" y="1535"/>
                    <a:pt x="259" y="1535"/>
                  </a:cubicBezTo>
                  <a:lnTo>
                    <a:pt x="1173" y="1535"/>
                  </a:lnTo>
                  <a:cubicBezTo>
                    <a:pt x="1174" y="1535"/>
                    <a:pt x="1175" y="1535"/>
                    <a:pt x="1176" y="1535"/>
                  </a:cubicBezTo>
                  <a:cubicBezTo>
                    <a:pt x="1298" y="1535"/>
                    <a:pt x="1398" y="1436"/>
                    <a:pt x="1400" y="1314"/>
                  </a:cubicBezTo>
                  <a:lnTo>
                    <a:pt x="1400" y="1309"/>
                  </a:lnTo>
                  <a:cubicBezTo>
                    <a:pt x="1400" y="1184"/>
                    <a:pt x="1298" y="1083"/>
                    <a:pt x="1173" y="1083"/>
                  </a:cubicBezTo>
                  <a:close/>
                  <a:moveTo>
                    <a:pt x="2195" y="2131"/>
                  </a:moveTo>
                  <a:cubicBezTo>
                    <a:pt x="2071" y="2131"/>
                    <a:pt x="1970" y="2232"/>
                    <a:pt x="1970" y="2356"/>
                  </a:cubicBezTo>
                  <a:cubicBezTo>
                    <a:pt x="1970" y="2481"/>
                    <a:pt x="2071" y="2582"/>
                    <a:pt x="2195" y="2582"/>
                  </a:cubicBezTo>
                  <a:lnTo>
                    <a:pt x="4601" y="2582"/>
                  </a:lnTo>
                  <a:cubicBezTo>
                    <a:pt x="4726" y="2582"/>
                    <a:pt x="4827" y="2481"/>
                    <a:pt x="4827" y="2356"/>
                  </a:cubicBezTo>
                  <a:cubicBezTo>
                    <a:pt x="4827" y="2232"/>
                    <a:pt x="4726" y="2131"/>
                    <a:pt x="4601" y="2131"/>
                  </a:cubicBezTo>
                  <a:close/>
                  <a:moveTo>
                    <a:pt x="259" y="2131"/>
                  </a:moveTo>
                  <a:cubicBezTo>
                    <a:pt x="134" y="2131"/>
                    <a:pt x="33" y="2232"/>
                    <a:pt x="33" y="2356"/>
                  </a:cubicBezTo>
                  <a:cubicBezTo>
                    <a:pt x="33" y="2481"/>
                    <a:pt x="134" y="2582"/>
                    <a:pt x="259" y="2582"/>
                  </a:cubicBezTo>
                  <a:lnTo>
                    <a:pt x="1173" y="2582"/>
                  </a:lnTo>
                  <a:cubicBezTo>
                    <a:pt x="1174" y="2582"/>
                    <a:pt x="1175" y="2582"/>
                    <a:pt x="1176" y="2582"/>
                  </a:cubicBezTo>
                  <a:cubicBezTo>
                    <a:pt x="1298" y="2582"/>
                    <a:pt x="1398" y="2483"/>
                    <a:pt x="1400" y="2360"/>
                  </a:cubicBezTo>
                  <a:lnTo>
                    <a:pt x="1400" y="2356"/>
                  </a:lnTo>
                  <a:cubicBezTo>
                    <a:pt x="1401" y="2232"/>
                    <a:pt x="1301" y="2131"/>
                    <a:pt x="1178" y="2131"/>
                  </a:cubicBezTo>
                  <a:close/>
                  <a:moveTo>
                    <a:pt x="5622" y="2094"/>
                  </a:moveTo>
                  <a:cubicBezTo>
                    <a:pt x="5478" y="2094"/>
                    <a:pt x="5360" y="2211"/>
                    <a:pt x="5360" y="2356"/>
                  </a:cubicBezTo>
                  <a:cubicBezTo>
                    <a:pt x="5360" y="2502"/>
                    <a:pt x="5478" y="2619"/>
                    <a:pt x="5622" y="2619"/>
                  </a:cubicBezTo>
                  <a:cubicBezTo>
                    <a:pt x="5768" y="2619"/>
                    <a:pt x="5886" y="2502"/>
                    <a:pt x="5886" y="2356"/>
                  </a:cubicBezTo>
                  <a:cubicBezTo>
                    <a:pt x="5886" y="2211"/>
                    <a:pt x="5768" y="2094"/>
                    <a:pt x="5622" y="2094"/>
                  </a:cubicBezTo>
                  <a:close/>
                  <a:moveTo>
                    <a:pt x="6408" y="2094"/>
                  </a:moveTo>
                  <a:cubicBezTo>
                    <a:pt x="6263" y="2094"/>
                    <a:pt x="6145" y="2211"/>
                    <a:pt x="6145" y="2356"/>
                  </a:cubicBezTo>
                  <a:cubicBezTo>
                    <a:pt x="6145" y="2502"/>
                    <a:pt x="6263" y="2619"/>
                    <a:pt x="6408" y="2619"/>
                  </a:cubicBezTo>
                  <a:cubicBezTo>
                    <a:pt x="6553" y="2619"/>
                    <a:pt x="6671" y="2502"/>
                    <a:pt x="6671" y="2356"/>
                  </a:cubicBezTo>
                  <a:cubicBezTo>
                    <a:pt x="6671" y="2211"/>
                    <a:pt x="6553" y="2094"/>
                    <a:pt x="6408" y="2094"/>
                  </a:cubicBezTo>
                  <a:close/>
                  <a:moveTo>
                    <a:pt x="7193" y="2094"/>
                  </a:moveTo>
                  <a:cubicBezTo>
                    <a:pt x="7047" y="2094"/>
                    <a:pt x="6931" y="2211"/>
                    <a:pt x="6931" y="2356"/>
                  </a:cubicBezTo>
                  <a:cubicBezTo>
                    <a:pt x="6931" y="2502"/>
                    <a:pt x="7047" y="2619"/>
                    <a:pt x="7193" y="2619"/>
                  </a:cubicBezTo>
                  <a:cubicBezTo>
                    <a:pt x="7338" y="2619"/>
                    <a:pt x="7455" y="2502"/>
                    <a:pt x="7455" y="2356"/>
                  </a:cubicBezTo>
                  <a:cubicBezTo>
                    <a:pt x="7455" y="2211"/>
                    <a:pt x="7338" y="2094"/>
                    <a:pt x="7193" y="2094"/>
                  </a:cubicBezTo>
                  <a:close/>
                  <a:moveTo>
                    <a:pt x="7978" y="2094"/>
                  </a:moveTo>
                  <a:cubicBezTo>
                    <a:pt x="7833" y="2094"/>
                    <a:pt x="7716" y="2211"/>
                    <a:pt x="7716" y="2356"/>
                  </a:cubicBezTo>
                  <a:cubicBezTo>
                    <a:pt x="7716" y="2502"/>
                    <a:pt x="7833" y="2619"/>
                    <a:pt x="7978" y="2619"/>
                  </a:cubicBezTo>
                  <a:cubicBezTo>
                    <a:pt x="8122" y="2619"/>
                    <a:pt x="8240" y="2502"/>
                    <a:pt x="8240" y="2356"/>
                  </a:cubicBezTo>
                  <a:cubicBezTo>
                    <a:pt x="8240" y="2211"/>
                    <a:pt x="8122" y="2094"/>
                    <a:pt x="7978" y="2094"/>
                  </a:cubicBezTo>
                  <a:close/>
                  <a:moveTo>
                    <a:pt x="8762" y="2094"/>
                  </a:moveTo>
                  <a:cubicBezTo>
                    <a:pt x="8618" y="2094"/>
                    <a:pt x="8500" y="2211"/>
                    <a:pt x="8500" y="2356"/>
                  </a:cubicBezTo>
                  <a:cubicBezTo>
                    <a:pt x="8500" y="2502"/>
                    <a:pt x="8618" y="2619"/>
                    <a:pt x="8762" y="2619"/>
                  </a:cubicBezTo>
                  <a:cubicBezTo>
                    <a:pt x="8907" y="2619"/>
                    <a:pt x="9025" y="2502"/>
                    <a:pt x="9025" y="2356"/>
                  </a:cubicBezTo>
                  <a:cubicBezTo>
                    <a:pt x="9025" y="2211"/>
                    <a:pt x="8907" y="2094"/>
                    <a:pt x="8762" y="2094"/>
                  </a:cubicBezTo>
                  <a:close/>
                  <a:moveTo>
                    <a:pt x="9547" y="2094"/>
                  </a:moveTo>
                  <a:cubicBezTo>
                    <a:pt x="9403" y="2094"/>
                    <a:pt x="9285" y="2211"/>
                    <a:pt x="9285" y="2356"/>
                  </a:cubicBezTo>
                  <a:cubicBezTo>
                    <a:pt x="9285" y="2502"/>
                    <a:pt x="9403" y="2619"/>
                    <a:pt x="9547" y="2619"/>
                  </a:cubicBezTo>
                  <a:cubicBezTo>
                    <a:pt x="9689" y="2613"/>
                    <a:pt x="9802" y="2497"/>
                    <a:pt x="9802" y="2356"/>
                  </a:cubicBezTo>
                  <a:lnTo>
                    <a:pt x="9809" y="2356"/>
                  </a:lnTo>
                  <a:cubicBezTo>
                    <a:pt x="9809" y="2211"/>
                    <a:pt x="9692" y="2094"/>
                    <a:pt x="9547" y="2094"/>
                  </a:cubicBezTo>
                  <a:close/>
                  <a:moveTo>
                    <a:pt x="259" y="3178"/>
                  </a:moveTo>
                  <a:cubicBezTo>
                    <a:pt x="134" y="3178"/>
                    <a:pt x="33" y="3279"/>
                    <a:pt x="33" y="3404"/>
                  </a:cubicBezTo>
                  <a:cubicBezTo>
                    <a:pt x="33" y="3529"/>
                    <a:pt x="134" y="3630"/>
                    <a:pt x="259" y="3630"/>
                  </a:cubicBezTo>
                  <a:lnTo>
                    <a:pt x="1173" y="3630"/>
                  </a:lnTo>
                  <a:cubicBezTo>
                    <a:pt x="1298" y="3630"/>
                    <a:pt x="1400" y="3529"/>
                    <a:pt x="1400" y="3404"/>
                  </a:cubicBezTo>
                  <a:cubicBezTo>
                    <a:pt x="1401" y="3280"/>
                    <a:pt x="1301" y="3179"/>
                    <a:pt x="1178" y="3178"/>
                  </a:cubicBezTo>
                  <a:close/>
                  <a:moveTo>
                    <a:pt x="2195" y="3178"/>
                  </a:moveTo>
                  <a:cubicBezTo>
                    <a:pt x="2071" y="3178"/>
                    <a:pt x="1970" y="3279"/>
                    <a:pt x="1970" y="3404"/>
                  </a:cubicBezTo>
                  <a:cubicBezTo>
                    <a:pt x="1970" y="3529"/>
                    <a:pt x="2071" y="3630"/>
                    <a:pt x="2195" y="3630"/>
                  </a:cubicBezTo>
                  <a:lnTo>
                    <a:pt x="4601" y="3630"/>
                  </a:lnTo>
                  <a:cubicBezTo>
                    <a:pt x="4726" y="3629"/>
                    <a:pt x="4826" y="3528"/>
                    <a:pt x="4827" y="3404"/>
                  </a:cubicBezTo>
                  <a:cubicBezTo>
                    <a:pt x="4827" y="3279"/>
                    <a:pt x="4726" y="3178"/>
                    <a:pt x="4601" y="3178"/>
                  </a:cubicBezTo>
                  <a:close/>
                  <a:moveTo>
                    <a:pt x="237" y="4223"/>
                  </a:moveTo>
                  <a:cubicBezTo>
                    <a:pt x="121" y="4223"/>
                    <a:pt x="23" y="4311"/>
                    <a:pt x="12" y="4427"/>
                  </a:cubicBezTo>
                  <a:cubicBezTo>
                    <a:pt x="0" y="4552"/>
                    <a:pt x="91" y="4662"/>
                    <a:pt x="215" y="4674"/>
                  </a:cubicBezTo>
                  <a:cubicBezTo>
                    <a:pt x="222" y="4675"/>
                    <a:pt x="229" y="4675"/>
                    <a:pt x="237" y="4675"/>
                  </a:cubicBezTo>
                  <a:cubicBezTo>
                    <a:pt x="244" y="4675"/>
                    <a:pt x="252" y="4675"/>
                    <a:pt x="259" y="4674"/>
                  </a:cubicBezTo>
                  <a:lnTo>
                    <a:pt x="1173" y="4674"/>
                  </a:lnTo>
                  <a:cubicBezTo>
                    <a:pt x="1174" y="4674"/>
                    <a:pt x="1175" y="4674"/>
                    <a:pt x="1176" y="4674"/>
                  </a:cubicBezTo>
                  <a:cubicBezTo>
                    <a:pt x="1298" y="4674"/>
                    <a:pt x="1398" y="4575"/>
                    <a:pt x="1400" y="4452"/>
                  </a:cubicBezTo>
                  <a:lnTo>
                    <a:pt x="1400" y="4451"/>
                  </a:lnTo>
                  <a:cubicBezTo>
                    <a:pt x="1401" y="4327"/>
                    <a:pt x="1301" y="4226"/>
                    <a:pt x="1178" y="4224"/>
                  </a:cubicBezTo>
                  <a:lnTo>
                    <a:pt x="259" y="4224"/>
                  </a:lnTo>
                  <a:cubicBezTo>
                    <a:pt x="252" y="4224"/>
                    <a:pt x="244" y="4223"/>
                    <a:pt x="237" y="4223"/>
                  </a:cubicBezTo>
                  <a:close/>
                  <a:moveTo>
                    <a:pt x="2173" y="4223"/>
                  </a:moveTo>
                  <a:cubicBezTo>
                    <a:pt x="2059" y="4223"/>
                    <a:pt x="1960" y="4311"/>
                    <a:pt x="1949" y="4427"/>
                  </a:cubicBezTo>
                  <a:cubicBezTo>
                    <a:pt x="1936" y="4552"/>
                    <a:pt x="2027" y="4662"/>
                    <a:pt x="2152" y="4674"/>
                  </a:cubicBezTo>
                  <a:cubicBezTo>
                    <a:pt x="2159" y="4675"/>
                    <a:pt x="2167" y="4675"/>
                    <a:pt x="2174" y="4675"/>
                  </a:cubicBezTo>
                  <a:cubicBezTo>
                    <a:pt x="2181" y="4675"/>
                    <a:pt x="2188" y="4675"/>
                    <a:pt x="2195" y="4674"/>
                  </a:cubicBezTo>
                  <a:lnTo>
                    <a:pt x="4601" y="4674"/>
                  </a:lnTo>
                  <a:cubicBezTo>
                    <a:pt x="4724" y="4674"/>
                    <a:pt x="4826" y="4574"/>
                    <a:pt x="4827" y="4451"/>
                  </a:cubicBezTo>
                  <a:cubicBezTo>
                    <a:pt x="4827" y="4326"/>
                    <a:pt x="4726" y="4224"/>
                    <a:pt x="4601" y="4224"/>
                  </a:cubicBezTo>
                  <a:lnTo>
                    <a:pt x="2195" y="4224"/>
                  </a:lnTo>
                  <a:cubicBezTo>
                    <a:pt x="2187" y="4224"/>
                    <a:pt x="2180" y="4223"/>
                    <a:pt x="2173" y="4223"/>
                  </a:cubicBezTo>
                  <a:close/>
                  <a:moveTo>
                    <a:pt x="9089" y="5103"/>
                  </a:moveTo>
                  <a:cubicBezTo>
                    <a:pt x="8944" y="5103"/>
                    <a:pt x="8826" y="5221"/>
                    <a:pt x="8826" y="5365"/>
                  </a:cubicBezTo>
                  <a:cubicBezTo>
                    <a:pt x="8826" y="5511"/>
                    <a:pt x="8944" y="5627"/>
                    <a:pt x="9089" y="5627"/>
                  </a:cubicBezTo>
                  <a:lnTo>
                    <a:pt x="9092" y="5627"/>
                  </a:lnTo>
                  <a:cubicBezTo>
                    <a:pt x="9234" y="5627"/>
                    <a:pt x="9351" y="5509"/>
                    <a:pt x="9351" y="5365"/>
                  </a:cubicBezTo>
                  <a:cubicBezTo>
                    <a:pt x="9351" y="5221"/>
                    <a:pt x="9233" y="5103"/>
                    <a:pt x="9089" y="5103"/>
                  </a:cubicBezTo>
                  <a:close/>
                  <a:moveTo>
                    <a:pt x="9873" y="5103"/>
                  </a:moveTo>
                  <a:cubicBezTo>
                    <a:pt x="9729" y="5103"/>
                    <a:pt x="9611" y="5221"/>
                    <a:pt x="9611" y="5365"/>
                  </a:cubicBezTo>
                  <a:cubicBezTo>
                    <a:pt x="9611" y="5511"/>
                    <a:pt x="9729" y="5627"/>
                    <a:pt x="9873" y="5627"/>
                  </a:cubicBezTo>
                  <a:lnTo>
                    <a:pt x="9876" y="5627"/>
                  </a:lnTo>
                  <a:cubicBezTo>
                    <a:pt x="10019" y="5627"/>
                    <a:pt x="10135" y="5509"/>
                    <a:pt x="10135" y="5365"/>
                  </a:cubicBezTo>
                  <a:cubicBezTo>
                    <a:pt x="10135" y="5221"/>
                    <a:pt x="10019" y="5103"/>
                    <a:pt x="9873" y="5103"/>
                  </a:cubicBezTo>
                  <a:close/>
                  <a:moveTo>
                    <a:pt x="11446" y="5103"/>
                  </a:moveTo>
                  <a:cubicBezTo>
                    <a:pt x="11301" y="5103"/>
                    <a:pt x="11183" y="5221"/>
                    <a:pt x="11183" y="5365"/>
                  </a:cubicBezTo>
                  <a:cubicBezTo>
                    <a:pt x="11183" y="5511"/>
                    <a:pt x="11301" y="5627"/>
                    <a:pt x="11446" y="5627"/>
                  </a:cubicBezTo>
                  <a:cubicBezTo>
                    <a:pt x="11590" y="5627"/>
                    <a:pt x="11708" y="5511"/>
                    <a:pt x="11708" y="5365"/>
                  </a:cubicBezTo>
                  <a:cubicBezTo>
                    <a:pt x="11708" y="5221"/>
                    <a:pt x="11590" y="5103"/>
                    <a:pt x="11446" y="5103"/>
                  </a:cubicBezTo>
                  <a:close/>
                  <a:moveTo>
                    <a:pt x="12230" y="5103"/>
                  </a:moveTo>
                  <a:cubicBezTo>
                    <a:pt x="12086" y="5103"/>
                    <a:pt x="11968" y="5221"/>
                    <a:pt x="11968" y="5365"/>
                  </a:cubicBezTo>
                  <a:cubicBezTo>
                    <a:pt x="11968" y="5511"/>
                    <a:pt x="12086" y="5627"/>
                    <a:pt x="12230" y="5627"/>
                  </a:cubicBezTo>
                  <a:cubicBezTo>
                    <a:pt x="12375" y="5627"/>
                    <a:pt x="12492" y="5511"/>
                    <a:pt x="12492" y="5365"/>
                  </a:cubicBezTo>
                  <a:cubicBezTo>
                    <a:pt x="12492" y="5221"/>
                    <a:pt x="12375" y="5103"/>
                    <a:pt x="12230" y="5103"/>
                  </a:cubicBezTo>
                  <a:close/>
                  <a:moveTo>
                    <a:pt x="8304" y="5103"/>
                  </a:moveTo>
                  <a:cubicBezTo>
                    <a:pt x="8159" y="5103"/>
                    <a:pt x="8042" y="5221"/>
                    <a:pt x="8042" y="5365"/>
                  </a:cubicBezTo>
                  <a:cubicBezTo>
                    <a:pt x="8042" y="5511"/>
                    <a:pt x="8159" y="5629"/>
                    <a:pt x="8304" y="5629"/>
                  </a:cubicBezTo>
                  <a:lnTo>
                    <a:pt x="8308" y="5629"/>
                  </a:lnTo>
                  <a:cubicBezTo>
                    <a:pt x="8451" y="5626"/>
                    <a:pt x="8566" y="5509"/>
                    <a:pt x="8566" y="5365"/>
                  </a:cubicBezTo>
                  <a:cubicBezTo>
                    <a:pt x="8566" y="5221"/>
                    <a:pt x="8448" y="5103"/>
                    <a:pt x="8304" y="5103"/>
                  </a:cubicBezTo>
                  <a:close/>
                  <a:moveTo>
                    <a:pt x="10661" y="5103"/>
                  </a:moveTo>
                  <a:cubicBezTo>
                    <a:pt x="10515" y="5103"/>
                    <a:pt x="10399" y="5221"/>
                    <a:pt x="10399" y="5365"/>
                  </a:cubicBezTo>
                  <a:cubicBezTo>
                    <a:pt x="10399" y="5508"/>
                    <a:pt x="10512" y="5624"/>
                    <a:pt x="10653" y="5629"/>
                  </a:cubicBezTo>
                  <a:cubicBezTo>
                    <a:pt x="10655" y="5629"/>
                    <a:pt x="10657" y="5629"/>
                    <a:pt x="10659" y="5629"/>
                  </a:cubicBezTo>
                  <a:cubicBezTo>
                    <a:pt x="10802" y="5629"/>
                    <a:pt x="10918" y="5515"/>
                    <a:pt x="10923" y="5372"/>
                  </a:cubicBezTo>
                  <a:lnTo>
                    <a:pt x="10923" y="5365"/>
                  </a:lnTo>
                  <a:cubicBezTo>
                    <a:pt x="10923" y="5221"/>
                    <a:pt x="10805" y="5103"/>
                    <a:pt x="10661" y="5103"/>
                  </a:cubicBezTo>
                  <a:close/>
                  <a:moveTo>
                    <a:pt x="259" y="5270"/>
                  </a:moveTo>
                  <a:cubicBezTo>
                    <a:pt x="134" y="5270"/>
                    <a:pt x="33" y="5371"/>
                    <a:pt x="33" y="5496"/>
                  </a:cubicBezTo>
                  <a:cubicBezTo>
                    <a:pt x="33" y="5621"/>
                    <a:pt x="134" y="5722"/>
                    <a:pt x="259" y="5722"/>
                  </a:cubicBezTo>
                  <a:lnTo>
                    <a:pt x="1173" y="5722"/>
                  </a:lnTo>
                  <a:cubicBezTo>
                    <a:pt x="1297" y="5722"/>
                    <a:pt x="1398" y="5624"/>
                    <a:pt x="1400" y="5500"/>
                  </a:cubicBezTo>
                  <a:lnTo>
                    <a:pt x="1400" y="5496"/>
                  </a:lnTo>
                  <a:cubicBezTo>
                    <a:pt x="1400" y="5371"/>
                    <a:pt x="1298" y="5270"/>
                    <a:pt x="1173" y="5270"/>
                  </a:cubicBezTo>
                  <a:close/>
                  <a:moveTo>
                    <a:pt x="5074" y="5270"/>
                  </a:moveTo>
                  <a:cubicBezTo>
                    <a:pt x="4949" y="5270"/>
                    <a:pt x="4848" y="5371"/>
                    <a:pt x="4848" y="5496"/>
                  </a:cubicBezTo>
                  <a:cubicBezTo>
                    <a:pt x="4848" y="5621"/>
                    <a:pt x="4949" y="5722"/>
                    <a:pt x="5074" y="5722"/>
                  </a:cubicBezTo>
                  <a:lnTo>
                    <a:pt x="7478" y="5722"/>
                  </a:lnTo>
                  <a:cubicBezTo>
                    <a:pt x="7601" y="5722"/>
                    <a:pt x="7702" y="5624"/>
                    <a:pt x="7704" y="5500"/>
                  </a:cubicBezTo>
                  <a:lnTo>
                    <a:pt x="7704" y="5496"/>
                  </a:lnTo>
                  <a:cubicBezTo>
                    <a:pt x="7704" y="5371"/>
                    <a:pt x="7603" y="5270"/>
                    <a:pt x="7478" y="5270"/>
                  </a:cubicBezTo>
                  <a:close/>
                  <a:moveTo>
                    <a:pt x="259" y="6310"/>
                  </a:moveTo>
                  <a:cubicBezTo>
                    <a:pt x="134" y="6310"/>
                    <a:pt x="33" y="6412"/>
                    <a:pt x="33" y="6537"/>
                  </a:cubicBezTo>
                  <a:cubicBezTo>
                    <a:pt x="33" y="6662"/>
                    <a:pt x="134" y="6763"/>
                    <a:pt x="259" y="6763"/>
                  </a:cubicBezTo>
                  <a:lnTo>
                    <a:pt x="1173" y="6763"/>
                  </a:lnTo>
                  <a:cubicBezTo>
                    <a:pt x="1297" y="6763"/>
                    <a:pt x="1398" y="6666"/>
                    <a:pt x="1400" y="6543"/>
                  </a:cubicBezTo>
                  <a:cubicBezTo>
                    <a:pt x="1404" y="6418"/>
                    <a:pt x="1306" y="6313"/>
                    <a:pt x="1181" y="6310"/>
                  </a:cubicBezTo>
                  <a:close/>
                  <a:moveTo>
                    <a:pt x="5074" y="6310"/>
                  </a:moveTo>
                  <a:cubicBezTo>
                    <a:pt x="4949" y="6310"/>
                    <a:pt x="4848" y="6412"/>
                    <a:pt x="4848" y="6537"/>
                  </a:cubicBezTo>
                  <a:cubicBezTo>
                    <a:pt x="4848" y="6662"/>
                    <a:pt x="4949" y="6763"/>
                    <a:pt x="5074" y="6763"/>
                  </a:cubicBezTo>
                  <a:lnTo>
                    <a:pt x="7478" y="6763"/>
                  </a:lnTo>
                  <a:cubicBezTo>
                    <a:pt x="7601" y="6763"/>
                    <a:pt x="7701" y="6666"/>
                    <a:pt x="7704" y="6543"/>
                  </a:cubicBezTo>
                  <a:cubicBezTo>
                    <a:pt x="7707" y="6418"/>
                    <a:pt x="7609" y="6313"/>
                    <a:pt x="7485" y="6310"/>
                  </a:cubicBezTo>
                  <a:close/>
                  <a:moveTo>
                    <a:pt x="8304" y="7262"/>
                  </a:moveTo>
                  <a:cubicBezTo>
                    <a:pt x="8159" y="7262"/>
                    <a:pt x="8042" y="7380"/>
                    <a:pt x="8042" y="7524"/>
                  </a:cubicBezTo>
                  <a:cubicBezTo>
                    <a:pt x="8042" y="7668"/>
                    <a:pt x="8159" y="7786"/>
                    <a:pt x="8304" y="7786"/>
                  </a:cubicBezTo>
                  <a:lnTo>
                    <a:pt x="8308" y="7786"/>
                  </a:lnTo>
                  <a:cubicBezTo>
                    <a:pt x="8453" y="7785"/>
                    <a:pt x="8567" y="7667"/>
                    <a:pt x="8566" y="7524"/>
                  </a:cubicBezTo>
                  <a:cubicBezTo>
                    <a:pt x="8566" y="7380"/>
                    <a:pt x="8450" y="7262"/>
                    <a:pt x="8304" y="7262"/>
                  </a:cubicBezTo>
                  <a:close/>
                  <a:moveTo>
                    <a:pt x="9089" y="7262"/>
                  </a:moveTo>
                  <a:cubicBezTo>
                    <a:pt x="8944" y="7262"/>
                    <a:pt x="8826" y="7380"/>
                    <a:pt x="8826" y="7524"/>
                  </a:cubicBezTo>
                  <a:cubicBezTo>
                    <a:pt x="8826" y="7668"/>
                    <a:pt x="8944" y="7786"/>
                    <a:pt x="9089" y="7786"/>
                  </a:cubicBezTo>
                  <a:lnTo>
                    <a:pt x="9092" y="7786"/>
                  </a:lnTo>
                  <a:cubicBezTo>
                    <a:pt x="9234" y="7786"/>
                    <a:pt x="9352" y="7670"/>
                    <a:pt x="9352" y="7525"/>
                  </a:cubicBezTo>
                  <a:lnTo>
                    <a:pt x="9352" y="7524"/>
                  </a:lnTo>
                  <a:cubicBezTo>
                    <a:pt x="9352" y="7380"/>
                    <a:pt x="9234" y="7262"/>
                    <a:pt x="9089" y="7262"/>
                  </a:cubicBezTo>
                  <a:close/>
                  <a:moveTo>
                    <a:pt x="9875" y="7262"/>
                  </a:moveTo>
                  <a:cubicBezTo>
                    <a:pt x="9729" y="7262"/>
                    <a:pt x="9611" y="7380"/>
                    <a:pt x="9611" y="7524"/>
                  </a:cubicBezTo>
                  <a:cubicBezTo>
                    <a:pt x="9611" y="7668"/>
                    <a:pt x="9729" y="7786"/>
                    <a:pt x="9875" y="7786"/>
                  </a:cubicBezTo>
                  <a:lnTo>
                    <a:pt x="9876" y="7786"/>
                  </a:lnTo>
                  <a:cubicBezTo>
                    <a:pt x="10019" y="7786"/>
                    <a:pt x="10137" y="7670"/>
                    <a:pt x="10137" y="7525"/>
                  </a:cubicBezTo>
                  <a:lnTo>
                    <a:pt x="10137" y="7524"/>
                  </a:lnTo>
                  <a:cubicBezTo>
                    <a:pt x="10137" y="7380"/>
                    <a:pt x="10019" y="7262"/>
                    <a:pt x="9875" y="7262"/>
                  </a:cubicBezTo>
                  <a:close/>
                  <a:moveTo>
                    <a:pt x="11446" y="7262"/>
                  </a:moveTo>
                  <a:cubicBezTo>
                    <a:pt x="11301" y="7262"/>
                    <a:pt x="11183" y="7380"/>
                    <a:pt x="11183" y="7524"/>
                  </a:cubicBezTo>
                  <a:cubicBezTo>
                    <a:pt x="11183" y="7668"/>
                    <a:pt x="11301" y="7786"/>
                    <a:pt x="11446" y="7786"/>
                  </a:cubicBezTo>
                  <a:cubicBezTo>
                    <a:pt x="11446" y="7786"/>
                    <a:pt x="11447" y="7786"/>
                    <a:pt x="11448" y="7786"/>
                  </a:cubicBezTo>
                  <a:cubicBezTo>
                    <a:pt x="11591" y="7786"/>
                    <a:pt x="11708" y="7670"/>
                    <a:pt x="11708" y="7528"/>
                  </a:cubicBezTo>
                  <a:lnTo>
                    <a:pt x="11708" y="7524"/>
                  </a:lnTo>
                  <a:cubicBezTo>
                    <a:pt x="11708" y="7380"/>
                    <a:pt x="11590" y="7262"/>
                    <a:pt x="11446" y="7262"/>
                  </a:cubicBezTo>
                  <a:close/>
                  <a:moveTo>
                    <a:pt x="12230" y="7262"/>
                  </a:moveTo>
                  <a:cubicBezTo>
                    <a:pt x="12086" y="7262"/>
                    <a:pt x="11968" y="7380"/>
                    <a:pt x="11968" y="7524"/>
                  </a:cubicBezTo>
                  <a:cubicBezTo>
                    <a:pt x="11968" y="7668"/>
                    <a:pt x="12086" y="7786"/>
                    <a:pt x="12230" y="7786"/>
                  </a:cubicBezTo>
                  <a:cubicBezTo>
                    <a:pt x="12231" y="7786"/>
                    <a:pt x="12232" y="7786"/>
                    <a:pt x="12233" y="7786"/>
                  </a:cubicBezTo>
                  <a:cubicBezTo>
                    <a:pt x="12376" y="7786"/>
                    <a:pt x="12492" y="7670"/>
                    <a:pt x="12492" y="7528"/>
                  </a:cubicBezTo>
                  <a:lnTo>
                    <a:pt x="12492" y="7524"/>
                  </a:lnTo>
                  <a:cubicBezTo>
                    <a:pt x="12492" y="7380"/>
                    <a:pt x="12376" y="7262"/>
                    <a:pt x="12230" y="7262"/>
                  </a:cubicBezTo>
                  <a:close/>
                  <a:moveTo>
                    <a:pt x="10661" y="7262"/>
                  </a:moveTo>
                  <a:cubicBezTo>
                    <a:pt x="10516" y="7262"/>
                    <a:pt x="10399" y="7380"/>
                    <a:pt x="10399" y="7524"/>
                  </a:cubicBezTo>
                  <a:cubicBezTo>
                    <a:pt x="10399" y="7667"/>
                    <a:pt x="10512" y="7783"/>
                    <a:pt x="10655" y="7786"/>
                  </a:cubicBezTo>
                  <a:cubicBezTo>
                    <a:pt x="10658" y="7786"/>
                    <a:pt x="10660" y="7786"/>
                    <a:pt x="10663" y="7786"/>
                  </a:cubicBezTo>
                  <a:cubicBezTo>
                    <a:pt x="10802" y="7786"/>
                    <a:pt x="10919" y="7676"/>
                    <a:pt x="10923" y="7534"/>
                  </a:cubicBezTo>
                  <a:lnTo>
                    <a:pt x="10923" y="7524"/>
                  </a:lnTo>
                  <a:cubicBezTo>
                    <a:pt x="10923" y="7380"/>
                    <a:pt x="10805" y="7262"/>
                    <a:pt x="10661" y="7262"/>
                  </a:cubicBezTo>
                  <a:close/>
                  <a:moveTo>
                    <a:pt x="259" y="7363"/>
                  </a:moveTo>
                  <a:cubicBezTo>
                    <a:pt x="134" y="7363"/>
                    <a:pt x="33" y="7464"/>
                    <a:pt x="33" y="7589"/>
                  </a:cubicBezTo>
                  <a:cubicBezTo>
                    <a:pt x="33" y="7715"/>
                    <a:pt x="134" y="7816"/>
                    <a:pt x="259" y="7816"/>
                  </a:cubicBezTo>
                  <a:lnTo>
                    <a:pt x="1173" y="7816"/>
                  </a:lnTo>
                  <a:cubicBezTo>
                    <a:pt x="1298" y="7816"/>
                    <a:pt x="1400" y="7715"/>
                    <a:pt x="1400" y="7589"/>
                  </a:cubicBezTo>
                  <a:cubicBezTo>
                    <a:pt x="1401" y="7466"/>
                    <a:pt x="1301" y="7365"/>
                    <a:pt x="1178" y="7363"/>
                  </a:cubicBezTo>
                  <a:close/>
                  <a:moveTo>
                    <a:pt x="5074" y="7363"/>
                  </a:moveTo>
                  <a:cubicBezTo>
                    <a:pt x="4949" y="7363"/>
                    <a:pt x="4848" y="7464"/>
                    <a:pt x="4848" y="7589"/>
                  </a:cubicBezTo>
                  <a:cubicBezTo>
                    <a:pt x="4848" y="7715"/>
                    <a:pt x="4949" y="7816"/>
                    <a:pt x="5074" y="7816"/>
                  </a:cubicBezTo>
                  <a:lnTo>
                    <a:pt x="7478" y="7816"/>
                  </a:lnTo>
                  <a:cubicBezTo>
                    <a:pt x="7603" y="7816"/>
                    <a:pt x="7704" y="7715"/>
                    <a:pt x="7704" y="7589"/>
                  </a:cubicBezTo>
                  <a:cubicBezTo>
                    <a:pt x="7705" y="7466"/>
                    <a:pt x="7606" y="7365"/>
                    <a:pt x="7482" y="7363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37"/>
            <p:cNvSpPr/>
            <p:nvPr/>
          </p:nvSpPr>
          <p:spPr>
            <a:xfrm>
              <a:off x="4530125" y="3410550"/>
              <a:ext cx="312325" cy="195425"/>
            </a:xfrm>
            <a:custGeom>
              <a:rect b="b" l="l" r="r" t="t"/>
              <a:pathLst>
                <a:path extrusionOk="0" h="7817" w="12493">
                  <a:moveTo>
                    <a:pt x="237" y="38"/>
                  </a:moveTo>
                  <a:cubicBezTo>
                    <a:pt x="229" y="38"/>
                    <a:pt x="222" y="39"/>
                    <a:pt x="215" y="39"/>
                  </a:cubicBezTo>
                  <a:cubicBezTo>
                    <a:pt x="91" y="51"/>
                    <a:pt x="0" y="161"/>
                    <a:pt x="12" y="287"/>
                  </a:cubicBezTo>
                  <a:cubicBezTo>
                    <a:pt x="23" y="403"/>
                    <a:pt x="121" y="490"/>
                    <a:pt x="237" y="490"/>
                  </a:cubicBezTo>
                  <a:cubicBezTo>
                    <a:pt x="244" y="490"/>
                    <a:pt x="252" y="490"/>
                    <a:pt x="259" y="489"/>
                  </a:cubicBezTo>
                  <a:lnTo>
                    <a:pt x="1173" y="489"/>
                  </a:lnTo>
                  <a:cubicBezTo>
                    <a:pt x="1181" y="490"/>
                    <a:pt x="1188" y="490"/>
                    <a:pt x="1196" y="490"/>
                  </a:cubicBezTo>
                  <a:cubicBezTo>
                    <a:pt x="1203" y="490"/>
                    <a:pt x="1211" y="490"/>
                    <a:pt x="1218" y="489"/>
                  </a:cubicBezTo>
                  <a:cubicBezTo>
                    <a:pt x="1342" y="477"/>
                    <a:pt x="1432" y="367"/>
                    <a:pt x="1421" y="242"/>
                  </a:cubicBezTo>
                  <a:cubicBezTo>
                    <a:pt x="1409" y="126"/>
                    <a:pt x="1311" y="38"/>
                    <a:pt x="1195" y="38"/>
                  </a:cubicBezTo>
                  <a:cubicBezTo>
                    <a:pt x="1188" y="38"/>
                    <a:pt x="1181" y="39"/>
                    <a:pt x="1173" y="39"/>
                  </a:cubicBezTo>
                  <a:lnTo>
                    <a:pt x="259" y="39"/>
                  </a:lnTo>
                  <a:cubicBezTo>
                    <a:pt x="252" y="39"/>
                    <a:pt x="244" y="38"/>
                    <a:pt x="237" y="38"/>
                  </a:cubicBezTo>
                  <a:close/>
                  <a:moveTo>
                    <a:pt x="2173" y="38"/>
                  </a:moveTo>
                  <a:cubicBezTo>
                    <a:pt x="2059" y="38"/>
                    <a:pt x="1960" y="126"/>
                    <a:pt x="1949" y="242"/>
                  </a:cubicBezTo>
                  <a:cubicBezTo>
                    <a:pt x="1936" y="367"/>
                    <a:pt x="2027" y="477"/>
                    <a:pt x="2152" y="489"/>
                  </a:cubicBezTo>
                  <a:cubicBezTo>
                    <a:pt x="2159" y="490"/>
                    <a:pt x="2167" y="490"/>
                    <a:pt x="2174" y="490"/>
                  </a:cubicBezTo>
                  <a:cubicBezTo>
                    <a:pt x="2181" y="490"/>
                    <a:pt x="2188" y="490"/>
                    <a:pt x="2195" y="489"/>
                  </a:cubicBezTo>
                  <a:lnTo>
                    <a:pt x="4601" y="489"/>
                  </a:lnTo>
                  <a:cubicBezTo>
                    <a:pt x="4724" y="489"/>
                    <a:pt x="4826" y="389"/>
                    <a:pt x="4827" y="266"/>
                  </a:cubicBezTo>
                  <a:cubicBezTo>
                    <a:pt x="4827" y="141"/>
                    <a:pt x="4726" y="39"/>
                    <a:pt x="4601" y="39"/>
                  </a:cubicBezTo>
                  <a:lnTo>
                    <a:pt x="2195" y="39"/>
                  </a:lnTo>
                  <a:cubicBezTo>
                    <a:pt x="2187" y="39"/>
                    <a:pt x="2180" y="38"/>
                    <a:pt x="2173" y="38"/>
                  </a:cubicBezTo>
                  <a:close/>
                  <a:moveTo>
                    <a:pt x="5625" y="1"/>
                  </a:moveTo>
                  <a:cubicBezTo>
                    <a:pt x="5479" y="1"/>
                    <a:pt x="5362" y="117"/>
                    <a:pt x="5360" y="261"/>
                  </a:cubicBezTo>
                  <a:cubicBezTo>
                    <a:pt x="5359" y="406"/>
                    <a:pt x="5475" y="525"/>
                    <a:pt x="5621" y="526"/>
                  </a:cubicBezTo>
                  <a:lnTo>
                    <a:pt x="5622" y="526"/>
                  </a:lnTo>
                  <a:cubicBezTo>
                    <a:pt x="5767" y="526"/>
                    <a:pt x="5883" y="410"/>
                    <a:pt x="5884" y="266"/>
                  </a:cubicBezTo>
                  <a:cubicBezTo>
                    <a:pt x="5886" y="121"/>
                    <a:pt x="5770" y="2"/>
                    <a:pt x="5625" y="1"/>
                  </a:cubicBezTo>
                  <a:close/>
                  <a:moveTo>
                    <a:pt x="6410" y="1"/>
                  </a:moveTo>
                  <a:cubicBezTo>
                    <a:pt x="6264" y="1"/>
                    <a:pt x="6146" y="117"/>
                    <a:pt x="6145" y="261"/>
                  </a:cubicBezTo>
                  <a:cubicBezTo>
                    <a:pt x="6143" y="406"/>
                    <a:pt x="6260" y="525"/>
                    <a:pt x="6405" y="526"/>
                  </a:cubicBezTo>
                  <a:lnTo>
                    <a:pt x="6407" y="526"/>
                  </a:lnTo>
                  <a:cubicBezTo>
                    <a:pt x="6551" y="526"/>
                    <a:pt x="6668" y="410"/>
                    <a:pt x="6669" y="266"/>
                  </a:cubicBezTo>
                  <a:cubicBezTo>
                    <a:pt x="6671" y="121"/>
                    <a:pt x="6554" y="2"/>
                    <a:pt x="6410" y="1"/>
                  </a:cubicBezTo>
                  <a:close/>
                  <a:moveTo>
                    <a:pt x="7195" y="1"/>
                  </a:moveTo>
                  <a:cubicBezTo>
                    <a:pt x="7050" y="1"/>
                    <a:pt x="6931" y="117"/>
                    <a:pt x="6930" y="261"/>
                  </a:cubicBezTo>
                  <a:cubicBezTo>
                    <a:pt x="6928" y="406"/>
                    <a:pt x="7046" y="525"/>
                    <a:pt x="7190" y="526"/>
                  </a:cubicBezTo>
                  <a:lnTo>
                    <a:pt x="7192" y="526"/>
                  </a:lnTo>
                  <a:cubicBezTo>
                    <a:pt x="7336" y="526"/>
                    <a:pt x="7454" y="410"/>
                    <a:pt x="7454" y="266"/>
                  </a:cubicBezTo>
                  <a:lnTo>
                    <a:pt x="7455" y="266"/>
                  </a:lnTo>
                  <a:cubicBezTo>
                    <a:pt x="7455" y="121"/>
                    <a:pt x="7339" y="2"/>
                    <a:pt x="7195" y="1"/>
                  </a:cubicBezTo>
                  <a:close/>
                  <a:moveTo>
                    <a:pt x="7979" y="1"/>
                  </a:moveTo>
                  <a:cubicBezTo>
                    <a:pt x="7835" y="1"/>
                    <a:pt x="7716" y="117"/>
                    <a:pt x="7714" y="261"/>
                  </a:cubicBezTo>
                  <a:cubicBezTo>
                    <a:pt x="7714" y="406"/>
                    <a:pt x="7830" y="525"/>
                    <a:pt x="7975" y="526"/>
                  </a:cubicBezTo>
                  <a:lnTo>
                    <a:pt x="7976" y="526"/>
                  </a:lnTo>
                  <a:cubicBezTo>
                    <a:pt x="8121" y="526"/>
                    <a:pt x="8238" y="410"/>
                    <a:pt x="8240" y="266"/>
                  </a:cubicBezTo>
                  <a:cubicBezTo>
                    <a:pt x="8240" y="121"/>
                    <a:pt x="8124" y="2"/>
                    <a:pt x="7979" y="1"/>
                  </a:cubicBezTo>
                  <a:close/>
                  <a:moveTo>
                    <a:pt x="8764" y="1"/>
                  </a:moveTo>
                  <a:cubicBezTo>
                    <a:pt x="8620" y="1"/>
                    <a:pt x="8500" y="117"/>
                    <a:pt x="8499" y="261"/>
                  </a:cubicBezTo>
                  <a:cubicBezTo>
                    <a:pt x="8499" y="406"/>
                    <a:pt x="8615" y="525"/>
                    <a:pt x="8759" y="526"/>
                  </a:cubicBezTo>
                  <a:lnTo>
                    <a:pt x="8762" y="526"/>
                  </a:lnTo>
                  <a:cubicBezTo>
                    <a:pt x="8905" y="526"/>
                    <a:pt x="9023" y="410"/>
                    <a:pt x="9025" y="266"/>
                  </a:cubicBezTo>
                  <a:cubicBezTo>
                    <a:pt x="9026" y="121"/>
                    <a:pt x="8908" y="2"/>
                    <a:pt x="8764" y="1"/>
                  </a:cubicBezTo>
                  <a:close/>
                  <a:moveTo>
                    <a:pt x="9549" y="1"/>
                  </a:moveTo>
                  <a:cubicBezTo>
                    <a:pt x="9404" y="1"/>
                    <a:pt x="9285" y="117"/>
                    <a:pt x="9285" y="261"/>
                  </a:cubicBezTo>
                  <a:cubicBezTo>
                    <a:pt x="9284" y="406"/>
                    <a:pt x="9400" y="525"/>
                    <a:pt x="9544" y="526"/>
                  </a:cubicBezTo>
                  <a:lnTo>
                    <a:pt x="9547" y="526"/>
                  </a:lnTo>
                  <a:cubicBezTo>
                    <a:pt x="9687" y="522"/>
                    <a:pt x="9799" y="406"/>
                    <a:pt x="9800" y="266"/>
                  </a:cubicBezTo>
                  <a:lnTo>
                    <a:pt x="9809" y="266"/>
                  </a:lnTo>
                  <a:cubicBezTo>
                    <a:pt x="9811" y="121"/>
                    <a:pt x="9693" y="2"/>
                    <a:pt x="9549" y="1"/>
                  </a:cubicBezTo>
                  <a:close/>
                  <a:moveTo>
                    <a:pt x="259" y="1085"/>
                  </a:moveTo>
                  <a:cubicBezTo>
                    <a:pt x="134" y="1085"/>
                    <a:pt x="33" y="1186"/>
                    <a:pt x="33" y="1311"/>
                  </a:cubicBezTo>
                  <a:cubicBezTo>
                    <a:pt x="33" y="1436"/>
                    <a:pt x="134" y="1536"/>
                    <a:pt x="259" y="1536"/>
                  </a:cubicBezTo>
                  <a:lnTo>
                    <a:pt x="1173" y="1536"/>
                  </a:lnTo>
                  <a:cubicBezTo>
                    <a:pt x="1174" y="1536"/>
                    <a:pt x="1175" y="1536"/>
                    <a:pt x="1176" y="1536"/>
                  </a:cubicBezTo>
                  <a:cubicBezTo>
                    <a:pt x="1298" y="1536"/>
                    <a:pt x="1398" y="1438"/>
                    <a:pt x="1400" y="1314"/>
                  </a:cubicBezTo>
                  <a:lnTo>
                    <a:pt x="1400" y="1311"/>
                  </a:lnTo>
                  <a:cubicBezTo>
                    <a:pt x="1400" y="1186"/>
                    <a:pt x="1298" y="1085"/>
                    <a:pt x="1173" y="1085"/>
                  </a:cubicBezTo>
                  <a:close/>
                  <a:moveTo>
                    <a:pt x="2195" y="1085"/>
                  </a:moveTo>
                  <a:cubicBezTo>
                    <a:pt x="2071" y="1085"/>
                    <a:pt x="1970" y="1186"/>
                    <a:pt x="1970" y="1311"/>
                  </a:cubicBezTo>
                  <a:cubicBezTo>
                    <a:pt x="1970" y="1436"/>
                    <a:pt x="2071" y="1537"/>
                    <a:pt x="2195" y="1537"/>
                  </a:cubicBezTo>
                  <a:lnTo>
                    <a:pt x="4601" y="1537"/>
                  </a:lnTo>
                  <a:cubicBezTo>
                    <a:pt x="4726" y="1537"/>
                    <a:pt x="4827" y="1436"/>
                    <a:pt x="4827" y="1311"/>
                  </a:cubicBezTo>
                  <a:cubicBezTo>
                    <a:pt x="4826" y="1186"/>
                    <a:pt x="4726" y="1086"/>
                    <a:pt x="4601" y="1085"/>
                  </a:cubicBezTo>
                  <a:close/>
                  <a:moveTo>
                    <a:pt x="2195" y="2131"/>
                  </a:moveTo>
                  <a:cubicBezTo>
                    <a:pt x="2071" y="2131"/>
                    <a:pt x="1970" y="2233"/>
                    <a:pt x="1970" y="2358"/>
                  </a:cubicBezTo>
                  <a:cubicBezTo>
                    <a:pt x="1970" y="2483"/>
                    <a:pt x="2071" y="2584"/>
                    <a:pt x="2195" y="2584"/>
                  </a:cubicBezTo>
                  <a:lnTo>
                    <a:pt x="4601" y="2584"/>
                  </a:lnTo>
                  <a:cubicBezTo>
                    <a:pt x="4726" y="2584"/>
                    <a:pt x="4827" y="2483"/>
                    <a:pt x="4827" y="2358"/>
                  </a:cubicBezTo>
                  <a:cubicBezTo>
                    <a:pt x="4826" y="2233"/>
                    <a:pt x="4726" y="2133"/>
                    <a:pt x="4601" y="2131"/>
                  </a:cubicBezTo>
                  <a:close/>
                  <a:moveTo>
                    <a:pt x="259" y="2131"/>
                  </a:moveTo>
                  <a:cubicBezTo>
                    <a:pt x="134" y="2131"/>
                    <a:pt x="33" y="2233"/>
                    <a:pt x="33" y="2358"/>
                  </a:cubicBezTo>
                  <a:cubicBezTo>
                    <a:pt x="33" y="2483"/>
                    <a:pt x="134" y="2584"/>
                    <a:pt x="259" y="2584"/>
                  </a:cubicBezTo>
                  <a:lnTo>
                    <a:pt x="1173" y="2584"/>
                  </a:lnTo>
                  <a:cubicBezTo>
                    <a:pt x="1174" y="2584"/>
                    <a:pt x="1175" y="2584"/>
                    <a:pt x="1176" y="2584"/>
                  </a:cubicBezTo>
                  <a:cubicBezTo>
                    <a:pt x="1298" y="2584"/>
                    <a:pt x="1398" y="2485"/>
                    <a:pt x="1400" y="2362"/>
                  </a:cubicBezTo>
                  <a:lnTo>
                    <a:pt x="1400" y="2358"/>
                  </a:lnTo>
                  <a:cubicBezTo>
                    <a:pt x="1400" y="2233"/>
                    <a:pt x="1298" y="2131"/>
                    <a:pt x="1173" y="2131"/>
                  </a:cubicBezTo>
                  <a:close/>
                  <a:moveTo>
                    <a:pt x="5622" y="2096"/>
                  </a:moveTo>
                  <a:cubicBezTo>
                    <a:pt x="5478" y="2096"/>
                    <a:pt x="5360" y="2213"/>
                    <a:pt x="5360" y="2358"/>
                  </a:cubicBezTo>
                  <a:cubicBezTo>
                    <a:pt x="5360" y="2502"/>
                    <a:pt x="5478" y="2620"/>
                    <a:pt x="5622" y="2620"/>
                  </a:cubicBezTo>
                  <a:cubicBezTo>
                    <a:pt x="5768" y="2620"/>
                    <a:pt x="5886" y="2502"/>
                    <a:pt x="5886" y="2358"/>
                  </a:cubicBezTo>
                  <a:cubicBezTo>
                    <a:pt x="5886" y="2213"/>
                    <a:pt x="5768" y="2096"/>
                    <a:pt x="5622" y="2096"/>
                  </a:cubicBezTo>
                  <a:close/>
                  <a:moveTo>
                    <a:pt x="6408" y="2096"/>
                  </a:moveTo>
                  <a:cubicBezTo>
                    <a:pt x="6263" y="2096"/>
                    <a:pt x="6145" y="2213"/>
                    <a:pt x="6145" y="2358"/>
                  </a:cubicBezTo>
                  <a:cubicBezTo>
                    <a:pt x="6145" y="2502"/>
                    <a:pt x="6263" y="2620"/>
                    <a:pt x="6408" y="2620"/>
                  </a:cubicBezTo>
                  <a:cubicBezTo>
                    <a:pt x="6553" y="2620"/>
                    <a:pt x="6671" y="2502"/>
                    <a:pt x="6671" y="2358"/>
                  </a:cubicBezTo>
                  <a:cubicBezTo>
                    <a:pt x="6671" y="2213"/>
                    <a:pt x="6553" y="2096"/>
                    <a:pt x="6408" y="2096"/>
                  </a:cubicBezTo>
                  <a:close/>
                  <a:moveTo>
                    <a:pt x="7193" y="2096"/>
                  </a:moveTo>
                  <a:cubicBezTo>
                    <a:pt x="7047" y="2096"/>
                    <a:pt x="6931" y="2213"/>
                    <a:pt x="6931" y="2358"/>
                  </a:cubicBezTo>
                  <a:cubicBezTo>
                    <a:pt x="6931" y="2502"/>
                    <a:pt x="7047" y="2620"/>
                    <a:pt x="7193" y="2620"/>
                  </a:cubicBezTo>
                  <a:cubicBezTo>
                    <a:pt x="7338" y="2620"/>
                    <a:pt x="7455" y="2502"/>
                    <a:pt x="7455" y="2358"/>
                  </a:cubicBezTo>
                  <a:cubicBezTo>
                    <a:pt x="7455" y="2213"/>
                    <a:pt x="7338" y="2096"/>
                    <a:pt x="7193" y="2096"/>
                  </a:cubicBezTo>
                  <a:close/>
                  <a:moveTo>
                    <a:pt x="7978" y="2096"/>
                  </a:moveTo>
                  <a:cubicBezTo>
                    <a:pt x="7833" y="2096"/>
                    <a:pt x="7716" y="2213"/>
                    <a:pt x="7716" y="2358"/>
                  </a:cubicBezTo>
                  <a:cubicBezTo>
                    <a:pt x="7716" y="2502"/>
                    <a:pt x="7833" y="2620"/>
                    <a:pt x="7978" y="2620"/>
                  </a:cubicBezTo>
                  <a:cubicBezTo>
                    <a:pt x="8122" y="2620"/>
                    <a:pt x="8240" y="2502"/>
                    <a:pt x="8240" y="2358"/>
                  </a:cubicBezTo>
                  <a:cubicBezTo>
                    <a:pt x="8240" y="2213"/>
                    <a:pt x="8122" y="2096"/>
                    <a:pt x="7978" y="2096"/>
                  </a:cubicBezTo>
                  <a:close/>
                  <a:moveTo>
                    <a:pt x="8762" y="2096"/>
                  </a:moveTo>
                  <a:cubicBezTo>
                    <a:pt x="8618" y="2096"/>
                    <a:pt x="8500" y="2213"/>
                    <a:pt x="8500" y="2358"/>
                  </a:cubicBezTo>
                  <a:cubicBezTo>
                    <a:pt x="8500" y="2502"/>
                    <a:pt x="8618" y="2620"/>
                    <a:pt x="8762" y="2620"/>
                  </a:cubicBezTo>
                  <a:cubicBezTo>
                    <a:pt x="8907" y="2620"/>
                    <a:pt x="9025" y="2502"/>
                    <a:pt x="9025" y="2358"/>
                  </a:cubicBezTo>
                  <a:cubicBezTo>
                    <a:pt x="9025" y="2213"/>
                    <a:pt x="8907" y="2096"/>
                    <a:pt x="8762" y="2096"/>
                  </a:cubicBezTo>
                  <a:close/>
                  <a:moveTo>
                    <a:pt x="9547" y="2096"/>
                  </a:moveTo>
                  <a:cubicBezTo>
                    <a:pt x="9403" y="2096"/>
                    <a:pt x="9285" y="2213"/>
                    <a:pt x="9285" y="2358"/>
                  </a:cubicBezTo>
                  <a:cubicBezTo>
                    <a:pt x="9285" y="2502"/>
                    <a:pt x="9403" y="2620"/>
                    <a:pt x="9547" y="2620"/>
                  </a:cubicBezTo>
                  <a:cubicBezTo>
                    <a:pt x="9689" y="2615"/>
                    <a:pt x="9802" y="2499"/>
                    <a:pt x="9802" y="2358"/>
                  </a:cubicBezTo>
                  <a:lnTo>
                    <a:pt x="9809" y="2358"/>
                  </a:lnTo>
                  <a:cubicBezTo>
                    <a:pt x="9809" y="2213"/>
                    <a:pt x="9692" y="2096"/>
                    <a:pt x="9547" y="2096"/>
                  </a:cubicBezTo>
                  <a:close/>
                  <a:moveTo>
                    <a:pt x="259" y="3178"/>
                  </a:moveTo>
                  <a:cubicBezTo>
                    <a:pt x="134" y="3178"/>
                    <a:pt x="33" y="3279"/>
                    <a:pt x="33" y="3404"/>
                  </a:cubicBezTo>
                  <a:cubicBezTo>
                    <a:pt x="33" y="3529"/>
                    <a:pt x="134" y="3631"/>
                    <a:pt x="259" y="3631"/>
                  </a:cubicBezTo>
                  <a:lnTo>
                    <a:pt x="1173" y="3631"/>
                  </a:lnTo>
                  <a:cubicBezTo>
                    <a:pt x="1298" y="3631"/>
                    <a:pt x="1400" y="3529"/>
                    <a:pt x="1400" y="3404"/>
                  </a:cubicBezTo>
                  <a:cubicBezTo>
                    <a:pt x="1401" y="3281"/>
                    <a:pt x="1301" y="3180"/>
                    <a:pt x="1178" y="3178"/>
                  </a:cubicBezTo>
                  <a:close/>
                  <a:moveTo>
                    <a:pt x="2195" y="3178"/>
                  </a:moveTo>
                  <a:cubicBezTo>
                    <a:pt x="2071" y="3178"/>
                    <a:pt x="1970" y="3279"/>
                    <a:pt x="1970" y="3404"/>
                  </a:cubicBezTo>
                  <a:cubicBezTo>
                    <a:pt x="1970" y="3529"/>
                    <a:pt x="2071" y="3631"/>
                    <a:pt x="2195" y="3631"/>
                  </a:cubicBezTo>
                  <a:lnTo>
                    <a:pt x="4601" y="3631"/>
                  </a:lnTo>
                  <a:cubicBezTo>
                    <a:pt x="4726" y="3629"/>
                    <a:pt x="4826" y="3529"/>
                    <a:pt x="4827" y="3404"/>
                  </a:cubicBezTo>
                  <a:cubicBezTo>
                    <a:pt x="4827" y="3279"/>
                    <a:pt x="4726" y="3178"/>
                    <a:pt x="4601" y="3178"/>
                  </a:cubicBezTo>
                  <a:close/>
                  <a:moveTo>
                    <a:pt x="259" y="4226"/>
                  </a:moveTo>
                  <a:cubicBezTo>
                    <a:pt x="134" y="4226"/>
                    <a:pt x="33" y="4327"/>
                    <a:pt x="33" y="4451"/>
                  </a:cubicBezTo>
                  <a:cubicBezTo>
                    <a:pt x="33" y="4576"/>
                    <a:pt x="134" y="4677"/>
                    <a:pt x="259" y="4677"/>
                  </a:cubicBezTo>
                  <a:lnTo>
                    <a:pt x="1173" y="4677"/>
                  </a:lnTo>
                  <a:cubicBezTo>
                    <a:pt x="1298" y="4677"/>
                    <a:pt x="1400" y="4576"/>
                    <a:pt x="1400" y="4451"/>
                  </a:cubicBezTo>
                  <a:cubicBezTo>
                    <a:pt x="1401" y="4327"/>
                    <a:pt x="1301" y="4226"/>
                    <a:pt x="1178" y="4226"/>
                  </a:cubicBezTo>
                  <a:close/>
                  <a:moveTo>
                    <a:pt x="2195" y="4226"/>
                  </a:moveTo>
                  <a:cubicBezTo>
                    <a:pt x="2071" y="4226"/>
                    <a:pt x="1970" y="4327"/>
                    <a:pt x="1970" y="4451"/>
                  </a:cubicBezTo>
                  <a:cubicBezTo>
                    <a:pt x="1970" y="4576"/>
                    <a:pt x="2071" y="4677"/>
                    <a:pt x="2195" y="4677"/>
                  </a:cubicBezTo>
                  <a:lnTo>
                    <a:pt x="4601" y="4677"/>
                  </a:lnTo>
                  <a:cubicBezTo>
                    <a:pt x="4726" y="4677"/>
                    <a:pt x="4826" y="4576"/>
                    <a:pt x="4827" y="4451"/>
                  </a:cubicBezTo>
                  <a:cubicBezTo>
                    <a:pt x="4827" y="4327"/>
                    <a:pt x="4726" y="4226"/>
                    <a:pt x="4601" y="4226"/>
                  </a:cubicBezTo>
                  <a:close/>
                  <a:moveTo>
                    <a:pt x="8303" y="5100"/>
                  </a:moveTo>
                  <a:cubicBezTo>
                    <a:pt x="8161" y="5100"/>
                    <a:pt x="8045" y="5215"/>
                    <a:pt x="8042" y="5358"/>
                  </a:cubicBezTo>
                  <a:cubicBezTo>
                    <a:pt x="8039" y="5502"/>
                    <a:pt x="8155" y="5621"/>
                    <a:pt x="8299" y="5624"/>
                  </a:cubicBezTo>
                  <a:lnTo>
                    <a:pt x="8308" y="5624"/>
                  </a:lnTo>
                  <a:cubicBezTo>
                    <a:pt x="8450" y="5623"/>
                    <a:pt x="8564" y="5508"/>
                    <a:pt x="8566" y="5367"/>
                  </a:cubicBezTo>
                  <a:cubicBezTo>
                    <a:pt x="8569" y="5222"/>
                    <a:pt x="8453" y="5102"/>
                    <a:pt x="8308" y="5100"/>
                  </a:cubicBezTo>
                  <a:cubicBezTo>
                    <a:pt x="8307" y="5100"/>
                    <a:pt x="8305" y="5100"/>
                    <a:pt x="8303" y="5100"/>
                  </a:cubicBezTo>
                  <a:close/>
                  <a:moveTo>
                    <a:pt x="10660" y="5100"/>
                  </a:moveTo>
                  <a:cubicBezTo>
                    <a:pt x="10516" y="5100"/>
                    <a:pt x="10400" y="5215"/>
                    <a:pt x="10399" y="5358"/>
                  </a:cubicBezTo>
                  <a:cubicBezTo>
                    <a:pt x="10396" y="5502"/>
                    <a:pt x="10510" y="5621"/>
                    <a:pt x="10653" y="5624"/>
                  </a:cubicBezTo>
                  <a:cubicBezTo>
                    <a:pt x="10655" y="5624"/>
                    <a:pt x="10657" y="5624"/>
                    <a:pt x="10659" y="5624"/>
                  </a:cubicBezTo>
                  <a:cubicBezTo>
                    <a:pt x="10802" y="5624"/>
                    <a:pt x="10918" y="5512"/>
                    <a:pt x="10923" y="5368"/>
                  </a:cubicBezTo>
                  <a:lnTo>
                    <a:pt x="10923" y="5367"/>
                  </a:lnTo>
                  <a:cubicBezTo>
                    <a:pt x="10924" y="5222"/>
                    <a:pt x="10810" y="5102"/>
                    <a:pt x="10665" y="5100"/>
                  </a:cubicBezTo>
                  <a:cubicBezTo>
                    <a:pt x="10663" y="5100"/>
                    <a:pt x="10662" y="5100"/>
                    <a:pt x="10660" y="5100"/>
                  </a:cubicBezTo>
                  <a:close/>
                  <a:moveTo>
                    <a:pt x="9089" y="5105"/>
                  </a:moveTo>
                  <a:cubicBezTo>
                    <a:pt x="8944" y="5105"/>
                    <a:pt x="8826" y="5222"/>
                    <a:pt x="8826" y="5367"/>
                  </a:cubicBezTo>
                  <a:cubicBezTo>
                    <a:pt x="8826" y="5511"/>
                    <a:pt x="8944" y="5629"/>
                    <a:pt x="9089" y="5629"/>
                  </a:cubicBezTo>
                  <a:lnTo>
                    <a:pt x="9092" y="5629"/>
                  </a:lnTo>
                  <a:cubicBezTo>
                    <a:pt x="9234" y="5627"/>
                    <a:pt x="9351" y="5511"/>
                    <a:pt x="9351" y="5367"/>
                  </a:cubicBezTo>
                  <a:cubicBezTo>
                    <a:pt x="9351" y="5222"/>
                    <a:pt x="9233" y="5105"/>
                    <a:pt x="9089" y="5105"/>
                  </a:cubicBezTo>
                  <a:close/>
                  <a:moveTo>
                    <a:pt x="9873" y="5105"/>
                  </a:moveTo>
                  <a:cubicBezTo>
                    <a:pt x="9729" y="5105"/>
                    <a:pt x="9611" y="5222"/>
                    <a:pt x="9611" y="5367"/>
                  </a:cubicBezTo>
                  <a:cubicBezTo>
                    <a:pt x="9611" y="5511"/>
                    <a:pt x="9729" y="5629"/>
                    <a:pt x="9873" y="5629"/>
                  </a:cubicBezTo>
                  <a:lnTo>
                    <a:pt x="9876" y="5629"/>
                  </a:lnTo>
                  <a:cubicBezTo>
                    <a:pt x="10019" y="5627"/>
                    <a:pt x="10135" y="5511"/>
                    <a:pt x="10135" y="5367"/>
                  </a:cubicBezTo>
                  <a:cubicBezTo>
                    <a:pt x="10135" y="5222"/>
                    <a:pt x="10019" y="5105"/>
                    <a:pt x="9873" y="5105"/>
                  </a:cubicBezTo>
                  <a:close/>
                  <a:moveTo>
                    <a:pt x="11446" y="5105"/>
                  </a:moveTo>
                  <a:cubicBezTo>
                    <a:pt x="11301" y="5105"/>
                    <a:pt x="11183" y="5222"/>
                    <a:pt x="11183" y="5367"/>
                  </a:cubicBezTo>
                  <a:cubicBezTo>
                    <a:pt x="11183" y="5511"/>
                    <a:pt x="11301" y="5629"/>
                    <a:pt x="11446" y="5629"/>
                  </a:cubicBezTo>
                  <a:cubicBezTo>
                    <a:pt x="11590" y="5629"/>
                    <a:pt x="11708" y="5511"/>
                    <a:pt x="11708" y="5367"/>
                  </a:cubicBezTo>
                  <a:cubicBezTo>
                    <a:pt x="11708" y="5222"/>
                    <a:pt x="11590" y="5105"/>
                    <a:pt x="11446" y="5105"/>
                  </a:cubicBezTo>
                  <a:close/>
                  <a:moveTo>
                    <a:pt x="12230" y="5105"/>
                  </a:moveTo>
                  <a:cubicBezTo>
                    <a:pt x="12086" y="5105"/>
                    <a:pt x="11968" y="5222"/>
                    <a:pt x="11968" y="5367"/>
                  </a:cubicBezTo>
                  <a:cubicBezTo>
                    <a:pt x="11968" y="5511"/>
                    <a:pt x="12086" y="5629"/>
                    <a:pt x="12230" y="5629"/>
                  </a:cubicBezTo>
                  <a:cubicBezTo>
                    <a:pt x="12375" y="5629"/>
                    <a:pt x="12492" y="5511"/>
                    <a:pt x="12492" y="5367"/>
                  </a:cubicBezTo>
                  <a:cubicBezTo>
                    <a:pt x="12492" y="5222"/>
                    <a:pt x="12375" y="5105"/>
                    <a:pt x="12230" y="5105"/>
                  </a:cubicBezTo>
                  <a:close/>
                  <a:moveTo>
                    <a:pt x="237" y="5272"/>
                  </a:moveTo>
                  <a:cubicBezTo>
                    <a:pt x="121" y="5272"/>
                    <a:pt x="23" y="5359"/>
                    <a:pt x="12" y="5475"/>
                  </a:cubicBezTo>
                  <a:cubicBezTo>
                    <a:pt x="0" y="5601"/>
                    <a:pt x="91" y="5711"/>
                    <a:pt x="215" y="5723"/>
                  </a:cubicBezTo>
                  <a:cubicBezTo>
                    <a:pt x="222" y="5723"/>
                    <a:pt x="229" y="5724"/>
                    <a:pt x="237" y="5724"/>
                  </a:cubicBezTo>
                  <a:cubicBezTo>
                    <a:pt x="244" y="5724"/>
                    <a:pt x="252" y="5723"/>
                    <a:pt x="259" y="5723"/>
                  </a:cubicBezTo>
                  <a:lnTo>
                    <a:pt x="1173" y="5723"/>
                  </a:lnTo>
                  <a:cubicBezTo>
                    <a:pt x="1174" y="5723"/>
                    <a:pt x="1175" y="5723"/>
                    <a:pt x="1176" y="5723"/>
                  </a:cubicBezTo>
                  <a:cubicBezTo>
                    <a:pt x="1298" y="5723"/>
                    <a:pt x="1398" y="5623"/>
                    <a:pt x="1400" y="5501"/>
                  </a:cubicBezTo>
                  <a:lnTo>
                    <a:pt x="1400" y="5496"/>
                  </a:lnTo>
                  <a:cubicBezTo>
                    <a:pt x="1400" y="5373"/>
                    <a:pt x="1300" y="5273"/>
                    <a:pt x="1176" y="5273"/>
                  </a:cubicBezTo>
                  <a:lnTo>
                    <a:pt x="259" y="5273"/>
                  </a:lnTo>
                  <a:cubicBezTo>
                    <a:pt x="252" y="5272"/>
                    <a:pt x="244" y="5272"/>
                    <a:pt x="237" y="5272"/>
                  </a:cubicBezTo>
                  <a:close/>
                  <a:moveTo>
                    <a:pt x="5053" y="5272"/>
                  </a:moveTo>
                  <a:cubicBezTo>
                    <a:pt x="4938" y="5272"/>
                    <a:pt x="4838" y="5359"/>
                    <a:pt x="4827" y="5475"/>
                  </a:cubicBezTo>
                  <a:cubicBezTo>
                    <a:pt x="4815" y="5601"/>
                    <a:pt x="4906" y="5711"/>
                    <a:pt x="5030" y="5723"/>
                  </a:cubicBezTo>
                  <a:cubicBezTo>
                    <a:pt x="5037" y="5723"/>
                    <a:pt x="5045" y="5724"/>
                    <a:pt x="5052" y="5724"/>
                  </a:cubicBezTo>
                  <a:cubicBezTo>
                    <a:pt x="5059" y="5724"/>
                    <a:pt x="5067" y="5723"/>
                    <a:pt x="5074" y="5723"/>
                  </a:cubicBezTo>
                  <a:lnTo>
                    <a:pt x="7478" y="5723"/>
                  </a:lnTo>
                  <a:cubicBezTo>
                    <a:pt x="7478" y="5723"/>
                    <a:pt x="7479" y="5723"/>
                    <a:pt x="7480" y="5723"/>
                  </a:cubicBezTo>
                  <a:cubicBezTo>
                    <a:pt x="7603" y="5723"/>
                    <a:pt x="7702" y="5623"/>
                    <a:pt x="7704" y="5501"/>
                  </a:cubicBezTo>
                  <a:lnTo>
                    <a:pt x="7704" y="5496"/>
                  </a:lnTo>
                  <a:cubicBezTo>
                    <a:pt x="7704" y="5373"/>
                    <a:pt x="7604" y="5273"/>
                    <a:pt x="7480" y="5273"/>
                  </a:cubicBezTo>
                  <a:lnTo>
                    <a:pt x="5074" y="5273"/>
                  </a:lnTo>
                  <a:cubicBezTo>
                    <a:pt x="5067" y="5272"/>
                    <a:pt x="5060" y="5272"/>
                    <a:pt x="5053" y="5272"/>
                  </a:cubicBezTo>
                  <a:close/>
                  <a:moveTo>
                    <a:pt x="256" y="6318"/>
                  </a:moveTo>
                  <a:cubicBezTo>
                    <a:pt x="133" y="6318"/>
                    <a:pt x="33" y="6419"/>
                    <a:pt x="33" y="6543"/>
                  </a:cubicBezTo>
                  <a:cubicBezTo>
                    <a:pt x="33" y="6668"/>
                    <a:pt x="133" y="6769"/>
                    <a:pt x="258" y="6769"/>
                  </a:cubicBezTo>
                  <a:lnTo>
                    <a:pt x="1173" y="6769"/>
                  </a:lnTo>
                  <a:cubicBezTo>
                    <a:pt x="1174" y="6769"/>
                    <a:pt x="1175" y="6769"/>
                    <a:pt x="1176" y="6769"/>
                  </a:cubicBezTo>
                  <a:cubicBezTo>
                    <a:pt x="1298" y="6769"/>
                    <a:pt x="1398" y="6670"/>
                    <a:pt x="1400" y="6547"/>
                  </a:cubicBezTo>
                  <a:lnTo>
                    <a:pt x="1400" y="6543"/>
                  </a:lnTo>
                  <a:cubicBezTo>
                    <a:pt x="1400" y="6419"/>
                    <a:pt x="1298" y="6318"/>
                    <a:pt x="1173" y="6318"/>
                  </a:cubicBezTo>
                  <a:lnTo>
                    <a:pt x="259" y="6318"/>
                  </a:lnTo>
                  <a:cubicBezTo>
                    <a:pt x="258" y="6318"/>
                    <a:pt x="257" y="6318"/>
                    <a:pt x="256" y="6318"/>
                  </a:cubicBezTo>
                  <a:close/>
                  <a:moveTo>
                    <a:pt x="5072" y="6318"/>
                  </a:moveTo>
                  <a:cubicBezTo>
                    <a:pt x="4948" y="6318"/>
                    <a:pt x="4848" y="6419"/>
                    <a:pt x="4848" y="6543"/>
                  </a:cubicBezTo>
                  <a:cubicBezTo>
                    <a:pt x="4848" y="6668"/>
                    <a:pt x="4949" y="6769"/>
                    <a:pt x="5073" y="6769"/>
                  </a:cubicBezTo>
                  <a:lnTo>
                    <a:pt x="7478" y="6769"/>
                  </a:lnTo>
                  <a:cubicBezTo>
                    <a:pt x="7478" y="6769"/>
                    <a:pt x="7479" y="6769"/>
                    <a:pt x="7480" y="6769"/>
                  </a:cubicBezTo>
                  <a:cubicBezTo>
                    <a:pt x="7603" y="6769"/>
                    <a:pt x="7702" y="6670"/>
                    <a:pt x="7704" y="6547"/>
                  </a:cubicBezTo>
                  <a:lnTo>
                    <a:pt x="7704" y="6543"/>
                  </a:lnTo>
                  <a:cubicBezTo>
                    <a:pt x="7704" y="6419"/>
                    <a:pt x="7603" y="6318"/>
                    <a:pt x="7478" y="6318"/>
                  </a:cubicBezTo>
                  <a:lnTo>
                    <a:pt x="5074" y="6318"/>
                  </a:lnTo>
                  <a:cubicBezTo>
                    <a:pt x="5073" y="6318"/>
                    <a:pt x="5073" y="6318"/>
                    <a:pt x="5072" y="6318"/>
                  </a:cubicBezTo>
                  <a:close/>
                  <a:moveTo>
                    <a:pt x="8304" y="7262"/>
                  </a:moveTo>
                  <a:cubicBezTo>
                    <a:pt x="8159" y="7262"/>
                    <a:pt x="8042" y="7380"/>
                    <a:pt x="8042" y="7524"/>
                  </a:cubicBezTo>
                  <a:cubicBezTo>
                    <a:pt x="8042" y="7670"/>
                    <a:pt x="8159" y="7786"/>
                    <a:pt x="8304" y="7786"/>
                  </a:cubicBezTo>
                  <a:lnTo>
                    <a:pt x="8307" y="7786"/>
                  </a:lnTo>
                  <a:cubicBezTo>
                    <a:pt x="8450" y="7786"/>
                    <a:pt x="8566" y="7670"/>
                    <a:pt x="8566" y="7527"/>
                  </a:cubicBezTo>
                  <a:lnTo>
                    <a:pt x="8566" y="7524"/>
                  </a:lnTo>
                  <a:cubicBezTo>
                    <a:pt x="8566" y="7380"/>
                    <a:pt x="8450" y="7262"/>
                    <a:pt x="8304" y="7262"/>
                  </a:cubicBezTo>
                  <a:close/>
                  <a:moveTo>
                    <a:pt x="9089" y="7262"/>
                  </a:moveTo>
                  <a:cubicBezTo>
                    <a:pt x="8944" y="7262"/>
                    <a:pt x="8826" y="7380"/>
                    <a:pt x="8826" y="7524"/>
                  </a:cubicBezTo>
                  <a:cubicBezTo>
                    <a:pt x="8826" y="7670"/>
                    <a:pt x="8944" y="7786"/>
                    <a:pt x="9089" y="7786"/>
                  </a:cubicBezTo>
                  <a:lnTo>
                    <a:pt x="9092" y="7786"/>
                  </a:lnTo>
                  <a:cubicBezTo>
                    <a:pt x="9234" y="7786"/>
                    <a:pt x="9352" y="7670"/>
                    <a:pt x="9352" y="7527"/>
                  </a:cubicBezTo>
                  <a:lnTo>
                    <a:pt x="9352" y="7524"/>
                  </a:lnTo>
                  <a:cubicBezTo>
                    <a:pt x="9352" y="7380"/>
                    <a:pt x="9234" y="7262"/>
                    <a:pt x="9089" y="7262"/>
                  </a:cubicBezTo>
                  <a:close/>
                  <a:moveTo>
                    <a:pt x="9875" y="7262"/>
                  </a:moveTo>
                  <a:cubicBezTo>
                    <a:pt x="9729" y="7262"/>
                    <a:pt x="9611" y="7380"/>
                    <a:pt x="9611" y="7524"/>
                  </a:cubicBezTo>
                  <a:cubicBezTo>
                    <a:pt x="9611" y="7670"/>
                    <a:pt x="9729" y="7786"/>
                    <a:pt x="9875" y="7786"/>
                  </a:cubicBezTo>
                  <a:lnTo>
                    <a:pt x="9876" y="7786"/>
                  </a:lnTo>
                  <a:cubicBezTo>
                    <a:pt x="10019" y="7786"/>
                    <a:pt x="10137" y="7670"/>
                    <a:pt x="10137" y="7527"/>
                  </a:cubicBezTo>
                  <a:lnTo>
                    <a:pt x="10137" y="7524"/>
                  </a:lnTo>
                  <a:cubicBezTo>
                    <a:pt x="10137" y="7380"/>
                    <a:pt x="10019" y="7262"/>
                    <a:pt x="9875" y="7262"/>
                  </a:cubicBezTo>
                  <a:close/>
                  <a:moveTo>
                    <a:pt x="10661" y="7262"/>
                  </a:moveTo>
                  <a:cubicBezTo>
                    <a:pt x="10516" y="7262"/>
                    <a:pt x="10399" y="7380"/>
                    <a:pt x="10399" y="7524"/>
                  </a:cubicBezTo>
                  <a:cubicBezTo>
                    <a:pt x="10399" y="7670"/>
                    <a:pt x="10516" y="7786"/>
                    <a:pt x="10661" y="7786"/>
                  </a:cubicBezTo>
                  <a:cubicBezTo>
                    <a:pt x="10805" y="7786"/>
                    <a:pt x="10923" y="7670"/>
                    <a:pt x="10923" y="7524"/>
                  </a:cubicBezTo>
                  <a:cubicBezTo>
                    <a:pt x="10923" y="7380"/>
                    <a:pt x="10805" y="7262"/>
                    <a:pt x="10661" y="7262"/>
                  </a:cubicBezTo>
                  <a:close/>
                  <a:moveTo>
                    <a:pt x="11446" y="7262"/>
                  </a:moveTo>
                  <a:cubicBezTo>
                    <a:pt x="11301" y="7262"/>
                    <a:pt x="11183" y="7380"/>
                    <a:pt x="11183" y="7524"/>
                  </a:cubicBezTo>
                  <a:cubicBezTo>
                    <a:pt x="11183" y="7670"/>
                    <a:pt x="11301" y="7786"/>
                    <a:pt x="11446" y="7786"/>
                  </a:cubicBezTo>
                  <a:cubicBezTo>
                    <a:pt x="11590" y="7786"/>
                    <a:pt x="11708" y="7670"/>
                    <a:pt x="11708" y="7524"/>
                  </a:cubicBezTo>
                  <a:cubicBezTo>
                    <a:pt x="11708" y="7380"/>
                    <a:pt x="11590" y="7262"/>
                    <a:pt x="11446" y="7262"/>
                  </a:cubicBezTo>
                  <a:close/>
                  <a:moveTo>
                    <a:pt x="12230" y="7262"/>
                  </a:moveTo>
                  <a:cubicBezTo>
                    <a:pt x="12086" y="7262"/>
                    <a:pt x="11968" y="7380"/>
                    <a:pt x="11968" y="7524"/>
                  </a:cubicBezTo>
                  <a:cubicBezTo>
                    <a:pt x="11968" y="7670"/>
                    <a:pt x="12086" y="7786"/>
                    <a:pt x="12230" y="7786"/>
                  </a:cubicBezTo>
                  <a:cubicBezTo>
                    <a:pt x="12376" y="7786"/>
                    <a:pt x="12492" y="7670"/>
                    <a:pt x="12492" y="7524"/>
                  </a:cubicBezTo>
                  <a:cubicBezTo>
                    <a:pt x="12492" y="7380"/>
                    <a:pt x="12376" y="7262"/>
                    <a:pt x="12230" y="7262"/>
                  </a:cubicBezTo>
                  <a:close/>
                  <a:moveTo>
                    <a:pt x="259" y="7365"/>
                  </a:moveTo>
                  <a:cubicBezTo>
                    <a:pt x="134" y="7365"/>
                    <a:pt x="33" y="7466"/>
                    <a:pt x="33" y="7591"/>
                  </a:cubicBezTo>
                  <a:cubicBezTo>
                    <a:pt x="34" y="7716"/>
                    <a:pt x="134" y="7816"/>
                    <a:pt x="259" y="7816"/>
                  </a:cubicBezTo>
                  <a:lnTo>
                    <a:pt x="1173" y="7816"/>
                  </a:lnTo>
                  <a:cubicBezTo>
                    <a:pt x="1174" y="7816"/>
                    <a:pt x="1175" y="7816"/>
                    <a:pt x="1176" y="7816"/>
                  </a:cubicBezTo>
                  <a:cubicBezTo>
                    <a:pt x="1298" y="7816"/>
                    <a:pt x="1398" y="7718"/>
                    <a:pt x="1400" y="7594"/>
                  </a:cubicBezTo>
                  <a:lnTo>
                    <a:pt x="1400" y="7591"/>
                  </a:lnTo>
                  <a:cubicBezTo>
                    <a:pt x="1400" y="7466"/>
                    <a:pt x="1298" y="7365"/>
                    <a:pt x="1173" y="7365"/>
                  </a:cubicBezTo>
                  <a:close/>
                  <a:moveTo>
                    <a:pt x="5074" y="7365"/>
                  </a:moveTo>
                  <a:cubicBezTo>
                    <a:pt x="4949" y="7365"/>
                    <a:pt x="4848" y="7466"/>
                    <a:pt x="4850" y="7591"/>
                  </a:cubicBezTo>
                  <a:cubicBezTo>
                    <a:pt x="4850" y="7716"/>
                    <a:pt x="4949" y="7816"/>
                    <a:pt x="5074" y="7816"/>
                  </a:cubicBezTo>
                  <a:lnTo>
                    <a:pt x="7478" y="7816"/>
                  </a:lnTo>
                  <a:cubicBezTo>
                    <a:pt x="7478" y="7816"/>
                    <a:pt x="7479" y="7816"/>
                    <a:pt x="7480" y="7816"/>
                  </a:cubicBezTo>
                  <a:cubicBezTo>
                    <a:pt x="7603" y="7816"/>
                    <a:pt x="7702" y="7718"/>
                    <a:pt x="7704" y="7594"/>
                  </a:cubicBezTo>
                  <a:lnTo>
                    <a:pt x="7704" y="7591"/>
                  </a:lnTo>
                  <a:cubicBezTo>
                    <a:pt x="7704" y="7466"/>
                    <a:pt x="7603" y="7365"/>
                    <a:pt x="7478" y="7365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38"/>
          <p:cNvSpPr txBox="1"/>
          <p:nvPr>
            <p:ph type="title"/>
          </p:nvPr>
        </p:nvSpPr>
        <p:spPr>
          <a:xfrm>
            <a:off x="963200" y="409650"/>
            <a:ext cx="731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Wireless Energy Transfer (WET)</a:t>
            </a:r>
            <a:endParaRPr/>
          </a:p>
        </p:txBody>
      </p:sp>
      <p:sp>
        <p:nvSpPr>
          <p:cNvPr id="1240" name="Google Shape;1240;p38"/>
          <p:cNvSpPr txBox="1"/>
          <p:nvPr>
            <p:ph idx="4294967295" type="subTitle"/>
          </p:nvPr>
        </p:nvSpPr>
        <p:spPr>
          <a:xfrm>
            <a:off x="585800" y="1643400"/>
            <a:ext cx="4913400" cy="190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Transferência dedicada de energia sem fio para IoT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Elimina a troca física de baterias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Reduz custos e impactos ambientais</a:t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aven Pro"/>
              <a:buChar char="●"/>
            </a:pPr>
            <a:r>
              <a:rPr lang="en">
                <a:solidFill>
                  <a:srgbClr val="000000"/>
                </a:solidFill>
              </a:rPr>
              <a:t>Massive WET (mWET): ampliação de escala e cobertura para grandes redes</a:t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>
                <a:solidFill>
                  <a:srgbClr val="000000"/>
                </a:solidFill>
              </a:rPr>
              <a:t>Técnicas Clusterização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4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p3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246" name="Google Shape;1246;p39"/>
          <p:cNvSpPr txBox="1"/>
          <p:nvPr>
            <p:ph idx="1" type="subTitle"/>
          </p:nvPr>
        </p:nvSpPr>
        <p:spPr>
          <a:xfrm>
            <a:off x="1085200" y="1775625"/>
            <a:ext cx="664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Organizar grupos baseados em similaridade.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Inicia sua execução escolhendo aleatoriamente pontos centrais.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Cada observação é associada ao centróide mais próximo.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Formando assim os </a:t>
            </a:r>
            <a:r>
              <a:rPr b="1" i="1" lang="en"/>
              <a:t>CLUSTERS.</a:t>
            </a:r>
            <a:endParaRPr b="1" i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Até c</a:t>
            </a:r>
            <a:r>
              <a:rPr lang="en"/>
              <a:t>entroides </a:t>
            </a:r>
            <a:r>
              <a:rPr lang="en"/>
              <a:t>estabilizarem, ou atingir número máximo de iterações.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>
              <a:highlight>
                <a:srgbClr val="FFFF00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/>
          </a:p>
        </p:txBody>
      </p:sp>
      <p:sp>
        <p:nvSpPr>
          <p:cNvPr id="1247" name="Google Shape;1247;p39"/>
          <p:cNvSpPr txBox="1"/>
          <p:nvPr>
            <p:ph idx="9" type="subTitle"/>
          </p:nvPr>
        </p:nvSpPr>
        <p:spPr>
          <a:xfrm>
            <a:off x="552300" y="129083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K-Means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253" name="Google Shape;1253;p40"/>
          <p:cNvSpPr txBox="1"/>
          <p:nvPr>
            <p:ph idx="1" type="subTitle"/>
          </p:nvPr>
        </p:nvSpPr>
        <p:spPr>
          <a:xfrm>
            <a:off x="1158925" y="1699025"/>
            <a:ext cx="6436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181818"/>
              </a:buClr>
              <a:buSzPts val="1400"/>
              <a:buChar char="●"/>
            </a:pPr>
            <a:r>
              <a:rPr lang="en">
                <a:solidFill>
                  <a:srgbClr val="181818"/>
                </a:solidFill>
              </a:rPr>
              <a:t>Técnica baseada em densidade, identificar grupos com alta concentração de pontos.</a:t>
            </a:r>
            <a:endParaRPr>
              <a:solidFill>
                <a:srgbClr val="181818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81818"/>
              </a:buClr>
              <a:buSzPts val="1400"/>
              <a:buChar char="●"/>
            </a:pPr>
            <a:r>
              <a:rPr lang="en">
                <a:solidFill>
                  <a:srgbClr val="181818"/>
                </a:solidFill>
              </a:rPr>
              <a:t>Identifica automaticamente os agrupamentos e ruídos (outliers).</a:t>
            </a:r>
            <a:endParaRPr>
              <a:solidFill>
                <a:srgbClr val="181818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81818"/>
              </a:buClr>
              <a:buSzPts val="1400"/>
              <a:buChar char="●"/>
            </a:pPr>
            <a:r>
              <a:rPr lang="en">
                <a:solidFill>
                  <a:srgbClr val="181818"/>
                </a:solidFill>
              </a:rPr>
              <a:t>Dois parâmetros </a:t>
            </a:r>
            <a:r>
              <a:rPr lang="en">
                <a:solidFill>
                  <a:srgbClr val="181818"/>
                </a:solidFill>
              </a:rPr>
              <a:t>principais</a:t>
            </a:r>
            <a:r>
              <a:rPr lang="en">
                <a:solidFill>
                  <a:srgbClr val="181818"/>
                </a:solidFill>
              </a:rPr>
              <a:t>: </a:t>
            </a:r>
            <a:r>
              <a:rPr b="1" i="1" lang="en" sz="1350">
                <a:solidFill>
                  <a:srgbClr val="181818"/>
                </a:solidFill>
                <a:latin typeface="Arial"/>
                <a:ea typeface="Arial"/>
                <a:cs typeface="Arial"/>
                <a:sym typeface="Arial"/>
              </a:rPr>
              <a:t>ε e minPts.</a:t>
            </a:r>
            <a:endParaRPr b="1" i="1" sz="1350">
              <a:solidFill>
                <a:srgbClr val="18181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Clr>
                <a:srgbClr val="181818"/>
              </a:buClr>
              <a:buSzPts val="1350"/>
              <a:buChar char="●"/>
            </a:pPr>
            <a:r>
              <a:rPr lang="en" sz="1350">
                <a:solidFill>
                  <a:srgbClr val="181818"/>
                </a:solidFill>
              </a:rPr>
              <a:t>Seu desempenho é sensível a escolha desses parâmetros</a:t>
            </a:r>
            <a:endParaRPr sz="1350">
              <a:solidFill>
                <a:srgbClr val="181818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181818"/>
              </a:solidFill>
              <a:highlight>
                <a:srgbClr val="FFFF00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50">
              <a:solidFill>
                <a:srgbClr val="181818"/>
              </a:solidFill>
            </a:endParaRPr>
          </a:p>
        </p:txBody>
      </p:sp>
      <p:sp>
        <p:nvSpPr>
          <p:cNvPr id="1254" name="Google Shape;1254;p40"/>
          <p:cNvSpPr txBox="1"/>
          <p:nvPr>
            <p:ph idx="9" type="subTitle"/>
          </p:nvPr>
        </p:nvSpPr>
        <p:spPr>
          <a:xfrm>
            <a:off x="571450" y="121423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DBSCAN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4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260" name="Google Shape;1260;p41"/>
          <p:cNvSpPr txBox="1"/>
          <p:nvPr>
            <p:ph idx="1" type="subTitle"/>
          </p:nvPr>
        </p:nvSpPr>
        <p:spPr>
          <a:xfrm>
            <a:off x="1150200" y="1747775"/>
            <a:ext cx="549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Agrupamento do tipo bottom-up, cada ponto de dado inicia com um cluster individual.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Cada iteração os clusters similares são combinados.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Até todos os pontos pertencam a um grupo, ou até um critério de parada. Decisão de fusão, baseada em métricas de distância: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Single linkage: distância mínima entre qualquer par de pontos pertencentes a dois clusters diferentes;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Complete linkage: distância máxima entre pares de pontos de dois clusters;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Average linkage: média das distâncias entre todos os pares de pontos de dois clusters.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1" name="Google Shape;1261;p41"/>
          <p:cNvSpPr txBox="1"/>
          <p:nvPr>
            <p:ph idx="9" type="subTitle"/>
          </p:nvPr>
        </p:nvSpPr>
        <p:spPr>
          <a:xfrm>
            <a:off x="578450" y="1262975"/>
            <a:ext cx="48354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336550" lvl="0" marL="457200" rtl="0" algn="ctr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HIER</a:t>
            </a:r>
            <a:r>
              <a:rPr lang="en" sz="1700"/>
              <a:t>ÁRQUICA AGLOMERATIVA</a:t>
            </a:r>
            <a:endParaRPr sz="17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5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4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MEDOTOLOGIA DE DADOS</a:t>
            </a:r>
            <a:endParaRPr/>
          </a:p>
        </p:txBody>
      </p:sp>
      <p:sp>
        <p:nvSpPr>
          <p:cNvPr id="1267" name="Google Shape;1267;p42"/>
          <p:cNvSpPr txBox="1"/>
          <p:nvPr>
            <p:ph idx="17" type="subTitle"/>
          </p:nvPr>
        </p:nvSpPr>
        <p:spPr>
          <a:xfrm>
            <a:off x="676081" y="1431250"/>
            <a:ext cx="576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Dados sintéticos: Dataset com 20 dispositivos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Pré-processamento: normalização para melhor desempenho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Aplicação dos algoritmos de clusterização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Avaliação comparativa dos resultados obtidos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4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RESULTADOS</a:t>
            </a:r>
            <a:endParaRPr/>
          </a:p>
        </p:txBody>
      </p:sp>
      <p:sp>
        <p:nvSpPr>
          <p:cNvPr id="1273" name="Google Shape;1273;p43"/>
          <p:cNvSpPr txBox="1"/>
          <p:nvPr>
            <p:ph idx="17" type="subTitle"/>
          </p:nvPr>
        </p:nvSpPr>
        <p:spPr>
          <a:xfrm>
            <a:off x="676106" y="1644800"/>
            <a:ext cx="576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K-Means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DBSCAN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Clusterização Hierárquica Aglomerativa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Visualização das distribuições em gráficos de dispersão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Comparação de Resultados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7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4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279" name="Google Shape;1279;p44"/>
          <p:cNvSpPr txBox="1"/>
          <p:nvPr>
            <p:ph idx="1" type="subTitle"/>
          </p:nvPr>
        </p:nvSpPr>
        <p:spPr>
          <a:xfrm>
            <a:off x="-111800" y="1999050"/>
            <a:ext cx="4939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K= 3 ,</a:t>
            </a:r>
            <a:r>
              <a:rPr lang="en"/>
              <a:t>definido com base em análises 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preliminares do conjunto de dados.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Após a convergência, cada ponto </a:t>
            </a:r>
            <a:endParaRPr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recebe um “rótulo de cluster”</a:t>
            </a:r>
            <a:endParaRPr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(0, 1 ou 2) indicando a qual dos três</a:t>
            </a:r>
            <a:endParaRPr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grupos ele pertence.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44"/>
          <p:cNvSpPr txBox="1"/>
          <p:nvPr>
            <p:ph idx="5" type="title"/>
          </p:nvPr>
        </p:nvSpPr>
        <p:spPr>
          <a:xfrm>
            <a:off x="709300" y="1507650"/>
            <a:ext cx="734700" cy="63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81" name="Google Shape;1281;p44"/>
          <p:cNvSpPr txBox="1"/>
          <p:nvPr>
            <p:ph idx="9" type="subTitle"/>
          </p:nvPr>
        </p:nvSpPr>
        <p:spPr>
          <a:xfrm>
            <a:off x="857275" y="1654946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K-Means</a:t>
            </a:r>
            <a:endParaRPr/>
          </a:p>
        </p:txBody>
      </p:sp>
      <p:pic>
        <p:nvPicPr>
          <p:cNvPr id="1282" name="Google Shape;128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05900" y="1253375"/>
            <a:ext cx="4011800" cy="3107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6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Google Shape;1287;p4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288" name="Google Shape;1288;p45"/>
          <p:cNvSpPr txBox="1"/>
          <p:nvPr>
            <p:ph idx="1" type="subTitle"/>
          </p:nvPr>
        </p:nvSpPr>
        <p:spPr>
          <a:xfrm>
            <a:off x="212500" y="1884700"/>
            <a:ext cx="3604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</a:t>
            </a:r>
            <a:r>
              <a:rPr b="1" i="1" lang="en" sz="1350">
                <a:latin typeface="Arial"/>
                <a:ea typeface="Arial"/>
                <a:cs typeface="Arial"/>
                <a:sym typeface="Arial"/>
              </a:rPr>
              <a:t>ε =  0.5 e minPts=2</a:t>
            </a:r>
            <a:endParaRPr/>
          </a:p>
        </p:txBody>
      </p:sp>
      <p:sp>
        <p:nvSpPr>
          <p:cNvPr id="1289" name="Google Shape;1289;p45"/>
          <p:cNvSpPr txBox="1"/>
          <p:nvPr>
            <p:ph idx="5" type="title"/>
          </p:nvPr>
        </p:nvSpPr>
        <p:spPr>
          <a:xfrm>
            <a:off x="720000" y="1195025"/>
            <a:ext cx="734700" cy="63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90" name="Google Shape;1290;p45"/>
          <p:cNvSpPr txBox="1"/>
          <p:nvPr>
            <p:ph idx="9" type="subTitle"/>
          </p:nvPr>
        </p:nvSpPr>
        <p:spPr>
          <a:xfrm>
            <a:off x="799325" y="1342337"/>
            <a:ext cx="230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DBSCAN</a:t>
            </a:r>
            <a:endParaRPr/>
          </a:p>
        </p:txBody>
      </p:sp>
      <p:pic>
        <p:nvPicPr>
          <p:cNvPr id="1291" name="Google Shape;1291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3075" y="1017725"/>
            <a:ext cx="4932221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5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4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297" name="Google Shape;1297;p46"/>
          <p:cNvSpPr txBox="1"/>
          <p:nvPr>
            <p:ph idx="1" type="subTitle"/>
          </p:nvPr>
        </p:nvSpPr>
        <p:spPr>
          <a:xfrm>
            <a:off x="634525" y="2482850"/>
            <a:ext cx="2948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Configurado para formar 3 grupos (ligação tipo ward)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6"/>
          <p:cNvSpPr txBox="1"/>
          <p:nvPr>
            <p:ph idx="5" type="title"/>
          </p:nvPr>
        </p:nvSpPr>
        <p:spPr>
          <a:xfrm>
            <a:off x="669425" y="1496900"/>
            <a:ext cx="734700" cy="63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99" name="Google Shape;1299;p46"/>
          <p:cNvSpPr txBox="1"/>
          <p:nvPr>
            <p:ph idx="9" type="subTitle"/>
          </p:nvPr>
        </p:nvSpPr>
        <p:spPr>
          <a:xfrm>
            <a:off x="520825" y="1906100"/>
            <a:ext cx="314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HIERÁRQUICA AGLOMERATIVA</a:t>
            </a:r>
            <a:endParaRPr sz="1700"/>
          </a:p>
        </p:txBody>
      </p:sp>
      <p:sp>
        <p:nvSpPr>
          <p:cNvPr id="1300" name="Google Shape;1300;p46"/>
          <p:cNvSpPr txBox="1"/>
          <p:nvPr/>
        </p:nvSpPr>
        <p:spPr>
          <a:xfrm>
            <a:off x="353825" y="4615325"/>
            <a:ext cx="2451000" cy="4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"/>
              <a:t>Ward linkage</a:t>
            </a:r>
            <a:r>
              <a:rPr lang="en" sz="500"/>
              <a:t> escolhe, a cada passo, unir os dois clusters cuja fusão resulte no menor aumento possível na </a:t>
            </a:r>
            <a:r>
              <a:rPr b="1" lang="en" sz="500"/>
              <a:t>variância interna total</a:t>
            </a:r>
            <a:r>
              <a:rPr lang="en" sz="500"/>
              <a:t> (sum of squared errors) de todos os clusters.</a:t>
            </a:r>
            <a:endParaRPr sz="5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1301" name="Google Shape;130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8725" y="1170125"/>
            <a:ext cx="4907830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5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p4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Técnicas de Clusterização</a:t>
            </a:r>
            <a:endParaRPr/>
          </a:p>
        </p:txBody>
      </p:sp>
      <p:sp>
        <p:nvSpPr>
          <p:cNvPr id="1307" name="Google Shape;1307;p47"/>
          <p:cNvSpPr txBox="1"/>
          <p:nvPr>
            <p:ph idx="5" type="title"/>
          </p:nvPr>
        </p:nvSpPr>
        <p:spPr>
          <a:xfrm>
            <a:off x="750975" y="1295375"/>
            <a:ext cx="734700" cy="63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308" name="Google Shape;1308;p47"/>
          <p:cNvSpPr txBox="1"/>
          <p:nvPr>
            <p:ph idx="9" type="subTitle"/>
          </p:nvPr>
        </p:nvSpPr>
        <p:spPr>
          <a:xfrm>
            <a:off x="606300" y="1628375"/>
            <a:ext cx="3145500" cy="48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HIERÁRQUICA ALOMERATIVA</a:t>
            </a:r>
            <a:endParaRPr sz="1700"/>
          </a:p>
        </p:txBody>
      </p:sp>
      <p:sp>
        <p:nvSpPr>
          <p:cNvPr id="1309" name="Google Shape;1309;p47"/>
          <p:cNvSpPr txBox="1"/>
          <p:nvPr/>
        </p:nvSpPr>
        <p:spPr>
          <a:xfrm>
            <a:off x="-105000" y="2022650"/>
            <a:ext cx="3856800" cy="63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</a:pPr>
            <a:r>
              <a:rPr lang="en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Dendrograma</a:t>
            </a:r>
            <a:endParaRPr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</a:pPr>
            <a:r>
              <a:rPr lang="en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É a representação gráfica de uma clusterização hierárquica aglomerativa. Na base (eixo X), cada “folha” corresponde a um dispositivo individual. Ao subir pelo eixo Y (“distância”), vemos em que ordem e a que custo (em termos de aumento de variância interna) cada par de clusters é fundido até formar um único grupo.</a:t>
            </a:r>
            <a:endParaRPr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	</a:t>
            </a:r>
            <a:endParaRPr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1310" name="Google Shape;131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4200" y="1170125"/>
            <a:ext cx="5087401" cy="3265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4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MÉTRICA SILHOUETTE</a:t>
            </a:r>
            <a:endParaRPr/>
          </a:p>
        </p:txBody>
      </p:sp>
      <p:sp>
        <p:nvSpPr>
          <p:cNvPr id="1316" name="Google Shape;1316;p48"/>
          <p:cNvSpPr txBox="1"/>
          <p:nvPr/>
        </p:nvSpPr>
        <p:spPr>
          <a:xfrm>
            <a:off x="374100" y="2922825"/>
            <a:ext cx="7997400" cy="18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K-Means: Tende a criar clusters convexos de tamanho parecido, mas nem sempre respeita regiões de densidade desigual.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Hierárquica: Grupos menos definidos, sem ter um critério de densidade pode levar a uniões prematuras de pontos distantes.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DBSCAN: Conseguiu isolar agrupamentos homogêneos de dispositivos, descartando como ruído pontos que não se encaixavam em regiões densas. Isso explica o alto grau de clareza na fronteira entre os grupos.</a:t>
            </a:r>
            <a:endParaRPr/>
          </a:p>
        </p:txBody>
      </p:sp>
      <p:graphicFrame>
        <p:nvGraphicFramePr>
          <p:cNvPr id="1317" name="Google Shape;1317;p48"/>
          <p:cNvGraphicFramePr/>
          <p:nvPr/>
        </p:nvGraphicFramePr>
        <p:xfrm>
          <a:off x="1185000" y="1196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{076BA8CA-09E5-436D-A43D-E56017D0EB4D}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Algoritmo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Silhouette Score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K-Means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0.430481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Hieráquica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0.376974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DBSCAN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0.752341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p4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Discussão e resultados</a:t>
            </a:r>
            <a:endParaRPr/>
          </a:p>
        </p:txBody>
      </p:sp>
      <p:sp>
        <p:nvSpPr>
          <p:cNvPr id="1323" name="Google Shape;1323;p49"/>
          <p:cNvSpPr txBox="1"/>
          <p:nvPr>
            <p:ph idx="17" type="subTitle"/>
          </p:nvPr>
        </p:nvSpPr>
        <p:spPr>
          <a:xfrm>
            <a:off x="1883581" y="1182450"/>
            <a:ext cx="576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próximo slide, comparamos diretamente os resultados obtidos no cenário sem clusterização (baseline) e no cenário com clusterização (K-Means, Hierárquico e DBSCAN), destacando: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Impacto na energia total coletadas pelos dispositivos IoT.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Variação na distância de deslocamento dos Power Beacons.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Ganhos em eficiência e coesão de agrupamentos em cada técnica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Dessa forma, poderá ser evidenciado o valor agregado de segmentar os dispositivos antes de posicionar os PBs.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50"/>
          <p:cNvSpPr txBox="1"/>
          <p:nvPr>
            <p:ph type="title"/>
          </p:nvPr>
        </p:nvSpPr>
        <p:spPr>
          <a:xfrm>
            <a:off x="514175" y="474800"/>
            <a:ext cx="8463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Resultados com e sem Clusterização</a:t>
            </a:r>
            <a:endParaRPr/>
          </a:p>
        </p:txBody>
      </p:sp>
      <p:graphicFrame>
        <p:nvGraphicFramePr>
          <p:cNvPr id="1329" name="Google Shape;1329;p50"/>
          <p:cNvGraphicFramePr/>
          <p:nvPr/>
        </p:nvGraphicFramePr>
        <p:xfrm>
          <a:off x="705375" y="1509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{076BA8CA-09E5-436D-A43D-E56017D0EB4D}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Método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Σ</a:t>
                      </a:r>
                      <a:r>
                        <a:rPr b="1" lang="en" sz="135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φ(</a:t>
                      </a:r>
                      <a:r>
                        <a:rPr b="1" lang="en" sz="135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10^6</a:t>
                      </a:r>
                      <a:r>
                        <a:rPr b="1" lang="en" sz="135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)</a:t>
                      </a:r>
                      <a:endParaRPr b="1" strike="sngStrike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Ganho(%)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Fator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448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Aleatório (baseline)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3233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1,00x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Hierárquico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4680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1,45x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K-Means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7446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130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2,30x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DBSCAN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7933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145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2,45x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3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p5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Conclusões</a:t>
            </a:r>
            <a:endParaRPr/>
          </a:p>
        </p:txBody>
      </p:sp>
      <p:sp>
        <p:nvSpPr>
          <p:cNvPr id="1335" name="Google Shape;1335;p51"/>
          <p:cNvSpPr txBox="1"/>
          <p:nvPr>
            <p:ph idx="17" type="subTitle"/>
          </p:nvPr>
        </p:nvSpPr>
        <p:spPr>
          <a:xfrm>
            <a:off x="720006" y="1412675"/>
            <a:ext cx="576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Clusterização eficaz para otimizar energia em IoT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K-Means mostrou melhor desempenho geral neste estudo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Técnica pode ser integrada a otimizações matemáticas futuras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Potencial para aplicações reais em redes 6G e cidades inteligentes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9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p5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Trabalhos futuros</a:t>
            </a:r>
            <a:endParaRPr/>
          </a:p>
        </p:txBody>
      </p:sp>
      <p:sp>
        <p:nvSpPr>
          <p:cNvPr id="1341" name="Google Shape;1341;p52"/>
          <p:cNvSpPr txBox="1"/>
          <p:nvPr>
            <p:ph idx="17" type="subTitle"/>
          </p:nvPr>
        </p:nvSpPr>
        <p:spPr>
          <a:xfrm>
            <a:off x="720006" y="1546925"/>
            <a:ext cx="576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Integração com otimização matemática e heurísticas evolutivas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Aplicação em dados reais e variáveis temporais dinâmicas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Exploração de Power Beacons móveis e adaptativos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Desenvolvimento de plataforma inteligente para gestão energética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5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Google Shape;1346;p5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Referências</a:t>
            </a:r>
            <a:endParaRPr/>
          </a:p>
        </p:txBody>
      </p:sp>
      <p:sp>
        <p:nvSpPr>
          <p:cNvPr id="1347" name="Google Shape;1347;p53"/>
          <p:cNvSpPr txBox="1"/>
          <p:nvPr>
            <p:ph idx="17" type="subTitle"/>
          </p:nvPr>
        </p:nvSpPr>
        <p:spPr>
          <a:xfrm>
            <a:off x="572656" y="1704750"/>
            <a:ext cx="576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[1] López et al., IEEE IoT Journal, 2021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[2] Rosabal et al., OJIOT, 2021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[3] Scikit-learn documentation, 2025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Outros artigos relevantes…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p54"/>
          <p:cNvSpPr txBox="1"/>
          <p:nvPr>
            <p:ph type="title"/>
          </p:nvPr>
        </p:nvSpPr>
        <p:spPr>
          <a:xfrm>
            <a:off x="713225" y="539500"/>
            <a:ext cx="4487700" cy="11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Obrigado!</a:t>
            </a:r>
            <a:endParaRPr/>
          </a:p>
        </p:txBody>
      </p:sp>
      <p:sp>
        <p:nvSpPr>
          <p:cNvPr id="1353" name="Google Shape;1353;p54"/>
          <p:cNvSpPr txBox="1"/>
          <p:nvPr>
            <p:ph idx="1" type="subTitle"/>
          </p:nvPr>
        </p:nvSpPr>
        <p:spPr>
          <a:xfrm>
            <a:off x="713225" y="1653700"/>
            <a:ext cx="4151700" cy="124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latin typeface="MuseoModerno Medium"/>
                <a:ea typeface="MuseoModerno Medium"/>
                <a:cs typeface="MuseoModerno Medium"/>
                <a:sym typeface="MuseoModerno Medium"/>
              </a:rPr>
              <a:t>Perguntas?</a:t>
            </a:r>
            <a:endParaRPr sz="2200">
              <a:latin typeface="MuseoModerno Medium"/>
              <a:ea typeface="MuseoModerno Medium"/>
              <a:cs typeface="MuseoModerno Medium"/>
              <a:sym typeface="MuseoModerno Medium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ana.fernandes@mtel.inatel.br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pedro.guilherme@ges.inatel.br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54" name="Google Shape;1354;p54"/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1355" name="Google Shape;1355;p5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" name="Google Shape;1356;p5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" name="Google Shape;1357;p5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" name="Google Shape;1358;p5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" name="Google Shape;1359;p5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0" name="Google Shape;1360;p54"/>
          <p:cNvGrpSpPr/>
          <p:nvPr/>
        </p:nvGrpSpPr>
        <p:grpSpPr>
          <a:xfrm>
            <a:off x="4814165" y="1099516"/>
            <a:ext cx="3758906" cy="3504492"/>
            <a:chOff x="1561000" y="353675"/>
            <a:chExt cx="5025275" cy="4685150"/>
          </a:xfrm>
        </p:grpSpPr>
        <p:sp>
          <p:nvSpPr>
            <p:cNvPr id="1361" name="Google Shape;1361;p54"/>
            <p:cNvSpPr/>
            <p:nvPr/>
          </p:nvSpPr>
          <p:spPr>
            <a:xfrm>
              <a:off x="1561000" y="353675"/>
              <a:ext cx="5025275" cy="3994500"/>
            </a:xfrm>
            <a:custGeom>
              <a:rect b="b" l="l" r="r" t="t"/>
              <a:pathLst>
                <a:path extrusionOk="0" h="159780" w="201011">
                  <a:moveTo>
                    <a:pt x="114060" y="0"/>
                  </a:moveTo>
                  <a:cubicBezTo>
                    <a:pt x="102605" y="0"/>
                    <a:pt x="87315" y="2281"/>
                    <a:pt x="72118" y="11446"/>
                  </a:cubicBezTo>
                  <a:cubicBezTo>
                    <a:pt x="41863" y="29692"/>
                    <a:pt x="26452" y="63717"/>
                    <a:pt x="13243" y="91003"/>
                  </a:cubicBezTo>
                  <a:cubicBezTo>
                    <a:pt x="0" y="118289"/>
                    <a:pt x="7339" y="145042"/>
                    <a:pt x="30255" y="156250"/>
                  </a:cubicBezTo>
                  <a:cubicBezTo>
                    <a:pt x="35415" y="158781"/>
                    <a:pt x="40212" y="159780"/>
                    <a:pt x="44918" y="159780"/>
                  </a:cubicBezTo>
                  <a:cubicBezTo>
                    <a:pt x="61112" y="159780"/>
                    <a:pt x="76212" y="147947"/>
                    <a:pt x="101206" y="146009"/>
                  </a:cubicBezTo>
                  <a:cubicBezTo>
                    <a:pt x="133496" y="143541"/>
                    <a:pt x="142135" y="147577"/>
                    <a:pt x="169021" y="128663"/>
                  </a:cubicBezTo>
                  <a:cubicBezTo>
                    <a:pt x="195907" y="109783"/>
                    <a:pt x="201010" y="68020"/>
                    <a:pt x="180095" y="38332"/>
                  </a:cubicBezTo>
                  <a:cubicBezTo>
                    <a:pt x="159181" y="8644"/>
                    <a:pt x="132995" y="2239"/>
                    <a:pt x="132995" y="2239"/>
                  </a:cubicBezTo>
                  <a:cubicBezTo>
                    <a:pt x="132995" y="2239"/>
                    <a:pt x="125410" y="0"/>
                    <a:pt x="11406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" name="Google Shape;1362;p54"/>
            <p:cNvSpPr/>
            <p:nvPr/>
          </p:nvSpPr>
          <p:spPr>
            <a:xfrm>
              <a:off x="2278175" y="504725"/>
              <a:ext cx="2585200" cy="1552800"/>
            </a:xfrm>
            <a:custGeom>
              <a:rect b="b" l="l" r="r" t="t"/>
              <a:pathLst>
                <a:path extrusionOk="0" fill="none" h="62112" w="103408">
                  <a:moveTo>
                    <a:pt x="4537" y="0"/>
                  </a:moveTo>
                  <a:lnTo>
                    <a:pt x="98838" y="0"/>
                  </a:lnTo>
                  <a:cubicBezTo>
                    <a:pt x="101373" y="0"/>
                    <a:pt x="103408" y="2002"/>
                    <a:pt x="103408" y="4537"/>
                  </a:cubicBezTo>
                  <a:lnTo>
                    <a:pt x="103408" y="57541"/>
                  </a:lnTo>
                  <a:cubicBezTo>
                    <a:pt x="103408" y="60076"/>
                    <a:pt x="101373" y="62111"/>
                    <a:pt x="98838" y="62111"/>
                  </a:cubicBezTo>
                  <a:lnTo>
                    <a:pt x="4537" y="62111"/>
                  </a:lnTo>
                  <a:cubicBezTo>
                    <a:pt x="2035" y="62111"/>
                    <a:pt x="0" y="60076"/>
                    <a:pt x="0" y="57541"/>
                  </a:cubicBezTo>
                  <a:lnTo>
                    <a:pt x="0" y="4537"/>
                  </a:lnTo>
                  <a:cubicBezTo>
                    <a:pt x="0" y="2002"/>
                    <a:pt x="2035" y="0"/>
                    <a:pt x="4537" y="0"/>
                  </a:cubicBez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" name="Google Shape;1363;p54"/>
            <p:cNvSpPr/>
            <p:nvPr/>
          </p:nvSpPr>
          <p:spPr>
            <a:xfrm>
              <a:off x="2375750" y="1362825"/>
              <a:ext cx="542900" cy="542925"/>
            </a:xfrm>
            <a:custGeom>
              <a:rect b="b" l="l" r="r" t="t"/>
              <a:pathLst>
                <a:path extrusionOk="0" fill="none" h="21717" w="21716">
                  <a:moveTo>
                    <a:pt x="14377" y="1969"/>
                  </a:moveTo>
                  <a:cubicBezTo>
                    <a:pt x="19314" y="3903"/>
                    <a:pt x="21716" y="9474"/>
                    <a:pt x="19748" y="14411"/>
                  </a:cubicBezTo>
                  <a:cubicBezTo>
                    <a:pt x="17813" y="19315"/>
                    <a:pt x="12242" y="21716"/>
                    <a:pt x="7305" y="19748"/>
                  </a:cubicBezTo>
                  <a:cubicBezTo>
                    <a:pt x="2402" y="17813"/>
                    <a:pt x="0" y="12243"/>
                    <a:pt x="1968" y="7339"/>
                  </a:cubicBezTo>
                  <a:cubicBezTo>
                    <a:pt x="3903" y="2402"/>
                    <a:pt x="9474" y="1"/>
                    <a:pt x="14377" y="1969"/>
                  </a:cubicBez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54"/>
            <p:cNvSpPr/>
            <p:nvPr/>
          </p:nvSpPr>
          <p:spPr>
            <a:xfrm>
              <a:off x="2547525" y="1534625"/>
              <a:ext cx="199350" cy="199325"/>
            </a:xfrm>
            <a:custGeom>
              <a:rect b="b" l="l" r="r" t="t"/>
              <a:pathLst>
                <a:path extrusionOk="0" fill="none" h="7973" w="7974">
                  <a:moveTo>
                    <a:pt x="7640" y="3403"/>
                  </a:moveTo>
                  <a:cubicBezTo>
                    <a:pt x="7973" y="5404"/>
                    <a:pt x="6605" y="7305"/>
                    <a:pt x="4571" y="7639"/>
                  </a:cubicBezTo>
                  <a:cubicBezTo>
                    <a:pt x="2536" y="7973"/>
                    <a:pt x="635" y="6605"/>
                    <a:pt x="334" y="4570"/>
                  </a:cubicBezTo>
                  <a:cubicBezTo>
                    <a:pt x="1" y="2569"/>
                    <a:pt x="1368" y="667"/>
                    <a:pt x="3370" y="334"/>
                  </a:cubicBezTo>
                  <a:cubicBezTo>
                    <a:pt x="5405" y="0"/>
                    <a:pt x="7306" y="1368"/>
                    <a:pt x="7640" y="3403"/>
                  </a:cubicBezTo>
                  <a:close/>
                </a:path>
              </a:pathLst>
            </a:custGeom>
            <a:noFill/>
            <a:ln cap="flat" cmpd="sng" w="1000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54"/>
            <p:cNvSpPr/>
            <p:nvPr/>
          </p:nvSpPr>
          <p:spPr>
            <a:xfrm>
              <a:off x="2705975" y="1467900"/>
              <a:ext cx="109275" cy="95925"/>
            </a:xfrm>
            <a:custGeom>
              <a:rect b="b" l="l" r="r" t="t"/>
              <a:pathLst>
                <a:path extrusionOk="0" fill="none" h="3837" w="4371">
                  <a:moveTo>
                    <a:pt x="1" y="3837"/>
                  </a:moveTo>
                  <a:lnTo>
                    <a:pt x="4370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54"/>
            <p:cNvSpPr/>
            <p:nvPr/>
          </p:nvSpPr>
          <p:spPr>
            <a:xfrm>
              <a:off x="2646775" y="1727250"/>
              <a:ext cx="25" cy="146800"/>
            </a:xfrm>
            <a:custGeom>
              <a:rect b="b" l="l" r="r" t="t"/>
              <a:pathLst>
                <a:path extrusionOk="0" fill="none" h="5872" w="1">
                  <a:moveTo>
                    <a:pt x="0" y="1"/>
                  </a:moveTo>
                  <a:lnTo>
                    <a:pt x="0" y="5872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54"/>
            <p:cNvSpPr/>
            <p:nvPr/>
          </p:nvSpPr>
          <p:spPr>
            <a:xfrm>
              <a:off x="2520850" y="820775"/>
              <a:ext cx="80900" cy="351950"/>
            </a:xfrm>
            <a:custGeom>
              <a:rect b="b" l="l" r="r" t="t"/>
              <a:pathLst>
                <a:path extrusionOk="0" fill="none" h="14078" w="3236">
                  <a:moveTo>
                    <a:pt x="0" y="0"/>
                  </a:moveTo>
                  <a:lnTo>
                    <a:pt x="3236" y="0"/>
                  </a:lnTo>
                  <a:lnTo>
                    <a:pt x="3236" y="14077"/>
                  </a:lnTo>
                  <a:lnTo>
                    <a:pt x="0" y="14077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" name="Google Shape;1368;p54"/>
            <p:cNvSpPr/>
            <p:nvPr/>
          </p:nvSpPr>
          <p:spPr>
            <a:xfrm>
              <a:off x="2630100" y="959200"/>
              <a:ext cx="80900" cy="213525"/>
            </a:xfrm>
            <a:custGeom>
              <a:rect b="b" l="l" r="r" t="t"/>
              <a:pathLst>
                <a:path extrusionOk="0" fill="none" h="8541" w="3236">
                  <a:moveTo>
                    <a:pt x="0" y="1"/>
                  </a:moveTo>
                  <a:lnTo>
                    <a:pt x="3236" y="1"/>
                  </a:lnTo>
                  <a:lnTo>
                    <a:pt x="3236" y="8540"/>
                  </a:lnTo>
                  <a:lnTo>
                    <a:pt x="0" y="8540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" name="Google Shape;1369;p54"/>
            <p:cNvSpPr/>
            <p:nvPr/>
          </p:nvSpPr>
          <p:spPr>
            <a:xfrm>
              <a:off x="2740175" y="729050"/>
              <a:ext cx="80075" cy="443675"/>
            </a:xfrm>
            <a:custGeom>
              <a:rect b="b" l="l" r="r" t="t"/>
              <a:pathLst>
                <a:path extrusionOk="0" fill="none" h="17747" w="3203">
                  <a:moveTo>
                    <a:pt x="0" y="0"/>
                  </a:moveTo>
                  <a:lnTo>
                    <a:pt x="3203" y="0"/>
                  </a:lnTo>
                  <a:lnTo>
                    <a:pt x="3203" y="17746"/>
                  </a:lnTo>
                  <a:lnTo>
                    <a:pt x="0" y="17746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" name="Google Shape;1370;p54"/>
            <p:cNvSpPr/>
            <p:nvPr/>
          </p:nvSpPr>
          <p:spPr>
            <a:xfrm>
              <a:off x="2849425" y="648150"/>
              <a:ext cx="80900" cy="524575"/>
            </a:xfrm>
            <a:custGeom>
              <a:rect b="b" l="l" r="r" t="t"/>
              <a:pathLst>
                <a:path extrusionOk="0" fill="none" h="20983" w="3236">
                  <a:moveTo>
                    <a:pt x="0" y="1"/>
                  </a:moveTo>
                  <a:lnTo>
                    <a:pt x="3236" y="1"/>
                  </a:lnTo>
                  <a:lnTo>
                    <a:pt x="3236" y="20982"/>
                  </a:lnTo>
                  <a:lnTo>
                    <a:pt x="0" y="20982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" name="Google Shape;1371;p54"/>
            <p:cNvSpPr/>
            <p:nvPr/>
          </p:nvSpPr>
          <p:spPr>
            <a:xfrm>
              <a:off x="2958650" y="867475"/>
              <a:ext cx="80925" cy="305250"/>
            </a:xfrm>
            <a:custGeom>
              <a:rect b="b" l="l" r="r" t="t"/>
              <a:pathLst>
                <a:path extrusionOk="0" fill="none" h="12210" w="3237">
                  <a:moveTo>
                    <a:pt x="1" y="0"/>
                  </a:moveTo>
                  <a:lnTo>
                    <a:pt x="3236" y="0"/>
                  </a:lnTo>
                  <a:lnTo>
                    <a:pt x="3236" y="12209"/>
                  </a:lnTo>
                  <a:lnTo>
                    <a:pt x="1" y="12209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" name="Google Shape;1372;p54"/>
            <p:cNvSpPr/>
            <p:nvPr/>
          </p:nvSpPr>
          <p:spPr>
            <a:xfrm>
              <a:off x="3068725" y="942525"/>
              <a:ext cx="80100" cy="230200"/>
            </a:xfrm>
            <a:custGeom>
              <a:rect b="b" l="l" r="r" t="t"/>
              <a:pathLst>
                <a:path extrusionOk="0" fill="none" h="9208" w="3204">
                  <a:moveTo>
                    <a:pt x="1" y="1"/>
                  </a:moveTo>
                  <a:lnTo>
                    <a:pt x="3203" y="1"/>
                  </a:lnTo>
                  <a:lnTo>
                    <a:pt x="3203" y="9207"/>
                  </a:lnTo>
                  <a:lnTo>
                    <a:pt x="1" y="9207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" name="Google Shape;1373;p54"/>
            <p:cNvSpPr/>
            <p:nvPr/>
          </p:nvSpPr>
          <p:spPr>
            <a:xfrm>
              <a:off x="3177975" y="1034250"/>
              <a:ext cx="80925" cy="138475"/>
            </a:xfrm>
            <a:custGeom>
              <a:rect b="b" l="l" r="r" t="t"/>
              <a:pathLst>
                <a:path extrusionOk="0" fill="none" h="5539" w="3237">
                  <a:moveTo>
                    <a:pt x="1" y="1"/>
                  </a:moveTo>
                  <a:lnTo>
                    <a:pt x="3236" y="1"/>
                  </a:lnTo>
                  <a:lnTo>
                    <a:pt x="3236" y="5538"/>
                  </a:lnTo>
                  <a:lnTo>
                    <a:pt x="1" y="5538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" name="Google Shape;1374;p54"/>
            <p:cNvSpPr/>
            <p:nvPr/>
          </p:nvSpPr>
          <p:spPr>
            <a:xfrm>
              <a:off x="3287225" y="820775"/>
              <a:ext cx="80925" cy="351950"/>
            </a:xfrm>
            <a:custGeom>
              <a:rect b="b" l="l" r="r" t="t"/>
              <a:pathLst>
                <a:path extrusionOk="0" fill="none" h="14078" w="3237">
                  <a:moveTo>
                    <a:pt x="1" y="0"/>
                  </a:moveTo>
                  <a:lnTo>
                    <a:pt x="3236" y="0"/>
                  </a:lnTo>
                  <a:lnTo>
                    <a:pt x="3236" y="14077"/>
                  </a:lnTo>
                  <a:lnTo>
                    <a:pt x="1" y="14077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" name="Google Shape;1375;p54"/>
            <p:cNvSpPr/>
            <p:nvPr/>
          </p:nvSpPr>
          <p:spPr>
            <a:xfrm>
              <a:off x="3397300" y="925025"/>
              <a:ext cx="80075" cy="247700"/>
            </a:xfrm>
            <a:custGeom>
              <a:rect b="b" l="l" r="r" t="t"/>
              <a:pathLst>
                <a:path extrusionOk="0" fill="none" h="9908" w="3203">
                  <a:moveTo>
                    <a:pt x="1" y="0"/>
                  </a:moveTo>
                  <a:lnTo>
                    <a:pt x="3203" y="0"/>
                  </a:lnTo>
                  <a:lnTo>
                    <a:pt x="3203" y="9907"/>
                  </a:lnTo>
                  <a:lnTo>
                    <a:pt x="1" y="9907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" name="Google Shape;1376;p54"/>
            <p:cNvSpPr/>
            <p:nvPr/>
          </p:nvSpPr>
          <p:spPr>
            <a:xfrm>
              <a:off x="3506550" y="820775"/>
              <a:ext cx="80925" cy="351950"/>
            </a:xfrm>
            <a:custGeom>
              <a:rect b="b" l="l" r="r" t="t"/>
              <a:pathLst>
                <a:path extrusionOk="0" fill="none" h="14078" w="3237">
                  <a:moveTo>
                    <a:pt x="0" y="0"/>
                  </a:moveTo>
                  <a:lnTo>
                    <a:pt x="3236" y="0"/>
                  </a:lnTo>
                  <a:lnTo>
                    <a:pt x="3236" y="14077"/>
                  </a:lnTo>
                  <a:lnTo>
                    <a:pt x="0" y="14077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" name="Google Shape;1377;p54"/>
            <p:cNvSpPr/>
            <p:nvPr/>
          </p:nvSpPr>
          <p:spPr>
            <a:xfrm>
              <a:off x="3615800" y="1040100"/>
              <a:ext cx="80900" cy="132625"/>
            </a:xfrm>
            <a:custGeom>
              <a:rect b="b" l="l" r="r" t="t"/>
              <a:pathLst>
                <a:path extrusionOk="0" fill="none" h="5305" w="3236">
                  <a:moveTo>
                    <a:pt x="0" y="0"/>
                  </a:moveTo>
                  <a:lnTo>
                    <a:pt x="3236" y="0"/>
                  </a:lnTo>
                  <a:lnTo>
                    <a:pt x="3236" y="5304"/>
                  </a:lnTo>
                  <a:lnTo>
                    <a:pt x="0" y="5304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" name="Google Shape;1378;p54"/>
            <p:cNvSpPr/>
            <p:nvPr/>
          </p:nvSpPr>
          <p:spPr>
            <a:xfrm>
              <a:off x="3725875" y="820775"/>
              <a:ext cx="80925" cy="351950"/>
            </a:xfrm>
            <a:custGeom>
              <a:rect b="b" l="l" r="r" t="t"/>
              <a:pathLst>
                <a:path extrusionOk="0" fill="none" h="14078" w="3237">
                  <a:moveTo>
                    <a:pt x="0" y="0"/>
                  </a:moveTo>
                  <a:lnTo>
                    <a:pt x="3236" y="0"/>
                  </a:lnTo>
                  <a:lnTo>
                    <a:pt x="3236" y="14077"/>
                  </a:lnTo>
                  <a:lnTo>
                    <a:pt x="0" y="14077"/>
                  </a:ln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" name="Google Shape;1379;p54"/>
            <p:cNvSpPr/>
            <p:nvPr/>
          </p:nvSpPr>
          <p:spPr>
            <a:xfrm>
              <a:off x="2376575" y="1172700"/>
              <a:ext cx="1722925" cy="25"/>
            </a:xfrm>
            <a:custGeom>
              <a:rect b="b" l="l" r="r" t="t"/>
              <a:pathLst>
                <a:path extrusionOk="0" fill="none" h="1" w="68917">
                  <a:moveTo>
                    <a:pt x="1" y="0"/>
                  </a:moveTo>
                  <a:lnTo>
                    <a:pt x="68916" y="0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" name="Google Shape;1380;p54"/>
            <p:cNvSpPr/>
            <p:nvPr/>
          </p:nvSpPr>
          <p:spPr>
            <a:xfrm>
              <a:off x="3644150" y="1259425"/>
              <a:ext cx="331100" cy="25"/>
            </a:xfrm>
            <a:custGeom>
              <a:rect b="b" l="l" r="r" t="t"/>
              <a:pathLst>
                <a:path extrusionOk="0" fill="none" h="1" w="13244">
                  <a:moveTo>
                    <a:pt x="0" y="0"/>
                  </a:moveTo>
                  <a:lnTo>
                    <a:pt x="13243" y="0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" name="Google Shape;1381;p54"/>
            <p:cNvSpPr/>
            <p:nvPr/>
          </p:nvSpPr>
          <p:spPr>
            <a:xfrm>
              <a:off x="3644150" y="1313625"/>
              <a:ext cx="331100" cy="25"/>
            </a:xfrm>
            <a:custGeom>
              <a:rect b="b" l="l" r="r" t="t"/>
              <a:pathLst>
                <a:path extrusionOk="0" fill="none" h="1" w="13244">
                  <a:moveTo>
                    <a:pt x="0" y="1"/>
                  </a:moveTo>
                  <a:lnTo>
                    <a:pt x="13243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54"/>
            <p:cNvSpPr/>
            <p:nvPr/>
          </p:nvSpPr>
          <p:spPr>
            <a:xfrm>
              <a:off x="3644150" y="1367825"/>
              <a:ext cx="331100" cy="25"/>
            </a:xfrm>
            <a:custGeom>
              <a:rect b="b" l="l" r="r" t="t"/>
              <a:pathLst>
                <a:path extrusionOk="0" fill="none" h="1" w="13244">
                  <a:moveTo>
                    <a:pt x="0" y="1"/>
                  </a:moveTo>
                  <a:lnTo>
                    <a:pt x="13243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54"/>
            <p:cNvSpPr/>
            <p:nvPr/>
          </p:nvSpPr>
          <p:spPr>
            <a:xfrm>
              <a:off x="3644150" y="1421200"/>
              <a:ext cx="331100" cy="25"/>
            </a:xfrm>
            <a:custGeom>
              <a:rect b="b" l="l" r="r" t="t"/>
              <a:pathLst>
                <a:path extrusionOk="0" fill="none" h="1" w="13244">
                  <a:moveTo>
                    <a:pt x="0" y="1"/>
                  </a:moveTo>
                  <a:lnTo>
                    <a:pt x="13243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" name="Google Shape;1384;p54"/>
            <p:cNvSpPr/>
            <p:nvPr/>
          </p:nvSpPr>
          <p:spPr>
            <a:xfrm>
              <a:off x="2936150" y="1705575"/>
              <a:ext cx="331075" cy="25"/>
            </a:xfrm>
            <a:custGeom>
              <a:rect b="b" l="l" r="r" t="t"/>
              <a:pathLst>
                <a:path extrusionOk="0" fill="none" h="1" w="13243">
                  <a:moveTo>
                    <a:pt x="0" y="0"/>
                  </a:moveTo>
                  <a:lnTo>
                    <a:pt x="13243" y="0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" name="Google Shape;1385;p54"/>
            <p:cNvSpPr/>
            <p:nvPr/>
          </p:nvSpPr>
          <p:spPr>
            <a:xfrm>
              <a:off x="2936150" y="1759775"/>
              <a:ext cx="331075" cy="25"/>
            </a:xfrm>
            <a:custGeom>
              <a:rect b="b" l="l" r="r" t="t"/>
              <a:pathLst>
                <a:path extrusionOk="0" fill="none" h="1" w="13243">
                  <a:moveTo>
                    <a:pt x="0" y="1"/>
                  </a:moveTo>
                  <a:lnTo>
                    <a:pt x="13243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" name="Google Shape;1386;p54"/>
            <p:cNvSpPr/>
            <p:nvPr/>
          </p:nvSpPr>
          <p:spPr>
            <a:xfrm>
              <a:off x="2936150" y="1813975"/>
              <a:ext cx="331075" cy="25"/>
            </a:xfrm>
            <a:custGeom>
              <a:rect b="b" l="l" r="r" t="t"/>
              <a:pathLst>
                <a:path extrusionOk="0" fill="none" h="1" w="13243">
                  <a:moveTo>
                    <a:pt x="0" y="1"/>
                  </a:moveTo>
                  <a:lnTo>
                    <a:pt x="13243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54"/>
            <p:cNvSpPr/>
            <p:nvPr/>
          </p:nvSpPr>
          <p:spPr>
            <a:xfrm>
              <a:off x="2936150" y="1867350"/>
              <a:ext cx="331075" cy="25"/>
            </a:xfrm>
            <a:custGeom>
              <a:rect b="b" l="l" r="r" t="t"/>
              <a:pathLst>
                <a:path extrusionOk="0" fill="none" h="1" w="13243">
                  <a:moveTo>
                    <a:pt x="0" y="1"/>
                  </a:moveTo>
                  <a:lnTo>
                    <a:pt x="13243" y="1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54"/>
            <p:cNvSpPr/>
            <p:nvPr/>
          </p:nvSpPr>
          <p:spPr>
            <a:xfrm>
              <a:off x="4152000" y="628125"/>
              <a:ext cx="25" cy="1255100"/>
            </a:xfrm>
            <a:custGeom>
              <a:rect b="b" l="l" r="r" t="t"/>
              <a:pathLst>
                <a:path extrusionOk="0" fill="none" h="50204" w="1">
                  <a:moveTo>
                    <a:pt x="1" y="1"/>
                  </a:moveTo>
                  <a:lnTo>
                    <a:pt x="1" y="50204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" name="Google Shape;1389;p54"/>
            <p:cNvSpPr/>
            <p:nvPr/>
          </p:nvSpPr>
          <p:spPr>
            <a:xfrm>
              <a:off x="2301525" y="2190925"/>
              <a:ext cx="961550" cy="693850"/>
            </a:xfrm>
            <a:custGeom>
              <a:rect b="b" l="l" r="r" t="t"/>
              <a:pathLst>
                <a:path extrusionOk="0" fill="none" h="27754" w="38462">
                  <a:moveTo>
                    <a:pt x="4270" y="0"/>
                  </a:moveTo>
                  <a:lnTo>
                    <a:pt x="34191" y="0"/>
                  </a:lnTo>
                  <a:cubicBezTo>
                    <a:pt x="36560" y="0"/>
                    <a:pt x="38461" y="1902"/>
                    <a:pt x="38461" y="4270"/>
                  </a:cubicBezTo>
                  <a:lnTo>
                    <a:pt x="38461" y="23484"/>
                  </a:lnTo>
                  <a:cubicBezTo>
                    <a:pt x="38461" y="25852"/>
                    <a:pt x="36560" y="27754"/>
                    <a:pt x="34191" y="27754"/>
                  </a:cubicBezTo>
                  <a:lnTo>
                    <a:pt x="4270" y="27754"/>
                  </a:lnTo>
                  <a:cubicBezTo>
                    <a:pt x="1902" y="27754"/>
                    <a:pt x="0" y="25852"/>
                    <a:pt x="0" y="23484"/>
                  </a:cubicBezTo>
                  <a:lnTo>
                    <a:pt x="0" y="4270"/>
                  </a:lnTo>
                  <a:cubicBezTo>
                    <a:pt x="0" y="1902"/>
                    <a:pt x="1902" y="0"/>
                    <a:pt x="4270" y="0"/>
                  </a:cubicBez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" name="Google Shape;1390;p54"/>
            <p:cNvSpPr/>
            <p:nvPr/>
          </p:nvSpPr>
          <p:spPr>
            <a:xfrm>
              <a:off x="2301525" y="2994825"/>
              <a:ext cx="961550" cy="693850"/>
            </a:xfrm>
            <a:custGeom>
              <a:rect b="b" l="l" r="r" t="t"/>
              <a:pathLst>
                <a:path extrusionOk="0" fill="none" h="27754" w="38462">
                  <a:moveTo>
                    <a:pt x="4270" y="1"/>
                  </a:moveTo>
                  <a:lnTo>
                    <a:pt x="34191" y="1"/>
                  </a:lnTo>
                  <a:cubicBezTo>
                    <a:pt x="36560" y="1"/>
                    <a:pt x="38461" y="1902"/>
                    <a:pt x="38461" y="4270"/>
                  </a:cubicBezTo>
                  <a:lnTo>
                    <a:pt x="38461" y="23484"/>
                  </a:lnTo>
                  <a:cubicBezTo>
                    <a:pt x="38461" y="25853"/>
                    <a:pt x="36560" y="27754"/>
                    <a:pt x="34191" y="27754"/>
                  </a:cubicBezTo>
                  <a:lnTo>
                    <a:pt x="4270" y="27754"/>
                  </a:lnTo>
                  <a:cubicBezTo>
                    <a:pt x="1902" y="27754"/>
                    <a:pt x="0" y="25853"/>
                    <a:pt x="0" y="23484"/>
                  </a:cubicBezTo>
                  <a:lnTo>
                    <a:pt x="0" y="4270"/>
                  </a:lnTo>
                  <a:cubicBezTo>
                    <a:pt x="0" y="1902"/>
                    <a:pt x="1902" y="1"/>
                    <a:pt x="4270" y="1"/>
                  </a:cubicBez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54"/>
            <p:cNvSpPr/>
            <p:nvPr/>
          </p:nvSpPr>
          <p:spPr>
            <a:xfrm>
              <a:off x="2604250" y="2227625"/>
              <a:ext cx="356100" cy="278550"/>
            </a:xfrm>
            <a:custGeom>
              <a:rect b="b" l="l" r="r" t="t"/>
              <a:pathLst>
                <a:path extrusionOk="0" fill="none" h="11142" w="14244">
                  <a:moveTo>
                    <a:pt x="2102" y="11141"/>
                  </a:moveTo>
                  <a:lnTo>
                    <a:pt x="2102" y="7205"/>
                  </a:lnTo>
                  <a:cubicBezTo>
                    <a:pt x="2035" y="4370"/>
                    <a:pt x="4303" y="2035"/>
                    <a:pt x="7138" y="2035"/>
                  </a:cubicBezTo>
                  <a:cubicBezTo>
                    <a:pt x="9974" y="2035"/>
                    <a:pt x="12242" y="4370"/>
                    <a:pt x="12142" y="7205"/>
                  </a:cubicBezTo>
                  <a:lnTo>
                    <a:pt x="12142" y="11141"/>
                  </a:lnTo>
                  <a:lnTo>
                    <a:pt x="14143" y="11141"/>
                  </a:lnTo>
                  <a:lnTo>
                    <a:pt x="14143" y="7205"/>
                  </a:lnTo>
                  <a:cubicBezTo>
                    <a:pt x="14244" y="3269"/>
                    <a:pt x="11075" y="0"/>
                    <a:pt x="7138" y="0"/>
                  </a:cubicBezTo>
                  <a:cubicBezTo>
                    <a:pt x="3169" y="0"/>
                    <a:pt x="0" y="3269"/>
                    <a:pt x="100" y="7205"/>
                  </a:cubicBezTo>
                  <a:lnTo>
                    <a:pt x="100" y="11141"/>
                  </a:lnTo>
                  <a:close/>
                </a:path>
              </a:pathLst>
            </a:custGeom>
            <a:noFill/>
            <a:ln cap="rnd" cmpd="sng" w="108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54"/>
            <p:cNvSpPr/>
            <p:nvPr/>
          </p:nvSpPr>
          <p:spPr>
            <a:xfrm>
              <a:off x="2588400" y="2506150"/>
              <a:ext cx="383625" cy="324425"/>
            </a:xfrm>
            <a:custGeom>
              <a:rect b="b" l="l" r="r" t="t"/>
              <a:pathLst>
                <a:path extrusionOk="0" fill="none" h="12977" w="15345">
                  <a:moveTo>
                    <a:pt x="0" y="0"/>
                  </a:moveTo>
                  <a:lnTo>
                    <a:pt x="15345" y="0"/>
                  </a:lnTo>
                  <a:lnTo>
                    <a:pt x="15345" y="12976"/>
                  </a:lnTo>
                  <a:lnTo>
                    <a:pt x="0" y="12976"/>
                  </a:lnTo>
                  <a:close/>
                </a:path>
              </a:pathLst>
            </a:custGeom>
            <a:noFill/>
            <a:ln cap="rnd" cmpd="sng" w="108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" name="Google Shape;1393;p54"/>
            <p:cNvSpPr/>
            <p:nvPr/>
          </p:nvSpPr>
          <p:spPr>
            <a:xfrm>
              <a:off x="2729325" y="2599375"/>
              <a:ext cx="90925" cy="151975"/>
            </a:xfrm>
            <a:custGeom>
              <a:rect b="b" l="l" r="r" t="t"/>
              <a:pathLst>
                <a:path extrusionOk="0" h="6079" w="3637">
                  <a:moveTo>
                    <a:pt x="1948" y="1"/>
                  </a:moveTo>
                  <a:cubicBezTo>
                    <a:pt x="1665" y="1"/>
                    <a:pt x="1374" y="76"/>
                    <a:pt x="1101" y="241"/>
                  </a:cubicBezTo>
                  <a:cubicBezTo>
                    <a:pt x="1" y="908"/>
                    <a:pt x="34" y="2543"/>
                    <a:pt x="1168" y="3143"/>
                  </a:cubicBezTo>
                  <a:lnTo>
                    <a:pt x="868" y="6078"/>
                  </a:lnTo>
                  <a:lnTo>
                    <a:pt x="3036" y="6078"/>
                  </a:lnTo>
                  <a:lnTo>
                    <a:pt x="2736" y="3143"/>
                  </a:lnTo>
                  <a:cubicBezTo>
                    <a:pt x="3270" y="2843"/>
                    <a:pt x="3637" y="2276"/>
                    <a:pt x="3603" y="1675"/>
                  </a:cubicBezTo>
                  <a:cubicBezTo>
                    <a:pt x="3603" y="696"/>
                    <a:pt x="2810" y="1"/>
                    <a:pt x="1948" y="1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54"/>
            <p:cNvSpPr/>
            <p:nvPr/>
          </p:nvSpPr>
          <p:spPr>
            <a:xfrm>
              <a:off x="2399925" y="3060700"/>
              <a:ext cx="652150" cy="579625"/>
            </a:xfrm>
            <a:custGeom>
              <a:rect b="b" l="l" r="r" t="t"/>
              <a:pathLst>
                <a:path extrusionOk="0" fill="none" h="23185" w="26086">
                  <a:moveTo>
                    <a:pt x="14945" y="1"/>
                  </a:moveTo>
                  <a:cubicBezTo>
                    <a:pt x="4971" y="1"/>
                    <a:pt x="1" y="12010"/>
                    <a:pt x="7039" y="19048"/>
                  </a:cubicBezTo>
                  <a:cubicBezTo>
                    <a:pt x="10208" y="22250"/>
                    <a:pt x="15011" y="23184"/>
                    <a:pt x="19181" y="21483"/>
                  </a:cubicBezTo>
                  <a:cubicBezTo>
                    <a:pt x="23351" y="19748"/>
                    <a:pt x="26086" y="15679"/>
                    <a:pt x="26086" y="11176"/>
                  </a:cubicBezTo>
                  <a:cubicBezTo>
                    <a:pt x="26086" y="5005"/>
                    <a:pt x="21082" y="1"/>
                    <a:pt x="14945" y="1"/>
                  </a:cubicBezTo>
                  <a:close/>
                  <a:moveTo>
                    <a:pt x="14945" y="1369"/>
                  </a:moveTo>
                  <a:cubicBezTo>
                    <a:pt x="15879" y="1369"/>
                    <a:pt x="16846" y="2603"/>
                    <a:pt x="17580" y="4638"/>
                  </a:cubicBezTo>
                  <a:lnTo>
                    <a:pt x="12276" y="4638"/>
                  </a:lnTo>
                  <a:cubicBezTo>
                    <a:pt x="13010" y="2603"/>
                    <a:pt x="13977" y="1369"/>
                    <a:pt x="14945" y="1369"/>
                  </a:cubicBezTo>
                  <a:close/>
                  <a:moveTo>
                    <a:pt x="17980" y="6005"/>
                  </a:moveTo>
                  <a:cubicBezTo>
                    <a:pt x="18314" y="7473"/>
                    <a:pt x="18514" y="8974"/>
                    <a:pt x="18547" y="10475"/>
                  </a:cubicBezTo>
                  <a:lnTo>
                    <a:pt x="11342" y="10475"/>
                  </a:lnTo>
                  <a:cubicBezTo>
                    <a:pt x="11342" y="8974"/>
                    <a:pt x="11542" y="7473"/>
                    <a:pt x="11876" y="6005"/>
                  </a:cubicBezTo>
                  <a:close/>
                  <a:moveTo>
                    <a:pt x="18547" y="11843"/>
                  </a:moveTo>
                  <a:cubicBezTo>
                    <a:pt x="18514" y="13577"/>
                    <a:pt x="18247" y="15312"/>
                    <a:pt x="17780" y="17013"/>
                  </a:cubicBezTo>
                  <a:lnTo>
                    <a:pt x="12076" y="17013"/>
                  </a:lnTo>
                  <a:cubicBezTo>
                    <a:pt x="11609" y="15312"/>
                    <a:pt x="11342" y="13611"/>
                    <a:pt x="11342" y="11876"/>
                  </a:cubicBezTo>
                  <a:close/>
                  <a:moveTo>
                    <a:pt x="9941" y="10475"/>
                  </a:moveTo>
                  <a:lnTo>
                    <a:pt x="5204" y="10475"/>
                  </a:lnTo>
                  <a:cubicBezTo>
                    <a:pt x="5304" y="8874"/>
                    <a:pt x="5805" y="7373"/>
                    <a:pt x="6639" y="6005"/>
                  </a:cubicBezTo>
                  <a:lnTo>
                    <a:pt x="10441" y="6005"/>
                  </a:lnTo>
                  <a:cubicBezTo>
                    <a:pt x="10141" y="7473"/>
                    <a:pt x="9974" y="8974"/>
                    <a:pt x="9941" y="10475"/>
                  </a:cubicBezTo>
                  <a:close/>
                  <a:moveTo>
                    <a:pt x="9941" y="11843"/>
                  </a:moveTo>
                  <a:cubicBezTo>
                    <a:pt x="9974" y="13577"/>
                    <a:pt x="10208" y="15312"/>
                    <a:pt x="10608" y="17013"/>
                  </a:cubicBezTo>
                  <a:lnTo>
                    <a:pt x="7106" y="17013"/>
                  </a:lnTo>
                  <a:cubicBezTo>
                    <a:pt x="5971" y="15512"/>
                    <a:pt x="5304" y="13711"/>
                    <a:pt x="5171" y="11876"/>
                  </a:cubicBezTo>
                  <a:close/>
                  <a:moveTo>
                    <a:pt x="11042" y="18381"/>
                  </a:moveTo>
                  <a:cubicBezTo>
                    <a:pt x="11309" y="19115"/>
                    <a:pt x="11676" y="19849"/>
                    <a:pt x="12143" y="20516"/>
                  </a:cubicBezTo>
                  <a:cubicBezTo>
                    <a:pt x="10742" y="20082"/>
                    <a:pt x="9441" y="19348"/>
                    <a:pt x="8373" y="18381"/>
                  </a:cubicBezTo>
                  <a:close/>
                  <a:moveTo>
                    <a:pt x="12543" y="18381"/>
                  </a:moveTo>
                  <a:lnTo>
                    <a:pt x="17313" y="18381"/>
                  </a:lnTo>
                  <a:cubicBezTo>
                    <a:pt x="16612" y="19982"/>
                    <a:pt x="15745" y="20916"/>
                    <a:pt x="14945" y="20916"/>
                  </a:cubicBezTo>
                  <a:cubicBezTo>
                    <a:pt x="14111" y="20916"/>
                    <a:pt x="13243" y="19982"/>
                    <a:pt x="12543" y="18381"/>
                  </a:cubicBezTo>
                  <a:close/>
                  <a:moveTo>
                    <a:pt x="18814" y="18381"/>
                  </a:moveTo>
                  <a:lnTo>
                    <a:pt x="21516" y="18381"/>
                  </a:lnTo>
                  <a:cubicBezTo>
                    <a:pt x="20415" y="19348"/>
                    <a:pt x="19148" y="20082"/>
                    <a:pt x="17747" y="20516"/>
                  </a:cubicBezTo>
                  <a:cubicBezTo>
                    <a:pt x="18180" y="19849"/>
                    <a:pt x="18547" y="19115"/>
                    <a:pt x="18814" y="18381"/>
                  </a:cubicBezTo>
                  <a:close/>
                  <a:moveTo>
                    <a:pt x="19214" y="16980"/>
                  </a:moveTo>
                  <a:cubicBezTo>
                    <a:pt x="19648" y="15312"/>
                    <a:pt x="19881" y="13577"/>
                    <a:pt x="19915" y="11843"/>
                  </a:cubicBezTo>
                  <a:lnTo>
                    <a:pt x="24685" y="11843"/>
                  </a:lnTo>
                  <a:cubicBezTo>
                    <a:pt x="24551" y="13711"/>
                    <a:pt x="23884" y="15512"/>
                    <a:pt x="22750" y="17013"/>
                  </a:cubicBezTo>
                  <a:close/>
                  <a:moveTo>
                    <a:pt x="19915" y="10475"/>
                  </a:moveTo>
                  <a:cubicBezTo>
                    <a:pt x="19881" y="8974"/>
                    <a:pt x="19715" y="7473"/>
                    <a:pt x="19381" y="6005"/>
                  </a:cubicBezTo>
                  <a:lnTo>
                    <a:pt x="23217" y="6005"/>
                  </a:lnTo>
                  <a:cubicBezTo>
                    <a:pt x="24051" y="7373"/>
                    <a:pt x="24551" y="8874"/>
                    <a:pt x="24651" y="10475"/>
                  </a:cubicBezTo>
                  <a:close/>
                  <a:moveTo>
                    <a:pt x="22183" y="4638"/>
                  </a:moveTo>
                  <a:lnTo>
                    <a:pt x="19014" y="4638"/>
                  </a:lnTo>
                  <a:cubicBezTo>
                    <a:pt x="18714" y="3604"/>
                    <a:pt x="18280" y="2670"/>
                    <a:pt x="17713" y="1802"/>
                  </a:cubicBezTo>
                  <a:cubicBezTo>
                    <a:pt x="19448" y="2303"/>
                    <a:pt x="20982" y="3303"/>
                    <a:pt x="22183" y="4638"/>
                  </a:cubicBezTo>
                  <a:close/>
                  <a:moveTo>
                    <a:pt x="12109" y="1802"/>
                  </a:moveTo>
                  <a:cubicBezTo>
                    <a:pt x="11542" y="2670"/>
                    <a:pt x="11108" y="3604"/>
                    <a:pt x="10808" y="4638"/>
                  </a:cubicBezTo>
                  <a:lnTo>
                    <a:pt x="7673" y="4638"/>
                  </a:lnTo>
                  <a:cubicBezTo>
                    <a:pt x="8874" y="3303"/>
                    <a:pt x="10408" y="2303"/>
                    <a:pt x="12143" y="1802"/>
                  </a:cubicBezTo>
                  <a:close/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54"/>
            <p:cNvSpPr/>
            <p:nvPr/>
          </p:nvSpPr>
          <p:spPr>
            <a:xfrm>
              <a:off x="5020125" y="2868175"/>
              <a:ext cx="871475" cy="1455975"/>
            </a:xfrm>
            <a:custGeom>
              <a:rect b="b" l="l" r="r" t="t"/>
              <a:pathLst>
                <a:path extrusionOk="0" h="58239" w="34859">
                  <a:moveTo>
                    <a:pt x="14456" y="1"/>
                  </a:moveTo>
                  <a:cubicBezTo>
                    <a:pt x="13102" y="1"/>
                    <a:pt x="11751" y="1105"/>
                    <a:pt x="10642" y="3899"/>
                  </a:cubicBezTo>
                  <a:cubicBezTo>
                    <a:pt x="7006" y="13139"/>
                    <a:pt x="13644" y="34321"/>
                    <a:pt x="13644" y="34321"/>
                  </a:cubicBezTo>
                  <a:cubicBezTo>
                    <a:pt x="13644" y="34321"/>
                    <a:pt x="8973" y="27957"/>
                    <a:pt x="5501" y="27957"/>
                  </a:cubicBezTo>
                  <a:cubicBezTo>
                    <a:pt x="4532" y="27957"/>
                    <a:pt x="3657" y="28452"/>
                    <a:pt x="3003" y="29718"/>
                  </a:cubicBezTo>
                  <a:cubicBezTo>
                    <a:pt x="1" y="35489"/>
                    <a:pt x="12977" y="58238"/>
                    <a:pt x="12977" y="58238"/>
                  </a:cubicBezTo>
                  <a:lnTo>
                    <a:pt x="18280" y="56704"/>
                  </a:lnTo>
                  <a:cubicBezTo>
                    <a:pt x="18280" y="56704"/>
                    <a:pt x="29555" y="50533"/>
                    <a:pt x="29889" y="43594"/>
                  </a:cubicBezTo>
                  <a:cubicBezTo>
                    <a:pt x="30019" y="40882"/>
                    <a:pt x="28625" y="40056"/>
                    <a:pt x="26878" y="40056"/>
                  </a:cubicBezTo>
                  <a:cubicBezTo>
                    <a:pt x="24158" y="40056"/>
                    <a:pt x="20582" y="42060"/>
                    <a:pt x="20582" y="42060"/>
                  </a:cubicBezTo>
                  <a:cubicBezTo>
                    <a:pt x="20582" y="42060"/>
                    <a:pt x="34859" y="18910"/>
                    <a:pt x="28554" y="11972"/>
                  </a:cubicBezTo>
                  <a:cubicBezTo>
                    <a:pt x="27733" y="11067"/>
                    <a:pt x="26973" y="10674"/>
                    <a:pt x="26274" y="10674"/>
                  </a:cubicBezTo>
                  <a:cubicBezTo>
                    <a:pt x="22641" y="10674"/>
                    <a:pt x="20628" y="21288"/>
                    <a:pt x="19915" y="25988"/>
                  </a:cubicBezTo>
                  <a:lnTo>
                    <a:pt x="19915" y="25988"/>
                  </a:lnTo>
                  <a:cubicBezTo>
                    <a:pt x="20379" y="22401"/>
                    <a:pt x="21191" y="15207"/>
                    <a:pt x="20949" y="10437"/>
                  </a:cubicBezTo>
                  <a:cubicBezTo>
                    <a:pt x="20716" y="5876"/>
                    <a:pt x="17578" y="1"/>
                    <a:pt x="14456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" name="Google Shape;1396;p54"/>
            <p:cNvSpPr/>
            <p:nvPr/>
          </p:nvSpPr>
          <p:spPr>
            <a:xfrm>
              <a:off x="5047650" y="3090725"/>
              <a:ext cx="760575" cy="1127500"/>
            </a:xfrm>
            <a:custGeom>
              <a:rect b="b" l="l" r="r" t="t"/>
              <a:pathLst>
                <a:path extrusionOk="0" fill="none" h="45100" w="30423">
                  <a:moveTo>
                    <a:pt x="11976" y="45100"/>
                  </a:moveTo>
                  <a:cubicBezTo>
                    <a:pt x="11976" y="45100"/>
                    <a:pt x="0" y="33925"/>
                    <a:pt x="5838" y="28922"/>
                  </a:cubicBezTo>
                  <a:cubicBezTo>
                    <a:pt x="11675" y="23885"/>
                    <a:pt x="14744" y="34292"/>
                    <a:pt x="14744" y="34292"/>
                  </a:cubicBezTo>
                  <a:cubicBezTo>
                    <a:pt x="14744" y="34292"/>
                    <a:pt x="8306" y="2302"/>
                    <a:pt x="18747" y="1168"/>
                  </a:cubicBezTo>
                  <a:cubicBezTo>
                    <a:pt x="29188" y="1"/>
                    <a:pt x="21516" y="28922"/>
                    <a:pt x="21516" y="28922"/>
                  </a:cubicBezTo>
                  <a:cubicBezTo>
                    <a:pt x="21516" y="28922"/>
                    <a:pt x="30422" y="16579"/>
                    <a:pt x="29788" y="26587"/>
                  </a:cubicBezTo>
                  <a:cubicBezTo>
                    <a:pt x="29188" y="36627"/>
                    <a:pt x="16012" y="45100"/>
                    <a:pt x="16012" y="45100"/>
                  </a:cubicBez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" name="Google Shape;1397;p54"/>
            <p:cNvSpPr/>
            <p:nvPr/>
          </p:nvSpPr>
          <p:spPr>
            <a:xfrm>
              <a:off x="5292000" y="3948025"/>
              <a:ext cx="202650" cy="219325"/>
            </a:xfrm>
            <a:custGeom>
              <a:rect b="b" l="l" r="r" t="t"/>
              <a:pathLst>
                <a:path extrusionOk="0" fill="none" h="8773" w="8106">
                  <a:moveTo>
                    <a:pt x="8106" y="8773"/>
                  </a:moveTo>
                  <a:lnTo>
                    <a:pt x="0" y="0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" name="Google Shape;1398;p54"/>
            <p:cNvSpPr/>
            <p:nvPr/>
          </p:nvSpPr>
          <p:spPr>
            <a:xfrm>
              <a:off x="5452100" y="3542725"/>
              <a:ext cx="55075" cy="641325"/>
            </a:xfrm>
            <a:custGeom>
              <a:rect b="b" l="l" r="r" t="t"/>
              <a:pathLst>
                <a:path extrusionOk="0" fill="none" h="25653" w="2203">
                  <a:moveTo>
                    <a:pt x="1" y="25652"/>
                  </a:moveTo>
                  <a:lnTo>
                    <a:pt x="2202" y="0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" name="Google Shape;1399;p54"/>
            <p:cNvSpPr/>
            <p:nvPr/>
          </p:nvSpPr>
          <p:spPr>
            <a:xfrm>
              <a:off x="5443775" y="3897150"/>
              <a:ext cx="180975" cy="240200"/>
            </a:xfrm>
            <a:custGeom>
              <a:rect b="b" l="l" r="r" t="t"/>
              <a:pathLst>
                <a:path extrusionOk="0" fill="none" h="9608" w="7239">
                  <a:moveTo>
                    <a:pt x="0" y="9607"/>
                  </a:moveTo>
                  <a:lnTo>
                    <a:pt x="7239" y="0"/>
                  </a:lnTo>
                </a:path>
              </a:pathLst>
            </a:custGeom>
            <a:noFill/>
            <a:ln cap="flat" cmpd="sng" w="10850">
              <a:solidFill>
                <a:schemeClr val="dk1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" name="Google Shape;1400;p54"/>
            <p:cNvSpPr/>
            <p:nvPr/>
          </p:nvSpPr>
          <p:spPr>
            <a:xfrm>
              <a:off x="5146050" y="4093125"/>
              <a:ext cx="560425" cy="660500"/>
            </a:xfrm>
            <a:custGeom>
              <a:rect b="b" l="l" r="r" t="t"/>
              <a:pathLst>
                <a:path extrusionOk="0" h="26420" w="22417">
                  <a:moveTo>
                    <a:pt x="1" y="0"/>
                  </a:moveTo>
                  <a:lnTo>
                    <a:pt x="2236" y="26419"/>
                  </a:lnTo>
                  <a:lnTo>
                    <a:pt x="20148" y="26419"/>
                  </a:lnTo>
                  <a:lnTo>
                    <a:pt x="2241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" name="Google Shape;1401;p54"/>
            <p:cNvSpPr/>
            <p:nvPr/>
          </p:nvSpPr>
          <p:spPr>
            <a:xfrm>
              <a:off x="1924575" y="4753600"/>
              <a:ext cx="176825" cy="25"/>
            </a:xfrm>
            <a:custGeom>
              <a:rect b="b" l="l" r="r" t="t"/>
              <a:pathLst>
                <a:path extrusionOk="0" fill="none" h="1" w="7073">
                  <a:moveTo>
                    <a:pt x="7073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 cap="flat" cmpd="sng" w="10850">
              <a:solidFill>
                <a:srgbClr val="263238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" name="Google Shape;1402;p54"/>
            <p:cNvSpPr/>
            <p:nvPr/>
          </p:nvSpPr>
          <p:spPr>
            <a:xfrm>
              <a:off x="2309850" y="4753600"/>
              <a:ext cx="3930350" cy="25"/>
            </a:xfrm>
            <a:custGeom>
              <a:rect b="b" l="l" r="r" t="t"/>
              <a:pathLst>
                <a:path extrusionOk="0" fill="none" h="1" w="157214">
                  <a:moveTo>
                    <a:pt x="157213" y="0"/>
                  </a:moveTo>
                  <a:lnTo>
                    <a:pt x="1" y="0"/>
                  </a:lnTo>
                </a:path>
              </a:pathLst>
            </a:custGeom>
            <a:solidFill>
              <a:schemeClr val="dk1"/>
            </a:solidFill>
            <a:ln cap="flat" cmpd="sng" w="10850">
              <a:solidFill>
                <a:srgbClr val="263238"/>
              </a:solidFill>
              <a:prstDash val="solid"/>
              <a:miter lim="3335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" name="Google Shape;1403;p54"/>
            <p:cNvSpPr/>
            <p:nvPr/>
          </p:nvSpPr>
          <p:spPr>
            <a:xfrm>
              <a:off x="3873475" y="4799450"/>
              <a:ext cx="1261750" cy="239375"/>
            </a:xfrm>
            <a:custGeom>
              <a:rect b="b" l="l" r="r" t="t"/>
              <a:pathLst>
                <a:path extrusionOk="0" h="9575" w="50470">
                  <a:moveTo>
                    <a:pt x="25219" y="1"/>
                  </a:moveTo>
                  <a:cubicBezTo>
                    <a:pt x="11309" y="1"/>
                    <a:pt x="1" y="2136"/>
                    <a:pt x="1" y="4771"/>
                  </a:cubicBezTo>
                  <a:cubicBezTo>
                    <a:pt x="1" y="7439"/>
                    <a:pt x="11309" y="9574"/>
                    <a:pt x="25219" y="9574"/>
                  </a:cubicBezTo>
                  <a:cubicBezTo>
                    <a:pt x="39162" y="9574"/>
                    <a:pt x="50470" y="7439"/>
                    <a:pt x="50470" y="4771"/>
                  </a:cubicBezTo>
                  <a:cubicBezTo>
                    <a:pt x="50470" y="2136"/>
                    <a:pt x="39162" y="1"/>
                    <a:pt x="252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" name="Google Shape;1404;p54"/>
            <p:cNvSpPr/>
            <p:nvPr/>
          </p:nvSpPr>
          <p:spPr>
            <a:xfrm>
              <a:off x="3418150" y="1620525"/>
              <a:ext cx="95100" cy="146775"/>
            </a:xfrm>
            <a:custGeom>
              <a:rect b="b" l="l" r="r" t="t"/>
              <a:pathLst>
                <a:path extrusionOk="0" h="5871" w="3804">
                  <a:moveTo>
                    <a:pt x="2202" y="0"/>
                  </a:moveTo>
                  <a:lnTo>
                    <a:pt x="1" y="5871"/>
                  </a:lnTo>
                  <a:lnTo>
                    <a:pt x="3803" y="3669"/>
                  </a:lnTo>
                  <a:lnTo>
                    <a:pt x="2202" y="0"/>
                  </a:ln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" name="Google Shape;1405;p54"/>
            <p:cNvSpPr/>
            <p:nvPr/>
          </p:nvSpPr>
          <p:spPr>
            <a:xfrm>
              <a:off x="3094600" y="1338875"/>
              <a:ext cx="485350" cy="376725"/>
            </a:xfrm>
            <a:custGeom>
              <a:rect b="b" l="l" r="r" t="t"/>
              <a:pathLst>
                <a:path extrusionOk="0" h="15069" w="19414">
                  <a:moveTo>
                    <a:pt x="1419" y="0"/>
                  </a:moveTo>
                  <a:cubicBezTo>
                    <a:pt x="1076" y="0"/>
                    <a:pt x="867" y="186"/>
                    <a:pt x="867" y="658"/>
                  </a:cubicBezTo>
                  <a:cubicBezTo>
                    <a:pt x="867" y="2727"/>
                    <a:pt x="2802" y="3460"/>
                    <a:pt x="3903" y="3561"/>
                  </a:cubicBezTo>
                  <a:cubicBezTo>
                    <a:pt x="4970" y="3761"/>
                    <a:pt x="6038" y="4028"/>
                    <a:pt x="7038" y="4428"/>
                  </a:cubicBezTo>
                  <a:cubicBezTo>
                    <a:pt x="6371" y="5262"/>
                    <a:pt x="5571" y="5962"/>
                    <a:pt x="4637" y="6496"/>
                  </a:cubicBezTo>
                  <a:cubicBezTo>
                    <a:pt x="3169" y="7363"/>
                    <a:pt x="0" y="6863"/>
                    <a:pt x="1234" y="7964"/>
                  </a:cubicBezTo>
                  <a:cubicBezTo>
                    <a:pt x="2435" y="9064"/>
                    <a:pt x="4770" y="10799"/>
                    <a:pt x="6238" y="10799"/>
                  </a:cubicBezTo>
                  <a:cubicBezTo>
                    <a:pt x="7672" y="10799"/>
                    <a:pt x="12442" y="8831"/>
                    <a:pt x="12442" y="8831"/>
                  </a:cubicBezTo>
                  <a:lnTo>
                    <a:pt x="15745" y="15069"/>
                  </a:lnTo>
                  <a:lnTo>
                    <a:pt x="19414" y="11199"/>
                  </a:lnTo>
                  <a:cubicBezTo>
                    <a:pt x="17946" y="9598"/>
                    <a:pt x="16645" y="7864"/>
                    <a:pt x="15511" y="6029"/>
                  </a:cubicBezTo>
                  <a:cubicBezTo>
                    <a:pt x="14043" y="3561"/>
                    <a:pt x="12943" y="2493"/>
                    <a:pt x="11608" y="2493"/>
                  </a:cubicBezTo>
                  <a:cubicBezTo>
                    <a:pt x="10697" y="2493"/>
                    <a:pt x="9473" y="2656"/>
                    <a:pt x="8295" y="2656"/>
                  </a:cubicBezTo>
                  <a:cubicBezTo>
                    <a:pt x="7706" y="2656"/>
                    <a:pt x="7127" y="2615"/>
                    <a:pt x="6605" y="2493"/>
                  </a:cubicBezTo>
                  <a:cubicBezTo>
                    <a:pt x="5364" y="2209"/>
                    <a:pt x="2599" y="0"/>
                    <a:pt x="1419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" name="Google Shape;1406;p54"/>
            <p:cNvSpPr/>
            <p:nvPr/>
          </p:nvSpPr>
          <p:spPr>
            <a:xfrm>
              <a:off x="3368125" y="1432875"/>
              <a:ext cx="120925" cy="164325"/>
            </a:xfrm>
            <a:custGeom>
              <a:rect b="b" l="l" r="r" t="t"/>
              <a:pathLst>
                <a:path extrusionOk="0" h="6573" w="4837">
                  <a:moveTo>
                    <a:pt x="3002" y="1"/>
                  </a:moveTo>
                  <a:cubicBezTo>
                    <a:pt x="2569" y="4471"/>
                    <a:pt x="0" y="5605"/>
                    <a:pt x="0" y="5605"/>
                  </a:cubicBezTo>
                  <a:lnTo>
                    <a:pt x="67" y="5638"/>
                  </a:lnTo>
                  <a:cubicBezTo>
                    <a:pt x="901" y="5338"/>
                    <a:pt x="1535" y="5071"/>
                    <a:pt x="1535" y="5071"/>
                  </a:cubicBezTo>
                  <a:lnTo>
                    <a:pt x="2302" y="6572"/>
                  </a:lnTo>
                  <a:cubicBezTo>
                    <a:pt x="3603" y="5638"/>
                    <a:pt x="4503" y="4270"/>
                    <a:pt x="4837" y="2736"/>
                  </a:cubicBezTo>
                  <a:lnTo>
                    <a:pt x="4570" y="2269"/>
                  </a:lnTo>
                  <a:cubicBezTo>
                    <a:pt x="4103" y="1468"/>
                    <a:pt x="3603" y="701"/>
                    <a:pt x="3002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" name="Google Shape;1407;p54"/>
            <p:cNvSpPr/>
            <p:nvPr/>
          </p:nvSpPr>
          <p:spPr>
            <a:xfrm>
              <a:off x="3103750" y="1420300"/>
              <a:ext cx="68425" cy="141925"/>
            </a:xfrm>
            <a:custGeom>
              <a:rect b="b" l="l" r="r" t="t"/>
              <a:pathLst>
                <a:path extrusionOk="0" h="5677" w="2737">
                  <a:moveTo>
                    <a:pt x="1958" y="1"/>
                  </a:moveTo>
                  <a:cubicBezTo>
                    <a:pt x="1561" y="1"/>
                    <a:pt x="1068" y="606"/>
                    <a:pt x="868" y="1271"/>
                  </a:cubicBezTo>
                  <a:cubicBezTo>
                    <a:pt x="568" y="2272"/>
                    <a:pt x="1" y="4040"/>
                    <a:pt x="101" y="4740"/>
                  </a:cubicBezTo>
                  <a:cubicBezTo>
                    <a:pt x="141" y="5156"/>
                    <a:pt x="356" y="5677"/>
                    <a:pt x="727" y="5677"/>
                  </a:cubicBezTo>
                  <a:cubicBezTo>
                    <a:pt x="982" y="5677"/>
                    <a:pt x="1309" y="5432"/>
                    <a:pt x="1702" y="4740"/>
                  </a:cubicBezTo>
                  <a:cubicBezTo>
                    <a:pt x="1702" y="4740"/>
                    <a:pt x="2736" y="1671"/>
                    <a:pt x="2436" y="537"/>
                  </a:cubicBezTo>
                  <a:cubicBezTo>
                    <a:pt x="2335" y="156"/>
                    <a:pt x="2159" y="1"/>
                    <a:pt x="1958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" name="Google Shape;1408;p54"/>
            <p:cNvSpPr/>
            <p:nvPr/>
          </p:nvSpPr>
          <p:spPr>
            <a:xfrm>
              <a:off x="3097100" y="1533225"/>
              <a:ext cx="123750" cy="60325"/>
            </a:xfrm>
            <a:custGeom>
              <a:rect b="b" l="l" r="r" t="t"/>
              <a:pathLst>
                <a:path extrusionOk="0" h="2413" w="4950">
                  <a:moveTo>
                    <a:pt x="3942" y="1"/>
                  </a:moveTo>
                  <a:cubicBezTo>
                    <a:pt x="3867" y="1"/>
                    <a:pt x="3787" y="8"/>
                    <a:pt x="3703" y="23"/>
                  </a:cubicBezTo>
                  <a:cubicBezTo>
                    <a:pt x="2769" y="190"/>
                    <a:pt x="834" y="590"/>
                    <a:pt x="434" y="823"/>
                  </a:cubicBezTo>
                  <a:cubicBezTo>
                    <a:pt x="33" y="1057"/>
                    <a:pt x="0" y="1691"/>
                    <a:pt x="634" y="2358"/>
                  </a:cubicBezTo>
                  <a:cubicBezTo>
                    <a:pt x="849" y="2394"/>
                    <a:pt x="1069" y="2413"/>
                    <a:pt x="1289" y="2413"/>
                  </a:cubicBezTo>
                  <a:cubicBezTo>
                    <a:pt x="1681" y="2413"/>
                    <a:pt x="2072" y="2353"/>
                    <a:pt x="2435" y="2224"/>
                  </a:cubicBezTo>
                  <a:cubicBezTo>
                    <a:pt x="3503" y="1924"/>
                    <a:pt x="4470" y="2124"/>
                    <a:pt x="4737" y="1391"/>
                  </a:cubicBezTo>
                  <a:cubicBezTo>
                    <a:pt x="4949" y="723"/>
                    <a:pt x="4693" y="1"/>
                    <a:pt x="3942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" name="Google Shape;1409;p54"/>
            <p:cNvSpPr/>
            <p:nvPr/>
          </p:nvSpPr>
          <p:spPr>
            <a:xfrm>
              <a:off x="3088750" y="1445400"/>
              <a:ext cx="50900" cy="145650"/>
            </a:xfrm>
            <a:custGeom>
              <a:rect b="b" l="l" r="r" t="t"/>
              <a:pathLst>
                <a:path extrusionOk="0" h="5826" w="2036">
                  <a:moveTo>
                    <a:pt x="958" y="0"/>
                  </a:moveTo>
                  <a:cubicBezTo>
                    <a:pt x="539" y="0"/>
                    <a:pt x="182" y="759"/>
                    <a:pt x="134" y="1501"/>
                  </a:cubicBezTo>
                  <a:cubicBezTo>
                    <a:pt x="67" y="2535"/>
                    <a:pt x="1" y="4403"/>
                    <a:pt x="267" y="5037"/>
                  </a:cubicBezTo>
                  <a:cubicBezTo>
                    <a:pt x="413" y="5401"/>
                    <a:pt x="708" y="5826"/>
                    <a:pt x="1033" y="5826"/>
                  </a:cubicBezTo>
                  <a:cubicBezTo>
                    <a:pt x="1303" y="5826"/>
                    <a:pt x="1593" y="5533"/>
                    <a:pt x="1835" y="4670"/>
                  </a:cubicBezTo>
                  <a:cubicBezTo>
                    <a:pt x="1835" y="4670"/>
                    <a:pt x="2035" y="1434"/>
                    <a:pt x="1468" y="400"/>
                  </a:cubicBezTo>
                  <a:cubicBezTo>
                    <a:pt x="1299" y="118"/>
                    <a:pt x="1124" y="0"/>
                    <a:pt x="958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" name="Google Shape;1410;p54"/>
            <p:cNvSpPr/>
            <p:nvPr/>
          </p:nvSpPr>
          <p:spPr>
            <a:xfrm>
              <a:off x="3302225" y="1435075"/>
              <a:ext cx="149825" cy="164625"/>
            </a:xfrm>
            <a:custGeom>
              <a:rect b="b" l="l" r="r" t="t"/>
              <a:pathLst>
                <a:path extrusionOk="0" h="6585" w="5993">
                  <a:moveTo>
                    <a:pt x="4013" y="1"/>
                  </a:moveTo>
                  <a:cubicBezTo>
                    <a:pt x="3770" y="1"/>
                    <a:pt x="3519" y="47"/>
                    <a:pt x="3270" y="146"/>
                  </a:cubicBezTo>
                  <a:cubicBezTo>
                    <a:pt x="2069" y="647"/>
                    <a:pt x="1" y="4616"/>
                    <a:pt x="1" y="4616"/>
                  </a:cubicBezTo>
                  <a:lnTo>
                    <a:pt x="701" y="6584"/>
                  </a:lnTo>
                  <a:cubicBezTo>
                    <a:pt x="701" y="6584"/>
                    <a:pt x="2903" y="5817"/>
                    <a:pt x="3904" y="5383"/>
                  </a:cubicBezTo>
                  <a:cubicBezTo>
                    <a:pt x="5171" y="4716"/>
                    <a:pt x="5939" y="3449"/>
                    <a:pt x="5939" y="2048"/>
                  </a:cubicBezTo>
                  <a:cubicBezTo>
                    <a:pt x="5993" y="881"/>
                    <a:pt x="5075" y="1"/>
                    <a:pt x="4013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" name="Google Shape;1411;p54"/>
            <p:cNvSpPr/>
            <p:nvPr/>
          </p:nvSpPr>
          <p:spPr>
            <a:xfrm>
              <a:off x="3152125" y="1529725"/>
              <a:ext cx="124775" cy="84150"/>
            </a:xfrm>
            <a:custGeom>
              <a:rect b="b" l="l" r="r" t="t"/>
              <a:pathLst>
                <a:path extrusionOk="0" h="3366" w="4991">
                  <a:moveTo>
                    <a:pt x="4029" y="1"/>
                  </a:moveTo>
                  <a:cubicBezTo>
                    <a:pt x="3871" y="1"/>
                    <a:pt x="3695" y="41"/>
                    <a:pt x="3503" y="130"/>
                  </a:cubicBezTo>
                  <a:cubicBezTo>
                    <a:pt x="2603" y="597"/>
                    <a:pt x="701" y="1531"/>
                    <a:pt x="334" y="1864"/>
                  </a:cubicBezTo>
                  <a:cubicBezTo>
                    <a:pt x="1" y="2231"/>
                    <a:pt x="134" y="2865"/>
                    <a:pt x="1001" y="3365"/>
                  </a:cubicBezTo>
                  <a:cubicBezTo>
                    <a:pt x="1635" y="3332"/>
                    <a:pt x="2269" y="3098"/>
                    <a:pt x="2803" y="2765"/>
                  </a:cubicBezTo>
                  <a:cubicBezTo>
                    <a:pt x="3803" y="2131"/>
                    <a:pt x="4904" y="2064"/>
                    <a:pt x="4938" y="1264"/>
                  </a:cubicBezTo>
                  <a:cubicBezTo>
                    <a:pt x="4991" y="601"/>
                    <a:pt x="4643" y="1"/>
                    <a:pt x="4029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" name="Google Shape;1412;p54"/>
            <p:cNvSpPr/>
            <p:nvPr/>
          </p:nvSpPr>
          <p:spPr>
            <a:xfrm>
              <a:off x="3120100" y="1462500"/>
              <a:ext cx="70425" cy="150150"/>
            </a:xfrm>
            <a:custGeom>
              <a:rect b="b" l="l" r="r" t="t"/>
              <a:pathLst>
                <a:path extrusionOk="0" h="6006" w="2817">
                  <a:moveTo>
                    <a:pt x="711" y="0"/>
                  </a:moveTo>
                  <a:cubicBezTo>
                    <a:pt x="198" y="0"/>
                    <a:pt x="1" y="969"/>
                    <a:pt x="181" y="1818"/>
                  </a:cubicBezTo>
                  <a:cubicBezTo>
                    <a:pt x="414" y="2885"/>
                    <a:pt x="848" y="4820"/>
                    <a:pt x="1315" y="5420"/>
                  </a:cubicBezTo>
                  <a:cubicBezTo>
                    <a:pt x="1540" y="5709"/>
                    <a:pt x="1895" y="6006"/>
                    <a:pt x="2204" y="6006"/>
                  </a:cubicBezTo>
                  <a:cubicBezTo>
                    <a:pt x="2537" y="6006"/>
                    <a:pt x="2816" y="5660"/>
                    <a:pt x="2816" y="4586"/>
                  </a:cubicBezTo>
                  <a:cubicBezTo>
                    <a:pt x="2816" y="4586"/>
                    <a:pt x="2116" y="1184"/>
                    <a:pt x="1248" y="283"/>
                  </a:cubicBezTo>
                  <a:cubicBezTo>
                    <a:pt x="1042" y="85"/>
                    <a:pt x="863" y="0"/>
                    <a:pt x="711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" name="Google Shape;1413;p54"/>
            <p:cNvSpPr/>
            <p:nvPr/>
          </p:nvSpPr>
          <p:spPr>
            <a:xfrm>
              <a:off x="3218850" y="1546375"/>
              <a:ext cx="120950" cy="90000"/>
            </a:xfrm>
            <a:custGeom>
              <a:rect b="b" l="l" r="r" t="t"/>
              <a:pathLst>
                <a:path extrusionOk="0" h="3600" w="4838">
                  <a:moveTo>
                    <a:pt x="3886" y="0"/>
                  </a:moveTo>
                  <a:cubicBezTo>
                    <a:pt x="3718" y="0"/>
                    <a:pt x="3533" y="50"/>
                    <a:pt x="3336" y="164"/>
                  </a:cubicBezTo>
                  <a:cubicBezTo>
                    <a:pt x="2435" y="698"/>
                    <a:pt x="634" y="1765"/>
                    <a:pt x="300" y="2132"/>
                  </a:cubicBezTo>
                  <a:cubicBezTo>
                    <a:pt x="0" y="2499"/>
                    <a:pt x="167" y="3133"/>
                    <a:pt x="1068" y="3600"/>
                  </a:cubicBezTo>
                  <a:cubicBezTo>
                    <a:pt x="1701" y="3500"/>
                    <a:pt x="2302" y="3233"/>
                    <a:pt x="2836" y="2833"/>
                  </a:cubicBezTo>
                  <a:cubicBezTo>
                    <a:pt x="3770" y="2132"/>
                    <a:pt x="4837" y="1999"/>
                    <a:pt x="4837" y="1198"/>
                  </a:cubicBezTo>
                  <a:cubicBezTo>
                    <a:pt x="4837" y="579"/>
                    <a:pt x="4458" y="0"/>
                    <a:pt x="3886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" name="Google Shape;1414;p54"/>
            <p:cNvSpPr/>
            <p:nvPr/>
          </p:nvSpPr>
          <p:spPr>
            <a:xfrm>
              <a:off x="3179625" y="1487225"/>
              <a:ext cx="78550" cy="147300"/>
            </a:xfrm>
            <a:custGeom>
              <a:rect b="b" l="l" r="r" t="t"/>
              <a:pathLst>
                <a:path extrusionOk="0" h="5892" w="3142">
                  <a:moveTo>
                    <a:pt x="646" y="0"/>
                  </a:moveTo>
                  <a:cubicBezTo>
                    <a:pt x="132" y="0"/>
                    <a:pt x="1" y="996"/>
                    <a:pt x="235" y="1830"/>
                  </a:cubicBezTo>
                  <a:cubicBezTo>
                    <a:pt x="535" y="2930"/>
                    <a:pt x="1102" y="4798"/>
                    <a:pt x="1636" y="5365"/>
                  </a:cubicBezTo>
                  <a:cubicBezTo>
                    <a:pt x="1868" y="5628"/>
                    <a:pt x="2222" y="5892"/>
                    <a:pt x="2522" y="5892"/>
                  </a:cubicBezTo>
                  <a:cubicBezTo>
                    <a:pt x="2868" y="5892"/>
                    <a:pt x="3142" y="5540"/>
                    <a:pt x="3070" y="4431"/>
                  </a:cubicBezTo>
                  <a:cubicBezTo>
                    <a:pt x="3070" y="4431"/>
                    <a:pt x="2136" y="1096"/>
                    <a:pt x="1169" y="262"/>
                  </a:cubicBezTo>
                  <a:cubicBezTo>
                    <a:pt x="964" y="79"/>
                    <a:pt x="790" y="0"/>
                    <a:pt x="646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" name="Google Shape;1415;p54"/>
            <p:cNvSpPr/>
            <p:nvPr/>
          </p:nvSpPr>
          <p:spPr>
            <a:xfrm>
              <a:off x="3195500" y="1383675"/>
              <a:ext cx="90075" cy="65900"/>
            </a:xfrm>
            <a:custGeom>
              <a:rect b="b" l="l" r="r" t="t"/>
              <a:pathLst>
                <a:path extrusionOk="0" h="2636" w="3603">
                  <a:moveTo>
                    <a:pt x="1068" y="1"/>
                  </a:moveTo>
                  <a:lnTo>
                    <a:pt x="1068" y="1"/>
                  </a:lnTo>
                  <a:cubicBezTo>
                    <a:pt x="1168" y="334"/>
                    <a:pt x="1201" y="701"/>
                    <a:pt x="1101" y="1068"/>
                  </a:cubicBezTo>
                  <a:cubicBezTo>
                    <a:pt x="1013" y="1508"/>
                    <a:pt x="615" y="1820"/>
                    <a:pt x="179" y="1820"/>
                  </a:cubicBezTo>
                  <a:cubicBezTo>
                    <a:pt x="120" y="1820"/>
                    <a:pt x="60" y="1814"/>
                    <a:pt x="0" y="1802"/>
                  </a:cubicBezTo>
                  <a:lnTo>
                    <a:pt x="0" y="1802"/>
                  </a:lnTo>
                  <a:cubicBezTo>
                    <a:pt x="1001" y="2002"/>
                    <a:pt x="2035" y="2269"/>
                    <a:pt x="3002" y="2636"/>
                  </a:cubicBezTo>
                  <a:cubicBezTo>
                    <a:pt x="3603" y="2336"/>
                    <a:pt x="3436" y="1402"/>
                    <a:pt x="3303" y="801"/>
                  </a:cubicBezTo>
                  <a:cubicBezTo>
                    <a:pt x="3036" y="768"/>
                    <a:pt x="2802" y="734"/>
                    <a:pt x="2569" y="668"/>
                  </a:cubicBezTo>
                  <a:cubicBezTo>
                    <a:pt x="2035" y="501"/>
                    <a:pt x="1535" y="301"/>
                    <a:pt x="1068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" name="Google Shape;1416;p54"/>
            <p:cNvSpPr/>
            <p:nvPr/>
          </p:nvSpPr>
          <p:spPr>
            <a:xfrm>
              <a:off x="4048600" y="3417625"/>
              <a:ext cx="418650" cy="1478700"/>
            </a:xfrm>
            <a:custGeom>
              <a:rect b="b" l="l" r="r" t="t"/>
              <a:pathLst>
                <a:path extrusionOk="0" h="59148" w="16746">
                  <a:moveTo>
                    <a:pt x="4837" y="1"/>
                  </a:moveTo>
                  <a:cubicBezTo>
                    <a:pt x="4837" y="1"/>
                    <a:pt x="4304" y="4871"/>
                    <a:pt x="5004" y="8907"/>
                  </a:cubicBezTo>
                  <a:cubicBezTo>
                    <a:pt x="5671" y="12943"/>
                    <a:pt x="6605" y="24652"/>
                    <a:pt x="7272" y="29522"/>
                  </a:cubicBezTo>
                  <a:cubicBezTo>
                    <a:pt x="7840" y="33892"/>
                    <a:pt x="8006" y="38295"/>
                    <a:pt x="7806" y="42698"/>
                  </a:cubicBezTo>
                  <a:cubicBezTo>
                    <a:pt x="7673" y="46467"/>
                    <a:pt x="6338" y="50670"/>
                    <a:pt x="4437" y="52805"/>
                  </a:cubicBezTo>
                  <a:cubicBezTo>
                    <a:pt x="2569" y="54974"/>
                    <a:pt x="1" y="57409"/>
                    <a:pt x="267" y="58476"/>
                  </a:cubicBezTo>
                  <a:cubicBezTo>
                    <a:pt x="405" y="58967"/>
                    <a:pt x="1869" y="59147"/>
                    <a:pt x="3685" y="59147"/>
                  </a:cubicBezTo>
                  <a:cubicBezTo>
                    <a:pt x="5820" y="59147"/>
                    <a:pt x="8442" y="58898"/>
                    <a:pt x="9974" y="58609"/>
                  </a:cubicBezTo>
                  <a:cubicBezTo>
                    <a:pt x="12810" y="58076"/>
                    <a:pt x="14578" y="56975"/>
                    <a:pt x="14978" y="55641"/>
                  </a:cubicBezTo>
                  <a:cubicBezTo>
                    <a:pt x="15412" y="54306"/>
                    <a:pt x="15645" y="50537"/>
                    <a:pt x="15645" y="49169"/>
                  </a:cubicBezTo>
                  <a:cubicBezTo>
                    <a:pt x="15645" y="47835"/>
                    <a:pt x="14845" y="45533"/>
                    <a:pt x="14311" y="44466"/>
                  </a:cubicBezTo>
                  <a:cubicBezTo>
                    <a:pt x="13777" y="43399"/>
                    <a:pt x="13510" y="40697"/>
                    <a:pt x="13777" y="37594"/>
                  </a:cubicBezTo>
                  <a:cubicBezTo>
                    <a:pt x="14044" y="34492"/>
                    <a:pt x="16179" y="26553"/>
                    <a:pt x="16446" y="19014"/>
                  </a:cubicBezTo>
                  <a:cubicBezTo>
                    <a:pt x="16746" y="11442"/>
                    <a:pt x="14311" y="5938"/>
                    <a:pt x="14177" y="4704"/>
                  </a:cubicBezTo>
                  <a:cubicBezTo>
                    <a:pt x="14044" y="3503"/>
                    <a:pt x="14177" y="268"/>
                    <a:pt x="14177" y="268"/>
                  </a:cubicBezTo>
                  <a:lnTo>
                    <a:pt x="4837" y="1"/>
                  </a:ln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" name="Google Shape;1417;p54"/>
            <p:cNvSpPr/>
            <p:nvPr/>
          </p:nvSpPr>
          <p:spPr>
            <a:xfrm>
              <a:off x="4338800" y="3423475"/>
              <a:ext cx="127625" cy="1018725"/>
            </a:xfrm>
            <a:custGeom>
              <a:rect b="b" l="l" r="r" t="t"/>
              <a:pathLst>
                <a:path extrusionOk="0" h="40749" w="5105">
                  <a:moveTo>
                    <a:pt x="1035" y="0"/>
                  </a:moveTo>
                  <a:cubicBezTo>
                    <a:pt x="668" y="1768"/>
                    <a:pt x="1" y="6405"/>
                    <a:pt x="1235" y="10675"/>
                  </a:cubicBezTo>
                  <a:cubicBezTo>
                    <a:pt x="2803" y="16045"/>
                    <a:pt x="2002" y="23884"/>
                    <a:pt x="1335" y="29255"/>
                  </a:cubicBezTo>
                  <a:cubicBezTo>
                    <a:pt x="668" y="34658"/>
                    <a:pt x="401" y="40162"/>
                    <a:pt x="801" y="40563"/>
                  </a:cubicBezTo>
                  <a:cubicBezTo>
                    <a:pt x="893" y="40669"/>
                    <a:pt x="1047" y="40748"/>
                    <a:pt x="1239" y="40748"/>
                  </a:cubicBezTo>
                  <a:cubicBezTo>
                    <a:pt x="1466" y="40748"/>
                    <a:pt x="1746" y="40637"/>
                    <a:pt x="2036" y="40329"/>
                  </a:cubicBezTo>
                  <a:cubicBezTo>
                    <a:pt x="2002" y="39329"/>
                    <a:pt x="2036" y="38361"/>
                    <a:pt x="2136" y="37360"/>
                  </a:cubicBezTo>
                  <a:cubicBezTo>
                    <a:pt x="2403" y="34258"/>
                    <a:pt x="4571" y="26319"/>
                    <a:pt x="4838" y="18780"/>
                  </a:cubicBezTo>
                  <a:cubicBezTo>
                    <a:pt x="5105" y="11208"/>
                    <a:pt x="2669" y="5704"/>
                    <a:pt x="2536" y="4470"/>
                  </a:cubicBezTo>
                  <a:cubicBezTo>
                    <a:pt x="2403" y="3269"/>
                    <a:pt x="2536" y="34"/>
                    <a:pt x="2536" y="34"/>
                  </a:cubicBezTo>
                  <a:lnTo>
                    <a:pt x="1035" y="0"/>
                  </a:ln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" name="Google Shape;1418;p54"/>
            <p:cNvSpPr/>
            <p:nvPr/>
          </p:nvSpPr>
          <p:spPr>
            <a:xfrm>
              <a:off x="4297950" y="3551900"/>
              <a:ext cx="130950" cy="98425"/>
            </a:xfrm>
            <a:custGeom>
              <a:rect b="b" l="l" r="r" t="t"/>
              <a:pathLst>
                <a:path extrusionOk="0" h="3937" w="5238">
                  <a:moveTo>
                    <a:pt x="4337" y="0"/>
                  </a:moveTo>
                  <a:lnTo>
                    <a:pt x="0" y="567"/>
                  </a:lnTo>
                  <a:lnTo>
                    <a:pt x="534" y="3937"/>
                  </a:lnTo>
                  <a:lnTo>
                    <a:pt x="5237" y="3236"/>
                  </a:lnTo>
                  <a:cubicBezTo>
                    <a:pt x="4871" y="1802"/>
                    <a:pt x="4537" y="701"/>
                    <a:pt x="4337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" name="Google Shape;1419;p54"/>
            <p:cNvSpPr/>
            <p:nvPr/>
          </p:nvSpPr>
          <p:spPr>
            <a:xfrm>
              <a:off x="4174525" y="3501850"/>
              <a:ext cx="172650" cy="309450"/>
            </a:xfrm>
            <a:custGeom>
              <a:rect b="b" l="l" r="r" t="t"/>
              <a:pathLst>
                <a:path extrusionOk="0" h="12378" w="6906">
                  <a:moveTo>
                    <a:pt x="3337" y="1"/>
                  </a:moveTo>
                  <a:cubicBezTo>
                    <a:pt x="3325" y="1"/>
                    <a:pt x="3314" y="1"/>
                    <a:pt x="3303" y="1"/>
                  </a:cubicBezTo>
                  <a:cubicBezTo>
                    <a:pt x="1435" y="34"/>
                    <a:pt x="1" y="2870"/>
                    <a:pt x="101" y="6272"/>
                  </a:cubicBezTo>
                  <a:cubicBezTo>
                    <a:pt x="167" y="9667"/>
                    <a:pt x="1698" y="12378"/>
                    <a:pt x="3536" y="12378"/>
                  </a:cubicBezTo>
                  <a:cubicBezTo>
                    <a:pt x="3558" y="12378"/>
                    <a:pt x="3581" y="12377"/>
                    <a:pt x="3603" y="12376"/>
                  </a:cubicBezTo>
                  <a:cubicBezTo>
                    <a:pt x="5471" y="12343"/>
                    <a:pt x="6905" y="9541"/>
                    <a:pt x="6839" y="6105"/>
                  </a:cubicBezTo>
                  <a:cubicBezTo>
                    <a:pt x="6739" y="2723"/>
                    <a:pt x="5190" y="1"/>
                    <a:pt x="3337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" name="Google Shape;1420;p54"/>
            <p:cNvSpPr/>
            <p:nvPr/>
          </p:nvSpPr>
          <p:spPr>
            <a:xfrm>
              <a:off x="4054450" y="4659350"/>
              <a:ext cx="384450" cy="239050"/>
            </a:xfrm>
            <a:custGeom>
              <a:rect b="b" l="l" r="r" t="t"/>
              <a:pathLst>
                <a:path extrusionOk="0" h="9562" w="15378">
                  <a:moveTo>
                    <a:pt x="15378" y="1"/>
                  </a:moveTo>
                  <a:cubicBezTo>
                    <a:pt x="15344" y="1"/>
                    <a:pt x="15311" y="34"/>
                    <a:pt x="15278" y="34"/>
                  </a:cubicBezTo>
                  <a:cubicBezTo>
                    <a:pt x="14177" y="568"/>
                    <a:pt x="11775" y="1135"/>
                    <a:pt x="10941" y="3003"/>
                  </a:cubicBezTo>
                  <a:cubicBezTo>
                    <a:pt x="10141" y="4904"/>
                    <a:pt x="9740" y="7873"/>
                    <a:pt x="7572" y="8540"/>
                  </a:cubicBezTo>
                  <a:cubicBezTo>
                    <a:pt x="6853" y="8756"/>
                    <a:pt x="5669" y="8829"/>
                    <a:pt x="4418" y="8829"/>
                  </a:cubicBezTo>
                  <a:cubicBezTo>
                    <a:pt x="2768" y="8829"/>
                    <a:pt x="1001" y="8702"/>
                    <a:pt x="33" y="8607"/>
                  </a:cubicBezTo>
                  <a:cubicBezTo>
                    <a:pt x="0" y="8674"/>
                    <a:pt x="0" y="8740"/>
                    <a:pt x="33" y="8807"/>
                  </a:cubicBezTo>
                  <a:cubicBezTo>
                    <a:pt x="166" y="9336"/>
                    <a:pt x="1862" y="9562"/>
                    <a:pt x="3877" y="9562"/>
                  </a:cubicBezTo>
                  <a:cubicBezTo>
                    <a:pt x="5928" y="9562"/>
                    <a:pt x="8310" y="9328"/>
                    <a:pt x="9707" y="8940"/>
                  </a:cubicBezTo>
                  <a:cubicBezTo>
                    <a:pt x="13576" y="7873"/>
                    <a:pt x="14611" y="8107"/>
                    <a:pt x="15011" y="6739"/>
                  </a:cubicBezTo>
                  <a:cubicBezTo>
                    <a:pt x="15378" y="5538"/>
                    <a:pt x="15344" y="1635"/>
                    <a:pt x="15378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" name="Google Shape;1421;p54"/>
            <p:cNvSpPr/>
            <p:nvPr/>
          </p:nvSpPr>
          <p:spPr>
            <a:xfrm>
              <a:off x="4243750" y="4391675"/>
              <a:ext cx="150125" cy="108950"/>
            </a:xfrm>
            <a:custGeom>
              <a:rect b="b" l="l" r="r" t="t"/>
              <a:pathLst>
                <a:path extrusionOk="0" h="4358" w="6005">
                  <a:moveTo>
                    <a:pt x="5838" y="0"/>
                  </a:moveTo>
                  <a:lnTo>
                    <a:pt x="5838" y="0"/>
                  </a:lnTo>
                  <a:cubicBezTo>
                    <a:pt x="4700" y="506"/>
                    <a:pt x="3469" y="759"/>
                    <a:pt x="2229" y="759"/>
                  </a:cubicBezTo>
                  <a:cubicBezTo>
                    <a:pt x="1506" y="759"/>
                    <a:pt x="780" y="672"/>
                    <a:pt x="67" y="500"/>
                  </a:cubicBezTo>
                  <a:cubicBezTo>
                    <a:pt x="67" y="1635"/>
                    <a:pt x="34" y="2702"/>
                    <a:pt x="0" y="3736"/>
                  </a:cubicBezTo>
                  <a:cubicBezTo>
                    <a:pt x="0" y="3870"/>
                    <a:pt x="0" y="3970"/>
                    <a:pt x="0" y="4103"/>
                  </a:cubicBezTo>
                  <a:cubicBezTo>
                    <a:pt x="611" y="4284"/>
                    <a:pt x="1302" y="4358"/>
                    <a:pt x="2016" y="4358"/>
                  </a:cubicBezTo>
                  <a:cubicBezTo>
                    <a:pt x="3406" y="4358"/>
                    <a:pt x="4880" y="4078"/>
                    <a:pt x="6004" y="3769"/>
                  </a:cubicBezTo>
                  <a:cubicBezTo>
                    <a:pt x="5838" y="2502"/>
                    <a:pt x="5804" y="1268"/>
                    <a:pt x="5838" y="0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" name="Google Shape;1422;p54"/>
            <p:cNvSpPr/>
            <p:nvPr/>
          </p:nvSpPr>
          <p:spPr>
            <a:xfrm>
              <a:off x="4281275" y="4485900"/>
              <a:ext cx="131775" cy="103550"/>
            </a:xfrm>
            <a:custGeom>
              <a:rect b="b" l="l" r="r" t="t"/>
              <a:pathLst>
                <a:path extrusionOk="0" h="4142" w="5271">
                  <a:moveTo>
                    <a:pt x="4503" y="0"/>
                  </a:moveTo>
                  <a:cubicBezTo>
                    <a:pt x="4503" y="0"/>
                    <a:pt x="0" y="2135"/>
                    <a:pt x="1068" y="3736"/>
                  </a:cubicBezTo>
                  <a:cubicBezTo>
                    <a:pt x="1262" y="4024"/>
                    <a:pt x="1546" y="4142"/>
                    <a:pt x="1883" y="4142"/>
                  </a:cubicBezTo>
                  <a:cubicBezTo>
                    <a:pt x="2876" y="4142"/>
                    <a:pt x="4324" y="3116"/>
                    <a:pt x="5271" y="2369"/>
                  </a:cubicBezTo>
                  <a:cubicBezTo>
                    <a:pt x="5171" y="2135"/>
                    <a:pt x="5071" y="1902"/>
                    <a:pt x="4970" y="1735"/>
                  </a:cubicBezTo>
                  <a:cubicBezTo>
                    <a:pt x="4737" y="1168"/>
                    <a:pt x="4570" y="601"/>
                    <a:pt x="4503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" name="Google Shape;1423;p54"/>
            <p:cNvSpPr/>
            <p:nvPr/>
          </p:nvSpPr>
          <p:spPr>
            <a:xfrm>
              <a:off x="4130000" y="4678525"/>
              <a:ext cx="125450" cy="131025"/>
            </a:xfrm>
            <a:custGeom>
              <a:rect b="b" l="l" r="r" t="t"/>
              <a:pathLst>
                <a:path extrusionOk="0" h="5241" w="5018">
                  <a:moveTo>
                    <a:pt x="2716" y="1"/>
                  </a:moveTo>
                  <a:cubicBezTo>
                    <a:pt x="2315" y="868"/>
                    <a:pt x="1782" y="1669"/>
                    <a:pt x="1181" y="2369"/>
                  </a:cubicBezTo>
                  <a:lnTo>
                    <a:pt x="848" y="2770"/>
                  </a:lnTo>
                  <a:cubicBezTo>
                    <a:pt x="848" y="2836"/>
                    <a:pt x="814" y="2870"/>
                    <a:pt x="781" y="2903"/>
                  </a:cubicBezTo>
                  <a:cubicBezTo>
                    <a:pt x="108" y="4838"/>
                    <a:pt x="1" y="5240"/>
                    <a:pt x="776" y="5240"/>
                  </a:cubicBezTo>
                  <a:cubicBezTo>
                    <a:pt x="923" y="5240"/>
                    <a:pt x="1102" y="5226"/>
                    <a:pt x="1315" y="5205"/>
                  </a:cubicBezTo>
                  <a:cubicBezTo>
                    <a:pt x="2682" y="5071"/>
                    <a:pt x="4950" y="3604"/>
                    <a:pt x="4950" y="1836"/>
                  </a:cubicBezTo>
                  <a:cubicBezTo>
                    <a:pt x="5017" y="902"/>
                    <a:pt x="4283" y="101"/>
                    <a:pt x="3349" y="101"/>
                  </a:cubicBezTo>
                  <a:lnTo>
                    <a:pt x="2716" y="1"/>
                  </a:ln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" name="Google Shape;1424;p54"/>
            <p:cNvSpPr/>
            <p:nvPr/>
          </p:nvSpPr>
          <p:spPr>
            <a:xfrm>
              <a:off x="4311300" y="3434325"/>
              <a:ext cx="586275" cy="1561500"/>
            </a:xfrm>
            <a:custGeom>
              <a:rect b="b" l="l" r="r" t="t"/>
              <a:pathLst>
                <a:path extrusionOk="0" h="62460" w="23451">
                  <a:moveTo>
                    <a:pt x="8640" y="0"/>
                  </a:moveTo>
                  <a:lnTo>
                    <a:pt x="534" y="701"/>
                  </a:lnTo>
                  <a:cubicBezTo>
                    <a:pt x="534" y="701"/>
                    <a:pt x="0" y="3636"/>
                    <a:pt x="2969" y="12676"/>
                  </a:cubicBezTo>
                  <a:cubicBezTo>
                    <a:pt x="5938" y="21716"/>
                    <a:pt x="12409" y="40296"/>
                    <a:pt x="13210" y="43665"/>
                  </a:cubicBezTo>
                  <a:cubicBezTo>
                    <a:pt x="14010" y="47034"/>
                    <a:pt x="14811" y="56874"/>
                    <a:pt x="17779" y="60110"/>
                  </a:cubicBezTo>
                  <a:cubicBezTo>
                    <a:pt x="19217" y="61660"/>
                    <a:pt x="20404" y="62460"/>
                    <a:pt x="21292" y="62460"/>
                  </a:cubicBezTo>
                  <a:cubicBezTo>
                    <a:pt x="22237" y="62460"/>
                    <a:pt x="22843" y="61552"/>
                    <a:pt x="23050" y="59676"/>
                  </a:cubicBezTo>
                  <a:cubicBezTo>
                    <a:pt x="23450" y="56040"/>
                    <a:pt x="22783" y="52671"/>
                    <a:pt x="19948" y="45933"/>
                  </a:cubicBezTo>
                  <a:cubicBezTo>
                    <a:pt x="18647" y="42797"/>
                    <a:pt x="16845" y="37961"/>
                    <a:pt x="16445" y="35259"/>
                  </a:cubicBezTo>
                  <a:cubicBezTo>
                    <a:pt x="16045" y="32590"/>
                    <a:pt x="16312" y="18713"/>
                    <a:pt x="14944" y="14010"/>
                  </a:cubicBezTo>
                  <a:cubicBezTo>
                    <a:pt x="13610" y="9307"/>
                    <a:pt x="11442" y="7138"/>
                    <a:pt x="10241" y="4437"/>
                  </a:cubicBezTo>
                  <a:cubicBezTo>
                    <a:pt x="9574" y="3002"/>
                    <a:pt x="9040" y="1534"/>
                    <a:pt x="8640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" name="Google Shape;1425;p54"/>
            <p:cNvSpPr/>
            <p:nvPr/>
          </p:nvSpPr>
          <p:spPr>
            <a:xfrm>
              <a:off x="4490575" y="3434325"/>
              <a:ext cx="228525" cy="837275"/>
            </a:xfrm>
            <a:custGeom>
              <a:rect b="b" l="l" r="r" t="t"/>
              <a:pathLst>
                <a:path extrusionOk="0" h="33491" w="9141">
                  <a:moveTo>
                    <a:pt x="1469" y="0"/>
                  </a:moveTo>
                  <a:lnTo>
                    <a:pt x="1" y="133"/>
                  </a:lnTo>
                  <a:cubicBezTo>
                    <a:pt x="568" y="2635"/>
                    <a:pt x="2002" y="8173"/>
                    <a:pt x="4004" y="12009"/>
                  </a:cubicBezTo>
                  <a:cubicBezTo>
                    <a:pt x="6706" y="17112"/>
                    <a:pt x="7373" y="25618"/>
                    <a:pt x="8307" y="30455"/>
                  </a:cubicBezTo>
                  <a:cubicBezTo>
                    <a:pt x="8507" y="31489"/>
                    <a:pt x="8774" y="32490"/>
                    <a:pt x="9141" y="33491"/>
                  </a:cubicBezTo>
                  <a:cubicBezTo>
                    <a:pt x="8907" y="28787"/>
                    <a:pt x="8941" y="18046"/>
                    <a:pt x="7773" y="14010"/>
                  </a:cubicBezTo>
                  <a:cubicBezTo>
                    <a:pt x="6439" y="9307"/>
                    <a:pt x="4271" y="7138"/>
                    <a:pt x="3070" y="4470"/>
                  </a:cubicBezTo>
                  <a:cubicBezTo>
                    <a:pt x="2403" y="3036"/>
                    <a:pt x="1869" y="1534"/>
                    <a:pt x="1469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" name="Google Shape;1426;p54"/>
            <p:cNvSpPr/>
            <p:nvPr/>
          </p:nvSpPr>
          <p:spPr>
            <a:xfrm>
              <a:off x="4479750" y="3544400"/>
              <a:ext cx="146800" cy="145950"/>
            </a:xfrm>
            <a:custGeom>
              <a:rect b="b" l="l" r="r" t="t"/>
              <a:pathLst>
                <a:path extrusionOk="0" h="5838" w="5872">
                  <a:moveTo>
                    <a:pt x="3469" y="0"/>
                  </a:moveTo>
                  <a:lnTo>
                    <a:pt x="0" y="1535"/>
                  </a:lnTo>
                  <a:lnTo>
                    <a:pt x="2569" y="5838"/>
                  </a:lnTo>
                  <a:lnTo>
                    <a:pt x="5871" y="4170"/>
                  </a:lnTo>
                  <a:cubicBezTo>
                    <a:pt x="5004" y="2669"/>
                    <a:pt x="4137" y="1435"/>
                    <a:pt x="3503" y="67"/>
                  </a:cubicBezTo>
                  <a:cubicBezTo>
                    <a:pt x="3503" y="34"/>
                    <a:pt x="3469" y="0"/>
                    <a:pt x="3469" y="0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" name="Google Shape;1427;p54"/>
            <p:cNvSpPr/>
            <p:nvPr/>
          </p:nvSpPr>
          <p:spPr>
            <a:xfrm>
              <a:off x="4342150" y="3500350"/>
              <a:ext cx="235200" cy="323275"/>
            </a:xfrm>
            <a:custGeom>
              <a:rect b="b" l="l" r="r" t="t"/>
              <a:pathLst>
                <a:path extrusionOk="0" h="12931" w="9408">
                  <a:moveTo>
                    <a:pt x="3342" y="0"/>
                  </a:moveTo>
                  <a:cubicBezTo>
                    <a:pt x="3124" y="0"/>
                    <a:pt x="2910" y="31"/>
                    <a:pt x="2702" y="94"/>
                  </a:cubicBezTo>
                  <a:cubicBezTo>
                    <a:pt x="701" y="728"/>
                    <a:pt x="0" y="4097"/>
                    <a:pt x="1101" y="7600"/>
                  </a:cubicBezTo>
                  <a:cubicBezTo>
                    <a:pt x="2086" y="10732"/>
                    <a:pt x="4191" y="12931"/>
                    <a:pt x="6056" y="12931"/>
                  </a:cubicBezTo>
                  <a:cubicBezTo>
                    <a:pt x="6277" y="12931"/>
                    <a:pt x="6494" y="12900"/>
                    <a:pt x="6705" y="12837"/>
                  </a:cubicBezTo>
                  <a:cubicBezTo>
                    <a:pt x="8673" y="12203"/>
                    <a:pt x="9407" y="8834"/>
                    <a:pt x="8306" y="5331"/>
                  </a:cubicBezTo>
                  <a:cubicBezTo>
                    <a:pt x="7292" y="2199"/>
                    <a:pt x="5184" y="0"/>
                    <a:pt x="3342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00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" name="Google Shape;1428;p54"/>
            <p:cNvSpPr/>
            <p:nvPr/>
          </p:nvSpPr>
          <p:spPr>
            <a:xfrm>
              <a:off x="4612350" y="4405850"/>
              <a:ext cx="150950" cy="97400"/>
            </a:xfrm>
            <a:custGeom>
              <a:rect b="b" l="l" r="r" t="t"/>
              <a:pathLst>
                <a:path extrusionOk="0" h="3896" w="6038">
                  <a:moveTo>
                    <a:pt x="5170" y="0"/>
                  </a:moveTo>
                  <a:cubicBezTo>
                    <a:pt x="4152" y="396"/>
                    <a:pt x="2463" y="960"/>
                    <a:pt x="855" y="960"/>
                  </a:cubicBezTo>
                  <a:cubicBezTo>
                    <a:pt x="566" y="960"/>
                    <a:pt x="280" y="941"/>
                    <a:pt x="0" y="901"/>
                  </a:cubicBezTo>
                  <a:lnTo>
                    <a:pt x="0" y="901"/>
                  </a:lnTo>
                  <a:cubicBezTo>
                    <a:pt x="334" y="1968"/>
                    <a:pt x="634" y="2902"/>
                    <a:pt x="834" y="3603"/>
                  </a:cubicBezTo>
                  <a:cubicBezTo>
                    <a:pt x="1377" y="3766"/>
                    <a:pt x="2047" y="3895"/>
                    <a:pt x="2769" y="3895"/>
                  </a:cubicBezTo>
                  <a:cubicBezTo>
                    <a:pt x="3823" y="3895"/>
                    <a:pt x="4989" y="3620"/>
                    <a:pt x="6038" y="2769"/>
                  </a:cubicBezTo>
                  <a:cubicBezTo>
                    <a:pt x="5737" y="1835"/>
                    <a:pt x="5437" y="901"/>
                    <a:pt x="5170" y="0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" name="Google Shape;1429;p54"/>
            <p:cNvSpPr/>
            <p:nvPr/>
          </p:nvSpPr>
          <p:spPr>
            <a:xfrm>
              <a:off x="4694900" y="4727450"/>
              <a:ext cx="160850" cy="156750"/>
            </a:xfrm>
            <a:custGeom>
              <a:rect b="b" l="l" r="r" t="t"/>
              <a:pathLst>
                <a:path extrusionOk="0" h="6270" w="6434">
                  <a:moveTo>
                    <a:pt x="3719" y="0"/>
                  </a:moveTo>
                  <a:cubicBezTo>
                    <a:pt x="3648" y="0"/>
                    <a:pt x="3575" y="4"/>
                    <a:pt x="3503" y="12"/>
                  </a:cubicBezTo>
                  <a:cubicBezTo>
                    <a:pt x="2669" y="79"/>
                    <a:pt x="1635" y="346"/>
                    <a:pt x="1101" y="1079"/>
                  </a:cubicBezTo>
                  <a:cubicBezTo>
                    <a:pt x="0" y="2581"/>
                    <a:pt x="1501" y="5683"/>
                    <a:pt x="3903" y="6216"/>
                  </a:cubicBezTo>
                  <a:cubicBezTo>
                    <a:pt x="4064" y="6252"/>
                    <a:pt x="4216" y="6269"/>
                    <a:pt x="4358" y="6269"/>
                  </a:cubicBezTo>
                  <a:cubicBezTo>
                    <a:pt x="6073" y="6269"/>
                    <a:pt x="6433" y="3777"/>
                    <a:pt x="5571" y="1313"/>
                  </a:cubicBezTo>
                  <a:cubicBezTo>
                    <a:pt x="5295" y="515"/>
                    <a:pt x="4539" y="0"/>
                    <a:pt x="3719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" name="Google Shape;1430;p54"/>
            <p:cNvSpPr/>
            <p:nvPr/>
          </p:nvSpPr>
          <p:spPr>
            <a:xfrm>
              <a:off x="4764125" y="4473400"/>
              <a:ext cx="55875" cy="138075"/>
            </a:xfrm>
            <a:custGeom>
              <a:rect b="b" l="l" r="r" t="t"/>
              <a:pathLst>
                <a:path extrusionOk="0" h="5523" w="2235">
                  <a:moveTo>
                    <a:pt x="133" y="0"/>
                  </a:moveTo>
                  <a:lnTo>
                    <a:pt x="0" y="67"/>
                  </a:lnTo>
                  <a:cubicBezTo>
                    <a:pt x="0" y="67"/>
                    <a:pt x="67" y="3703"/>
                    <a:pt x="1168" y="5070"/>
                  </a:cubicBezTo>
                  <a:cubicBezTo>
                    <a:pt x="1416" y="5395"/>
                    <a:pt x="1642" y="5523"/>
                    <a:pt x="1840" y="5523"/>
                  </a:cubicBezTo>
                  <a:cubicBezTo>
                    <a:pt x="1988" y="5523"/>
                    <a:pt x="2121" y="5451"/>
                    <a:pt x="2235" y="5337"/>
                  </a:cubicBezTo>
                  <a:cubicBezTo>
                    <a:pt x="2102" y="5037"/>
                    <a:pt x="1968" y="4703"/>
                    <a:pt x="1835" y="4403"/>
                  </a:cubicBezTo>
                  <a:cubicBezTo>
                    <a:pt x="1301" y="3136"/>
                    <a:pt x="701" y="1568"/>
                    <a:pt x="133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" name="Google Shape;1431;p54"/>
            <p:cNvSpPr/>
            <p:nvPr/>
          </p:nvSpPr>
          <p:spPr>
            <a:xfrm>
              <a:off x="4636525" y="4508425"/>
              <a:ext cx="58400" cy="145125"/>
            </a:xfrm>
            <a:custGeom>
              <a:rect b="b" l="l" r="r" t="t"/>
              <a:pathLst>
                <a:path extrusionOk="0" h="5805" w="2336">
                  <a:moveTo>
                    <a:pt x="0" y="0"/>
                  </a:moveTo>
                  <a:lnTo>
                    <a:pt x="0" y="0"/>
                  </a:lnTo>
                  <a:cubicBezTo>
                    <a:pt x="100" y="267"/>
                    <a:pt x="167" y="500"/>
                    <a:pt x="201" y="701"/>
                  </a:cubicBezTo>
                  <a:cubicBezTo>
                    <a:pt x="467" y="1835"/>
                    <a:pt x="734" y="3703"/>
                    <a:pt x="1101" y="5771"/>
                  </a:cubicBezTo>
                  <a:cubicBezTo>
                    <a:pt x="1135" y="5804"/>
                    <a:pt x="1201" y="5804"/>
                    <a:pt x="1268" y="5804"/>
                  </a:cubicBezTo>
                  <a:cubicBezTo>
                    <a:pt x="2335" y="5804"/>
                    <a:pt x="1935" y="3669"/>
                    <a:pt x="1001" y="1635"/>
                  </a:cubicBezTo>
                  <a:cubicBezTo>
                    <a:pt x="734" y="1068"/>
                    <a:pt x="401" y="500"/>
                    <a:pt x="0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" name="Google Shape;1432;p54"/>
            <p:cNvSpPr/>
            <p:nvPr/>
          </p:nvSpPr>
          <p:spPr>
            <a:xfrm>
              <a:off x="3978550" y="2363550"/>
              <a:ext cx="887325" cy="1149300"/>
            </a:xfrm>
            <a:custGeom>
              <a:rect b="b" l="l" r="r" t="t"/>
              <a:pathLst>
                <a:path extrusionOk="0" h="45972" w="35493">
                  <a:moveTo>
                    <a:pt x="4404" y="0"/>
                  </a:moveTo>
                  <a:lnTo>
                    <a:pt x="2269" y="2636"/>
                  </a:lnTo>
                  <a:cubicBezTo>
                    <a:pt x="2269" y="2636"/>
                    <a:pt x="1" y="6405"/>
                    <a:pt x="1" y="16145"/>
                  </a:cubicBezTo>
                  <a:cubicBezTo>
                    <a:pt x="1" y="25919"/>
                    <a:pt x="4070" y="42564"/>
                    <a:pt x="4070" y="42564"/>
                  </a:cubicBezTo>
                  <a:cubicBezTo>
                    <a:pt x="7373" y="44065"/>
                    <a:pt x="10875" y="45099"/>
                    <a:pt x="14478" y="45666"/>
                  </a:cubicBezTo>
                  <a:cubicBezTo>
                    <a:pt x="16015" y="45870"/>
                    <a:pt x="17558" y="45971"/>
                    <a:pt x="19098" y="45971"/>
                  </a:cubicBezTo>
                  <a:cubicBezTo>
                    <a:pt x="21600" y="45971"/>
                    <a:pt x="24096" y="45703"/>
                    <a:pt x="26553" y="45166"/>
                  </a:cubicBezTo>
                  <a:cubicBezTo>
                    <a:pt x="26553" y="45166"/>
                    <a:pt x="32891" y="28087"/>
                    <a:pt x="34192" y="18780"/>
                  </a:cubicBezTo>
                  <a:cubicBezTo>
                    <a:pt x="35493" y="9474"/>
                    <a:pt x="33725" y="4604"/>
                    <a:pt x="33725" y="4604"/>
                  </a:cubicBezTo>
                  <a:lnTo>
                    <a:pt x="4404" y="0"/>
                  </a:ln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" name="Google Shape;1433;p54"/>
            <p:cNvSpPr/>
            <p:nvPr/>
          </p:nvSpPr>
          <p:spPr>
            <a:xfrm>
              <a:off x="3418150" y="1288550"/>
              <a:ext cx="2045650" cy="1431950"/>
            </a:xfrm>
            <a:custGeom>
              <a:rect b="b" l="l" r="r" t="t"/>
              <a:pathLst>
                <a:path extrusionOk="0" h="57278" w="81826">
                  <a:moveTo>
                    <a:pt x="44976" y="0"/>
                  </a:moveTo>
                  <a:cubicBezTo>
                    <a:pt x="42351" y="0"/>
                    <a:pt x="38896" y="206"/>
                    <a:pt x="37527" y="1204"/>
                  </a:cubicBezTo>
                  <a:cubicBezTo>
                    <a:pt x="37527" y="1204"/>
                    <a:pt x="26520" y="4740"/>
                    <a:pt x="26153" y="5473"/>
                  </a:cubicBezTo>
                  <a:cubicBezTo>
                    <a:pt x="25786" y="6207"/>
                    <a:pt x="16746" y="22019"/>
                    <a:pt x="16746" y="22019"/>
                  </a:cubicBezTo>
                  <a:lnTo>
                    <a:pt x="6205" y="12845"/>
                  </a:lnTo>
                  <a:lnTo>
                    <a:pt x="1" y="19183"/>
                  </a:lnTo>
                  <a:cubicBezTo>
                    <a:pt x="1" y="19183"/>
                    <a:pt x="14411" y="33460"/>
                    <a:pt x="15645" y="33961"/>
                  </a:cubicBezTo>
                  <a:cubicBezTo>
                    <a:pt x="16551" y="34328"/>
                    <a:pt x="16792" y="34749"/>
                    <a:pt x="17094" y="34749"/>
                  </a:cubicBezTo>
                  <a:cubicBezTo>
                    <a:pt x="17203" y="34749"/>
                    <a:pt x="17320" y="34694"/>
                    <a:pt x="17480" y="34561"/>
                  </a:cubicBezTo>
                  <a:cubicBezTo>
                    <a:pt x="18080" y="34094"/>
                    <a:pt x="28121" y="25388"/>
                    <a:pt x="28121" y="25388"/>
                  </a:cubicBezTo>
                  <a:cubicBezTo>
                    <a:pt x="28121" y="25388"/>
                    <a:pt x="30189" y="30792"/>
                    <a:pt x="30055" y="32626"/>
                  </a:cubicBezTo>
                  <a:cubicBezTo>
                    <a:pt x="29955" y="34428"/>
                    <a:pt x="22984" y="46536"/>
                    <a:pt x="22984" y="46536"/>
                  </a:cubicBezTo>
                  <a:cubicBezTo>
                    <a:pt x="22984" y="46536"/>
                    <a:pt x="25552" y="51440"/>
                    <a:pt x="28354" y="53374"/>
                  </a:cubicBezTo>
                  <a:cubicBezTo>
                    <a:pt x="31156" y="55343"/>
                    <a:pt x="33491" y="56944"/>
                    <a:pt x="33491" y="56944"/>
                  </a:cubicBezTo>
                  <a:lnTo>
                    <a:pt x="36060" y="50672"/>
                  </a:lnTo>
                  <a:lnTo>
                    <a:pt x="37761" y="57277"/>
                  </a:lnTo>
                  <a:cubicBezTo>
                    <a:pt x="37761" y="57277"/>
                    <a:pt x="41063" y="57044"/>
                    <a:pt x="47068" y="55443"/>
                  </a:cubicBezTo>
                  <a:cubicBezTo>
                    <a:pt x="53038" y="53841"/>
                    <a:pt x="57842" y="50072"/>
                    <a:pt x="57842" y="50072"/>
                  </a:cubicBezTo>
                  <a:lnTo>
                    <a:pt x="52205" y="32493"/>
                  </a:lnTo>
                  <a:lnTo>
                    <a:pt x="58209" y="20851"/>
                  </a:lnTo>
                  <a:lnTo>
                    <a:pt x="70918" y="34327"/>
                  </a:lnTo>
                  <a:cubicBezTo>
                    <a:pt x="70918" y="34327"/>
                    <a:pt x="76589" y="33560"/>
                    <a:pt x="79991" y="32593"/>
                  </a:cubicBezTo>
                  <a:cubicBezTo>
                    <a:pt x="81826" y="32059"/>
                    <a:pt x="75421" y="24420"/>
                    <a:pt x="73119" y="21218"/>
                  </a:cubicBezTo>
                  <a:cubicBezTo>
                    <a:pt x="70784" y="18049"/>
                    <a:pt x="66114" y="8876"/>
                    <a:pt x="64413" y="6574"/>
                  </a:cubicBezTo>
                  <a:cubicBezTo>
                    <a:pt x="62712" y="4273"/>
                    <a:pt x="48268" y="103"/>
                    <a:pt x="48268" y="103"/>
                  </a:cubicBezTo>
                  <a:cubicBezTo>
                    <a:pt x="48268" y="103"/>
                    <a:pt x="46829" y="0"/>
                    <a:pt x="44976" y="0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" name="Google Shape;1434;p54"/>
            <p:cNvSpPr/>
            <p:nvPr/>
          </p:nvSpPr>
          <p:spPr>
            <a:xfrm>
              <a:off x="4507275" y="1688900"/>
              <a:ext cx="132600" cy="127600"/>
            </a:xfrm>
            <a:custGeom>
              <a:rect b="b" l="l" r="r" t="t"/>
              <a:pathLst>
                <a:path extrusionOk="0" h="5104" w="5304">
                  <a:moveTo>
                    <a:pt x="2669" y="0"/>
                  </a:moveTo>
                  <a:cubicBezTo>
                    <a:pt x="1201" y="0"/>
                    <a:pt x="0" y="1134"/>
                    <a:pt x="0" y="2536"/>
                  </a:cubicBezTo>
                  <a:cubicBezTo>
                    <a:pt x="0" y="3970"/>
                    <a:pt x="1201" y="5104"/>
                    <a:pt x="2669" y="5104"/>
                  </a:cubicBezTo>
                  <a:cubicBezTo>
                    <a:pt x="4103" y="5104"/>
                    <a:pt x="5304" y="3970"/>
                    <a:pt x="5304" y="2536"/>
                  </a:cubicBezTo>
                  <a:cubicBezTo>
                    <a:pt x="5304" y="1134"/>
                    <a:pt x="4103" y="0"/>
                    <a:pt x="2669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" name="Google Shape;1435;p54"/>
            <p:cNvSpPr/>
            <p:nvPr/>
          </p:nvSpPr>
          <p:spPr>
            <a:xfrm>
              <a:off x="4096975" y="1568800"/>
              <a:ext cx="45050" cy="354450"/>
            </a:xfrm>
            <a:custGeom>
              <a:rect b="b" l="l" r="r" t="t"/>
              <a:pathLst>
                <a:path extrusionOk="0" fill="none" h="14178" w="1802">
                  <a:moveTo>
                    <a:pt x="968" y="14178"/>
                  </a:moveTo>
                  <a:cubicBezTo>
                    <a:pt x="334" y="12376"/>
                    <a:pt x="34" y="10475"/>
                    <a:pt x="0" y="8574"/>
                  </a:cubicBezTo>
                  <a:cubicBezTo>
                    <a:pt x="0" y="5638"/>
                    <a:pt x="1802" y="1"/>
                    <a:pt x="1802" y="1"/>
                  </a:cubicBezTo>
                </a:path>
              </a:pathLst>
            </a:custGeom>
            <a:noFill/>
            <a:ln cap="rnd" cmpd="sng" w="10850">
              <a:solidFill>
                <a:srgbClr val="6969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" name="Google Shape;1436;p54"/>
            <p:cNvSpPr/>
            <p:nvPr/>
          </p:nvSpPr>
          <p:spPr>
            <a:xfrm>
              <a:off x="4767450" y="1724750"/>
              <a:ext cx="105100" cy="85100"/>
            </a:xfrm>
            <a:custGeom>
              <a:rect b="b" l="l" r="r" t="t"/>
              <a:pathLst>
                <a:path extrusionOk="0" fill="none" h="3404" w="4204">
                  <a:moveTo>
                    <a:pt x="334" y="1"/>
                  </a:moveTo>
                  <a:lnTo>
                    <a:pt x="4203" y="3403"/>
                  </a:lnTo>
                  <a:lnTo>
                    <a:pt x="0" y="1902"/>
                  </a:lnTo>
                </a:path>
              </a:pathLst>
            </a:custGeom>
            <a:noFill/>
            <a:ln cap="rnd" cmpd="sng" w="10850">
              <a:solidFill>
                <a:srgbClr val="6969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" name="Google Shape;1437;p54"/>
            <p:cNvSpPr/>
            <p:nvPr/>
          </p:nvSpPr>
          <p:spPr>
            <a:xfrm>
              <a:off x="4835000" y="1437050"/>
              <a:ext cx="151800" cy="135950"/>
            </a:xfrm>
            <a:custGeom>
              <a:rect b="b" l="l" r="r" t="t"/>
              <a:pathLst>
                <a:path extrusionOk="0" fill="none" h="5438" w="6072">
                  <a:moveTo>
                    <a:pt x="6071" y="634"/>
                  </a:moveTo>
                  <a:cubicBezTo>
                    <a:pt x="6071" y="634"/>
                    <a:pt x="2402" y="0"/>
                    <a:pt x="0" y="5438"/>
                  </a:cubicBezTo>
                </a:path>
              </a:pathLst>
            </a:custGeom>
            <a:noFill/>
            <a:ln cap="rnd" cmpd="sng" w="10850">
              <a:solidFill>
                <a:srgbClr val="6969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" name="Google Shape;1438;p54"/>
            <p:cNvSpPr/>
            <p:nvPr/>
          </p:nvSpPr>
          <p:spPr>
            <a:xfrm>
              <a:off x="3836775" y="1838175"/>
              <a:ext cx="27550" cy="38375"/>
            </a:xfrm>
            <a:custGeom>
              <a:rect b="b" l="l" r="r" t="t"/>
              <a:pathLst>
                <a:path extrusionOk="0" fill="none" h="1535" w="1102">
                  <a:moveTo>
                    <a:pt x="1" y="0"/>
                  </a:moveTo>
                  <a:lnTo>
                    <a:pt x="1102" y="1535"/>
                  </a:lnTo>
                </a:path>
              </a:pathLst>
            </a:custGeom>
            <a:noFill/>
            <a:ln cap="rnd" cmpd="sng" w="10850">
              <a:solidFill>
                <a:srgbClr val="6969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9" name="Google Shape;1439;p54"/>
            <p:cNvSpPr/>
            <p:nvPr/>
          </p:nvSpPr>
          <p:spPr>
            <a:xfrm>
              <a:off x="4092800" y="2555350"/>
              <a:ext cx="718875" cy="165150"/>
            </a:xfrm>
            <a:custGeom>
              <a:rect b="b" l="l" r="r" t="t"/>
              <a:pathLst>
                <a:path extrusionOk="0" fill="none" h="6606" w="28755">
                  <a:moveTo>
                    <a:pt x="1" y="668"/>
                  </a:moveTo>
                  <a:lnTo>
                    <a:pt x="6539" y="6238"/>
                  </a:lnTo>
                  <a:lnTo>
                    <a:pt x="9074" y="0"/>
                  </a:lnTo>
                  <a:lnTo>
                    <a:pt x="10808" y="6605"/>
                  </a:lnTo>
                  <a:cubicBezTo>
                    <a:pt x="10808" y="6605"/>
                    <a:pt x="19314" y="6238"/>
                    <a:pt x="28754" y="634"/>
                  </a:cubicBezTo>
                </a:path>
              </a:pathLst>
            </a:custGeom>
            <a:noFill/>
            <a:ln cap="rnd" cmpd="sng" w="10850">
              <a:solidFill>
                <a:srgbClr val="6969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0" name="Google Shape;1440;p54"/>
            <p:cNvSpPr/>
            <p:nvPr/>
          </p:nvSpPr>
          <p:spPr>
            <a:xfrm>
              <a:off x="4202200" y="1227075"/>
              <a:ext cx="524400" cy="737875"/>
            </a:xfrm>
            <a:custGeom>
              <a:rect b="b" l="l" r="r" t="t"/>
              <a:pathLst>
                <a:path extrusionOk="0" h="29515" w="20976">
                  <a:moveTo>
                    <a:pt x="14738" y="1"/>
                  </a:moveTo>
                  <a:cubicBezTo>
                    <a:pt x="11563" y="1"/>
                    <a:pt x="7900" y="627"/>
                    <a:pt x="7900" y="627"/>
                  </a:cubicBezTo>
                  <a:cubicBezTo>
                    <a:pt x="7900" y="627"/>
                    <a:pt x="6532" y="694"/>
                    <a:pt x="5398" y="2996"/>
                  </a:cubicBezTo>
                  <a:cubicBezTo>
                    <a:pt x="4264" y="5264"/>
                    <a:pt x="2963" y="10601"/>
                    <a:pt x="1295" y="12402"/>
                  </a:cubicBezTo>
                  <a:cubicBezTo>
                    <a:pt x="9" y="13790"/>
                    <a:pt x="0" y="14166"/>
                    <a:pt x="477" y="14166"/>
                  </a:cubicBezTo>
                  <a:cubicBezTo>
                    <a:pt x="630" y="14166"/>
                    <a:pt x="834" y="14127"/>
                    <a:pt x="1062" y="14070"/>
                  </a:cubicBezTo>
                  <a:cubicBezTo>
                    <a:pt x="1962" y="13837"/>
                    <a:pt x="4631" y="12102"/>
                    <a:pt x="4631" y="12102"/>
                  </a:cubicBezTo>
                  <a:cubicBezTo>
                    <a:pt x="4631" y="12102"/>
                    <a:pt x="4764" y="16138"/>
                    <a:pt x="5298" y="18040"/>
                  </a:cubicBezTo>
                  <a:cubicBezTo>
                    <a:pt x="5832" y="19941"/>
                    <a:pt x="5398" y="25045"/>
                    <a:pt x="5832" y="27013"/>
                  </a:cubicBezTo>
                  <a:cubicBezTo>
                    <a:pt x="6065" y="27813"/>
                    <a:pt x="6232" y="28681"/>
                    <a:pt x="6299" y="29515"/>
                  </a:cubicBezTo>
                  <a:cubicBezTo>
                    <a:pt x="6299" y="29515"/>
                    <a:pt x="8901" y="21676"/>
                    <a:pt x="10268" y="19307"/>
                  </a:cubicBezTo>
                  <a:cubicBezTo>
                    <a:pt x="11636" y="16972"/>
                    <a:pt x="14204" y="12803"/>
                    <a:pt x="14204" y="12803"/>
                  </a:cubicBezTo>
                  <a:lnTo>
                    <a:pt x="19542" y="15705"/>
                  </a:lnTo>
                  <a:cubicBezTo>
                    <a:pt x="19542" y="15705"/>
                    <a:pt x="19442" y="10768"/>
                    <a:pt x="19308" y="8199"/>
                  </a:cubicBezTo>
                  <a:cubicBezTo>
                    <a:pt x="19141" y="5631"/>
                    <a:pt x="20976" y="2562"/>
                    <a:pt x="18908" y="827"/>
                  </a:cubicBezTo>
                  <a:cubicBezTo>
                    <a:pt x="18173" y="201"/>
                    <a:pt x="16534" y="1"/>
                    <a:pt x="14738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1" name="Google Shape;1441;p54"/>
            <p:cNvSpPr/>
            <p:nvPr/>
          </p:nvSpPr>
          <p:spPr>
            <a:xfrm>
              <a:off x="4380500" y="1110150"/>
              <a:ext cx="270225" cy="619625"/>
            </a:xfrm>
            <a:custGeom>
              <a:rect b="b" l="l" r="r" t="t"/>
              <a:pathLst>
                <a:path extrusionOk="0" h="24785" w="10809">
                  <a:moveTo>
                    <a:pt x="10808" y="0"/>
                  </a:moveTo>
                  <a:lnTo>
                    <a:pt x="10808" y="0"/>
                  </a:lnTo>
                  <a:cubicBezTo>
                    <a:pt x="10808" y="1"/>
                    <a:pt x="7386" y="1765"/>
                    <a:pt x="3915" y="1765"/>
                  </a:cubicBezTo>
                  <a:cubicBezTo>
                    <a:pt x="2613" y="1765"/>
                    <a:pt x="1305" y="1517"/>
                    <a:pt x="168" y="834"/>
                  </a:cubicBezTo>
                  <a:cubicBezTo>
                    <a:pt x="168" y="834"/>
                    <a:pt x="1" y="4470"/>
                    <a:pt x="168" y="8573"/>
                  </a:cubicBezTo>
                  <a:cubicBezTo>
                    <a:pt x="301" y="12676"/>
                    <a:pt x="67" y="24785"/>
                    <a:pt x="67" y="24785"/>
                  </a:cubicBezTo>
                  <a:cubicBezTo>
                    <a:pt x="67" y="24785"/>
                    <a:pt x="9508" y="8640"/>
                    <a:pt x="10341" y="7439"/>
                  </a:cubicBezTo>
                  <a:lnTo>
                    <a:pt x="10808" y="0"/>
                  </a:ln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2" name="Google Shape;1442;p54"/>
            <p:cNvSpPr/>
            <p:nvPr/>
          </p:nvSpPr>
          <p:spPr>
            <a:xfrm>
              <a:off x="4381350" y="1110150"/>
              <a:ext cx="269375" cy="238625"/>
            </a:xfrm>
            <a:custGeom>
              <a:rect b="b" l="l" r="r" t="t"/>
              <a:pathLst>
                <a:path extrusionOk="0" h="9545" w="10775">
                  <a:moveTo>
                    <a:pt x="10774" y="0"/>
                  </a:moveTo>
                  <a:lnTo>
                    <a:pt x="10774" y="0"/>
                  </a:lnTo>
                  <a:cubicBezTo>
                    <a:pt x="10774" y="1"/>
                    <a:pt x="7352" y="1765"/>
                    <a:pt x="3881" y="1765"/>
                  </a:cubicBezTo>
                  <a:cubicBezTo>
                    <a:pt x="2579" y="1765"/>
                    <a:pt x="1271" y="1517"/>
                    <a:pt x="134" y="834"/>
                  </a:cubicBezTo>
                  <a:cubicBezTo>
                    <a:pt x="134" y="834"/>
                    <a:pt x="0" y="3636"/>
                    <a:pt x="67" y="7106"/>
                  </a:cubicBezTo>
                  <a:cubicBezTo>
                    <a:pt x="1034" y="8206"/>
                    <a:pt x="2302" y="9007"/>
                    <a:pt x="3736" y="9340"/>
                  </a:cubicBezTo>
                  <a:cubicBezTo>
                    <a:pt x="4284" y="9482"/>
                    <a:pt x="4826" y="9544"/>
                    <a:pt x="5358" y="9544"/>
                  </a:cubicBezTo>
                  <a:cubicBezTo>
                    <a:pt x="6961" y="9544"/>
                    <a:pt x="8471" y="8975"/>
                    <a:pt x="9774" y="8273"/>
                  </a:cubicBezTo>
                  <a:cubicBezTo>
                    <a:pt x="10041" y="7873"/>
                    <a:pt x="10207" y="7573"/>
                    <a:pt x="10307" y="7439"/>
                  </a:cubicBezTo>
                  <a:lnTo>
                    <a:pt x="10774" y="0"/>
                  </a:ln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3" name="Google Shape;1443;p54"/>
            <p:cNvSpPr/>
            <p:nvPr/>
          </p:nvSpPr>
          <p:spPr>
            <a:xfrm>
              <a:off x="4382175" y="1110150"/>
              <a:ext cx="268550" cy="184325"/>
            </a:xfrm>
            <a:custGeom>
              <a:rect b="b" l="l" r="r" t="t"/>
              <a:pathLst>
                <a:path extrusionOk="0" h="7373" w="10742">
                  <a:moveTo>
                    <a:pt x="10741" y="0"/>
                  </a:moveTo>
                  <a:cubicBezTo>
                    <a:pt x="10741" y="1"/>
                    <a:pt x="7319" y="1765"/>
                    <a:pt x="3848" y="1765"/>
                  </a:cubicBezTo>
                  <a:cubicBezTo>
                    <a:pt x="2546" y="1765"/>
                    <a:pt x="1238" y="1517"/>
                    <a:pt x="101" y="834"/>
                  </a:cubicBezTo>
                  <a:cubicBezTo>
                    <a:pt x="101" y="834"/>
                    <a:pt x="34" y="2169"/>
                    <a:pt x="0" y="4103"/>
                  </a:cubicBezTo>
                  <a:cubicBezTo>
                    <a:pt x="1135" y="5204"/>
                    <a:pt x="3503" y="7372"/>
                    <a:pt x="4537" y="7372"/>
                  </a:cubicBezTo>
                  <a:cubicBezTo>
                    <a:pt x="5571" y="7372"/>
                    <a:pt x="8707" y="5171"/>
                    <a:pt x="10475" y="3870"/>
                  </a:cubicBezTo>
                  <a:lnTo>
                    <a:pt x="10741" y="0"/>
                  </a:ln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4" name="Google Shape;1444;p54"/>
            <p:cNvSpPr/>
            <p:nvPr/>
          </p:nvSpPr>
          <p:spPr>
            <a:xfrm>
              <a:off x="4272925" y="833275"/>
              <a:ext cx="77575" cy="174325"/>
            </a:xfrm>
            <a:custGeom>
              <a:rect b="b" l="l" r="r" t="t"/>
              <a:pathLst>
                <a:path extrusionOk="0" h="6973" w="3103">
                  <a:moveTo>
                    <a:pt x="1722" y="0"/>
                  </a:moveTo>
                  <a:cubicBezTo>
                    <a:pt x="1715" y="0"/>
                    <a:pt x="1709" y="0"/>
                    <a:pt x="1702" y="1"/>
                  </a:cubicBezTo>
                  <a:cubicBezTo>
                    <a:pt x="1435" y="134"/>
                    <a:pt x="1168" y="268"/>
                    <a:pt x="935" y="468"/>
                  </a:cubicBezTo>
                  <a:cubicBezTo>
                    <a:pt x="401" y="468"/>
                    <a:pt x="1" y="1869"/>
                    <a:pt x="101" y="3570"/>
                  </a:cubicBezTo>
                  <a:cubicBezTo>
                    <a:pt x="167" y="5251"/>
                    <a:pt x="688" y="6606"/>
                    <a:pt x="1216" y="6606"/>
                  </a:cubicBezTo>
                  <a:cubicBezTo>
                    <a:pt x="1222" y="6606"/>
                    <a:pt x="1229" y="6606"/>
                    <a:pt x="1235" y="6606"/>
                  </a:cubicBezTo>
                  <a:cubicBezTo>
                    <a:pt x="1502" y="6739"/>
                    <a:pt x="1769" y="6872"/>
                    <a:pt x="2035" y="6973"/>
                  </a:cubicBezTo>
                  <a:cubicBezTo>
                    <a:pt x="2669" y="6939"/>
                    <a:pt x="3103" y="5371"/>
                    <a:pt x="3003" y="3437"/>
                  </a:cubicBezTo>
                  <a:cubicBezTo>
                    <a:pt x="2904" y="1523"/>
                    <a:pt x="2348" y="0"/>
                    <a:pt x="1722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5" name="Google Shape;1445;p54"/>
            <p:cNvSpPr/>
            <p:nvPr/>
          </p:nvSpPr>
          <p:spPr>
            <a:xfrm>
              <a:off x="4266250" y="556550"/>
              <a:ext cx="468700" cy="692350"/>
            </a:xfrm>
            <a:custGeom>
              <a:rect b="b" l="l" r="r" t="t"/>
              <a:pathLst>
                <a:path extrusionOk="0" h="27694" w="18748">
                  <a:moveTo>
                    <a:pt x="9682" y="1"/>
                  </a:moveTo>
                  <a:cubicBezTo>
                    <a:pt x="9126" y="1"/>
                    <a:pt x="8585" y="33"/>
                    <a:pt x="8073" y="95"/>
                  </a:cubicBezTo>
                  <a:cubicBezTo>
                    <a:pt x="5305" y="496"/>
                    <a:pt x="2903" y="2197"/>
                    <a:pt x="1635" y="4665"/>
                  </a:cubicBezTo>
                  <a:cubicBezTo>
                    <a:pt x="1" y="7868"/>
                    <a:pt x="1168" y="9736"/>
                    <a:pt x="1168" y="12237"/>
                  </a:cubicBezTo>
                  <a:cubicBezTo>
                    <a:pt x="1168" y="14739"/>
                    <a:pt x="2436" y="21344"/>
                    <a:pt x="2870" y="22078"/>
                  </a:cubicBezTo>
                  <a:cubicBezTo>
                    <a:pt x="3337" y="22778"/>
                    <a:pt x="6972" y="27415"/>
                    <a:pt x="8874" y="27682"/>
                  </a:cubicBezTo>
                  <a:cubicBezTo>
                    <a:pt x="8929" y="27690"/>
                    <a:pt x="8987" y="27693"/>
                    <a:pt x="9047" y="27693"/>
                  </a:cubicBezTo>
                  <a:cubicBezTo>
                    <a:pt x="11028" y="27693"/>
                    <a:pt x="15669" y="23539"/>
                    <a:pt x="16446" y="22245"/>
                  </a:cubicBezTo>
                  <a:cubicBezTo>
                    <a:pt x="17246" y="20910"/>
                    <a:pt x="18080" y="15540"/>
                    <a:pt x="18414" y="12337"/>
                  </a:cubicBezTo>
                  <a:cubicBezTo>
                    <a:pt x="18748" y="9135"/>
                    <a:pt x="18481" y="3665"/>
                    <a:pt x="16446" y="1963"/>
                  </a:cubicBezTo>
                  <a:cubicBezTo>
                    <a:pt x="14791" y="607"/>
                    <a:pt x="12101" y="1"/>
                    <a:pt x="9682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6" name="Google Shape;1446;p54"/>
            <p:cNvSpPr/>
            <p:nvPr/>
          </p:nvSpPr>
          <p:spPr>
            <a:xfrm>
              <a:off x="4322125" y="814100"/>
              <a:ext cx="370300" cy="225200"/>
            </a:xfrm>
            <a:custGeom>
              <a:rect b="b" l="l" r="r" t="t"/>
              <a:pathLst>
                <a:path extrusionOk="0" fill="none" h="9008" w="14812">
                  <a:moveTo>
                    <a:pt x="14811" y="3303"/>
                  </a:moveTo>
                  <a:lnTo>
                    <a:pt x="13177" y="3303"/>
                  </a:lnTo>
                  <a:cubicBezTo>
                    <a:pt x="13177" y="3303"/>
                    <a:pt x="13344" y="2135"/>
                    <a:pt x="11576" y="1168"/>
                  </a:cubicBezTo>
                  <a:cubicBezTo>
                    <a:pt x="10675" y="668"/>
                    <a:pt x="9674" y="1235"/>
                    <a:pt x="8940" y="1935"/>
                  </a:cubicBezTo>
                  <a:cubicBezTo>
                    <a:pt x="8207" y="2636"/>
                    <a:pt x="7773" y="3603"/>
                    <a:pt x="7740" y="4604"/>
                  </a:cubicBezTo>
                  <a:lnTo>
                    <a:pt x="7406" y="8307"/>
                  </a:lnTo>
                  <a:cubicBezTo>
                    <a:pt x="7406" y="8707"/>
                    <a:pt x="7039" y="9007"/>
                    <a:pt x="6672" y="8974"/>
                  </a:cubicBezTo>
                  <a:lnTo>
                    <a:pt x="6672" y="8974"/>
                  </a:lnTo>
                  <a:cubicBezTo>
                    <a:pt x="6305" y="8940"/>
                    <a:pt x="6038" y="8674"/>
                    <a:pt x="6005" y="8340"/>
                  </a:cubicBezTo>
                  <a:cubicBezTo>
                    <a:pt x="5905" y="6772"/>
                    <a:pt x="5738" y="2035"/>
                    <a:pt x="4437" y="1302"/>
                  </a:cubicBezTo>
                  <a:cubicBezTo>
                    <a:pt x="2169" y="1"/>
                    <a:pt x="1001" y="2869"/>
                    <a:pt x="1001" y="2869"/>
                  </a:cubicBezTo>
                  <a:lnTo>
                    <a:pt x="1" y="2869"/>
                  </a:lnTo>
                </a:path>
              </a:pathLst>
            </a:custGeom>
            <a:noFill/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7" name="Google Shape;1447;p54"/>
            <p:cNvSpPr/>
            <p:nvPr/>
          </p:nvSpPr>
          <p:spPr>
            <a:xfrm>
              <a:off x="4554800" y="898950"/>
              <a:ext cx="59225" cy="41925"/>
            </a:xfrm>
            <a:custGeom>
              <a:rect b="b" l="l" r="r" t="t"/>
              <a:pathLst>
                <a:path extrusionOk="0" h="1677" w="2369">
                  <a:moveTo>
                    <a:pt x="1172" y="1"/>
                  </a:moveTo>
                  <a:cubicBezTo>
                    <a:pt x="584" y="1"/>
                    <a:pt x="0" y="393"/>
                    <a:pt x="0" y="1177"/>
                  </a:cubicBezTo>
                  <a:cubicBezTo>
                    <a:pt x="0" y="1343"/>
                    <a:pt x="34" y="1510"/>
                    <a:pt x="134" y="1677"/>
                  </a:cubicBezTo>
                  <a:lnTo>
                    <a:pt x="2235" y="1677"/>
                  </a:lnTo>
                  <a:cubicBezTo>
                    <a:pt x="2302" y="1510"/>
                    <a:pt x="2335" y="1343"/>
                    <a:pt x="2369" y="1177"/>
                  </a:cubicBezTo>
                  <a:cubicBezTo>
                    <a:pt x="2352" y="393"/>
                    <a:pt x="1760" y="1"/>
                    <a:pt x="1172" y="1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8" name="Google Shape;1448;p54"/>
            <p:cNvSpPr/>
            <p:nvPr/>
          </p:nvSpPr>
          <p:spPr>
            <a:xfrm>
              <a:off x="4382175" y="898950"/>
              <a:ext cx="59225" cy="41925"/>
            </a:xfrm>
            <a:custGeom>
              <a:rect b="b" l="l" r="r" t="t"/>
              <a:pathLst>
                <a:path extrusionOk="0" h="1677" w="2369">
                  <a:moveTo>
                    <a:pt x="1172" y="1"/>
                  </a:moveTo>
                  <a:cubicBezTo>
                    <a:pt x="584" y="1"/>
                    <a:pt x="0" y="393"/>
                    <a:pt x="0" y="1177"/>
                  </a:cubicBezTo>
                  <a:cubicBezTo>
                    <a:pt x="0" y="1343"/>
                    <a:pt x="34" y="1510"/>
                    <a:pt x="134" y="1677"/>
                  </a:cubicBezTo>
                  <a:lnTo>
                    <a:pt x="2235" y="1677"/>
                  </a:lnTo>
                  <a:cubicBezTo>
                    <a:pt x="2302" y="1510"/>
                    <a:pt x="2335" y="1343"/>
                    <a:pt x="2369" y="1177"/>
                  </a:cubicBezTo>
                  <a:cubicBezTo>
                    <a:pt x="2352" y="393"/>
                    <a:pt x="1760" y="1"/>
                    <a:pt x="1172" y="1"/>
                  </a:cubicBezTo>
                  <a:close/>
                </a:path>
              </a:pathLst>
            </a:custGeom>
            <a:solidFill>
              <a:srgbClr val="263238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9" name="Google Shape;1449;p54"/>
            <p:cNvSpPr/>
            <p:nvPr/>
          </p:nvSpPr>
          <p:spPr>
            <a:xfrm>
              <a:off x="4435550" y="1085125"/>
              <a:ext cx="111775" cy="27775"/>
            </a:xfrm>
            <a:custGeom>
              <a:rect b="b" l="l" r="r" t="t"/>
              <a:pathLst>
                <a:path extrusionOk="0" h="1111" w="4471">
                  <a:moveTo>
                    <a:pt x="1468" y="1"/>
                  </a:moveTo>
                  <a:lnTo>
                    <a:pt x="0" y="401"/>
                  </a:lnTo>
                  <a:cubicBezTo>
                    <a:pt x="0" y="401"/>
                    <a:pt x="301" y="1001"/>
                    <a:pt x="1601" y="1068"/>
                  </a:cubicBezTo>
                  <a:cubicBezTo>
                    <a:pt x="2002" y="1089"/>
                    <a:pt x="2356" y="1110"/>
                    <a:pt x="2679" y="1110"/>
                  </a:cubicBezTo>
                  <a:cubicBezTo>
                    <a:pt x="3375" y="1110"/>
                    <a:pt x="3923" y="1012"/>
                    <a:pt x="4470" y="601"/>
                  </a:cubicBezTo>
                  <a:lnTo>
                    <a:pt x="2702" y="101"/>
                  </a:lnTo>
                  <a:lnTo>
                    <a:pt x="2102" y="668"/>
                  </a:lnTo>
                  <a:lnTo>
                    <a:pt x="1468" y="1"/>
                  </a:ln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0" name="Google Shape;1450;p54"/>
            <p:cNvSpPr/>
            <p:nvPr/>
          </p:nvSpPr>
          <p:spPr>
            <a:xfrm>
              <a:off x="4447225" y="1107650"/>
              <a:ext cx="81750" cy="34800"/>
            </a:xfrm>
            <a:custGeom>
              <a:rect b="b" l="l" r="r" t="t"/>
              <a:pathLst>
                <a:path extrusionOk="0" h="1392" w="3270">
                  <a:moveTo>
                    <a:pt x="0" y="0"/>
                  </a:moveTo>
                  <a:cubicBezTo>
                    <a:pt x="267" y="601"/>
                    <a:pt x="768" y="1068"/>
                    <a:pt x="1401" y="1335"/>
                  </a:cubicBezTo>
                  <a:cubicBezTo>
                    <a:pt x="1505" y="1374"/>
                    <a:pt x="1607" y="1391"/>
                    <a:pt x="1708" y="1391"/>
                  </a:cubicBezTo>
                  <a:cubicBezTo>
                    <a:pt x="2551" y="1391"/>
                    <a:pt x="3269" y="167"/>
                    <a:pt x="3269" y="167"/>
                  </a:cubicBezTo>
                  <a:lnTo>
                    <a:pt x="3269" y="167"/>
                  </a:lnTo>
                  <a:cubicBezTo>
                    <a:pt x="3269" y="167"/>
                    <a:pt x="2782" y="197"/>
                    <a:pt x="2154" y="197"/>
                  </a:cubicBezTo>
                  <a:cubicBezTo>
                    <a:pt x="1448" y="197"/>
                    <a:pt x="565" y="159"/>
                    <a:pt x="0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1" name="Google Shape;1451;p54"/>
            <p:cNvSpPr/>
            <p:nvPr/>
          </p:nvSpPr>
          <p:spPr>
            <a:xfrm>
              <a:off x="4372175" y="556450"/>
              <a:ext cx="285225" cy="207650"/>
            </a:xfrm>
            <a:custGeom>
              <a:rect b="b" l="l" r="r" t="t"/>
              <a:pathLst>
                <a:path extrusionOk="0" h="8306" w="11409">
                  <a:moveTo>
                    <a:pt x="5476" y="1"/>
                  </a:moveTo>
                  <a:cubicBezTo>
                    <a:pt x="4909" y="1"/>
                    <a:pt x="4357" y="34"/>
                    <a:pt x="3836" y="99"/>
                  </a:cubicBezTo>
                  <a:cubicBezTo>
                    <a:pt x="2469" y="299"/>
                    <a:pt x="1201" y="800"/>
                    <a:pt x="100" y="1567"/>
                  </a:cubicBezTo>
                  <a:cubicBezTo>
                    <a:pt x="0" y="2434"/>
                    <a:pt x="0" y="3335"/>
                    <a:pt x="100" y="4202"/>
                  </a:cubicBezTo>
                  <a:cubicBezTo>
                    <a:pt x="334" y="5903"/>
                    <a:pt x="1868" y="8305"/>
                    <a:pt x="1868" y="8305"/>
                  </a:cubicBezTo>
                  <a:lnTo>
                    <a:pt x="8039" y="8305"/>
                  </a:lnTo>
                  <a:cubicBezTo>
                    <a:pt x="9207" y="7004"/>
                    <a:pt x="10074" y="5470"/>
                    <a:pt x="10608" y="3835"/>
                  </a:cubicBezTo>
                  <a:cubicBezTo>
                    <a:pt x="10975" y="2735"/>
                    <a:pt x="11208" y="1967"/>
                    <a:pt x="11408" y="1434"/>
                  </a:cubicBezTo>
                  <a:cubicBezTo>
                    <a:pt x="9762" y="441"/>
                    <a:pt x="7523" y="1"/>
                    <a:pt x="5476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2" name="Google Shape;1452;p54"/>
            <p:cNvSpPr/>
            <p:nvPr/>
          </p:nvSpPr>
          <p:spPr>
            <a:xfrm>
              <a:off x="4621500" y="674000"/>
              <a:ext cx="111775" cy="496225"/>
            </a:xfrm>
            <a:custGeom>
              <a:rect b="b" l="l" r="r" t="t"/>
              <a:pathLst>
                <a:path extrusionOk="0" h="19849" w="4471">
                  <a:moveTo>
                    <a:pt x="3770" y="1"/>
                  </a:moveTo>
                  <a:cubicBezTo>
                    <a:pt x="3170" y="1035"/>
                    <a:pt x="2102" y="3069"/>
                    <a:pt x="2102" y="3536"/>
                  </a:cubicBezTo>
                  <a:cubicBezTo>
                    <a:pt x="2102" y="4137"/>
                    <a:pt x="3270" y="7506"/>
                    <a:pt x="3270" y="8707"/>
                  </a:cubicBezTo>
                  <a:cubicBezTo>
                    <a:pt x="3270" y="9941"/>
                    <a:pt x="2469" y="12643"/>
                    <a:pt x="1502" y="13377"/>
                  </a:cubicBezTo>
                  <a:cubicBezTo>
                    <a:pt x="501" y="14111"/>
                    <a:pt x="201" y="14778"/>
                    <a:pt x="101" y="15979"/>
                  </a:cubicBezTo>
                  <a:cubicBezTo>
                    <a:pt x="1" y="16879"/>
                    <a:pt x="34" y="18847"/>
                    <a:pt x="101" y="19848"/>
                  </a:cubicBezTo>
                  <a:cubicBezTo>
                    <a:pt x="902" y="19181"/>
                    <a:pt x="1635" y="18414"/>
                    <a:pt x="2269" y="17547"/>
                  </a:cubicBezTo>
                  <a:cubicBezTo>
                    <a:pt x="3070" y="16212"/>
                    <a:pt x="3870" y="10842"/>
                    <a:pt x="4237" y="7639"/>
                  </a:cubicBezTo>
                  <a:cubicBezTo>
                    <a:pt x="4471" y="5505"/>
                    <a:pt x="4404" y="2369"/>
                    <a:pt x="3770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3" name="Google Shape;1453;p54"/>
            <p:cNvSpPr/>
            <p:nvPr/>
          </p:nvSpPr>
          <p:spPr>
            <a:xfrm>
              <a:off x="4688225" y="833275"/>
              <a:ext cx="64250" cy="174325"/>
            </a:xfrm>
            <a:custGeom>
              <a:rect b="b" l="l" r="r" t="t"/>
              <a:pathLst>
                <a:path extrusionOk="0" h="6973" w="2570">
                  <a:moveTo>
                    <a:pt x="1448" y="0"/>
                  </a:moveTo>
                  <a:cubicBezTo>
                    <a:pt x="822" y="0"/>
                    <a:pt x="233" y="1523"/>
                    <a:pt x="101" y="3437"/>
                  </a:cubicBezTo>
                  <a:cubicBezTo>
                    <a:pt x="1" y="5338"/>
                    <a:pt x="434" y="6939"/>
                    <a:pt x="1068" y="6973"/>
                  </a:cubicBezTo>
                  <a:cubicBezTo>
                    <a:pt x="1201" y="6973"/>
                    <a:pt x="1335" y="6906"/>
                    <a:pt x="1435" y="6806"/>
                  </a:cubicBezTo>
                  <a:lnTo>
                    <a:pt x="1869" y="6606"/>
                  </a:lnTo>
                  <a:lnTo>
                    <a:pt x="1902" y="6072"/>
                  </a:lnTo>
                  <a:cubicBezTo>
                    <a:pt x="2469" y="4437"/>
                    <a:pt x="2569" y="2703"/>
                    <a:pt x="2202" y="1035"/>
                  </a:cubicBezTo>
                  <a:lnTo>
                    <a:pt x="2235" y="468"/>
                  </a:lnTo>
                  <a:lnTo>
                    <a:pt x="1835" y="234"/>
                  </a:lnTo>
                  <a:cubicBezTo>
                    <a:pt x="1735" y="101"/>
                    <a:pt x="1602" y="34"/>
                    <a:pt x="1468" y="1"/>
                  </a:cubicBezTo>
                  <a:cubicBezTo>
                    <a:pt x="1461" y="0"/>
                    <a:pt x="1455" y="0"/>
                    <a:pt x="1448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4" name="Google Shape;1454;p54"/>
            <p:cNvSpPr/>
            <p:nvPr/>
          </p:nvSpPr>
          <p:spPr>
            <a:xfrm>
              <a:off x="4712400" y="844950"/>
              <a:ext cx="55075" cy="153500"/>
            </a:xfrm>
            <a:custGeom>
              <a:rect b="b" l="l" r="r" t="t"/>
              <a:pathLst>
                <a:path extrusionOk="0" h="6140" w="2203">
                  <a:moveTo>
                    <a:pt x="1248" y="0"/>
                  </a:moveTo>
                  <a:cubicBezTo>
                    <a:pt x="688" y="0"/>
                    <a:pt x="166" y="1323"/>
                    <a:pt x="68" y="3003"/>
                  </a:cubicBezTo>
                  <a:cubicBezTo>
                    <a:pt x="1" y="4704"/>
                    <a:pt x="334" y="6105"/>
                    <a:pt x="902" y="6139"/>
                  </a:cubicBezTo>
                  <a:cubicBezTo>
                    <a:pt x="908" y="6139"/>
                    <a:pt x="915" y="6139"/>
                    <a:pt x="922" y="6139"/>
                  </a:cubicBezTo>
                  <a:cubicBezTo>
                    <a:pt x="1482" y="6139"/>
                    <a:pt x="2004" y="4817"/>
                    <a:pt x="2102" y="3136"/>
                  </a:cubicBezTo>
                  <a:cubicBezTo>
                    <a:pt x="2202" y="1435"/>
                    <a:pt x="1836" y="34"/>
                    <a:pt x="1268" y="1"/>
                  </a:cubicBezTo>
                  <a:cubicBezTo>
                    <a:pt x="1262" y="0"/>
                    <a:pt x="1255" y="0"/>
                    <a:pt x="1248" y="0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5" name="Google Shape;1455;p54"/>
            <p:cNvSpPr/>
            <p:nvPr/>
          </p:nvSpPr>
          <p:spPr>
            <a:xfrm>
              <a:off x="4267925" y="683175"/>
              <a:ext cx="116775" cy="478700"/>
            </a:xfrm>
            <a:custGeom>
              <a:rect b="b" l="l" r="r" t="t"/>
              <a:pathLst>
                <a:path extrusionOk="0" h="19148" w="4671">
                  <a:moveTo>
                    <a:pt x="1335" y="1"/>
                  </a:moveTo>
                  <a:cubicBezTo>
                    <a:pt x="1" y="2969"/>
                    <a:pt x="1068" y="4804"/>
                    <a:pt x="1068" y="7206"/>
                  </a:cubicBezTo>
                  <a:cubicBezTo>
                    <a:pt x="1068" y="9708"/>
                    <a:pt x="2336" y="16312"/>
                    <a:pt x="2769" y="17013"/>
                  </a:cubicBezTo>
                  <a:cubicBezTo>
                    <a:pt x="3270" y="17747"/>
                    <a:pt x="3837" y="18480"/>
                    <a:pt x="4437" y="19148"/>
                  </a:cubicBezTo>
                  <a:cubicBezTo>
                    <a:pt x="4370" y="16846"/>
                    <a:pt x="4671" y="14678"/>
                    <a:pt x="3837" y="13710"/>
                  </a:cubicBezTo>
                  <a:cubicBezTo>
                    <a:pt x="2836" y="12476"/>
                    <a:pt x="2369" y="10808"/>
                    <a:pt x="2169" y="9040"/>
                  </a:cubicBezTo>
                  <a:cubicBezTo>
                    <a:pt x="1935" y="7272"/>
                    <a:pt x="2469" y="3169"/>
                    <a:pt x="2469" y="3003"/>
                  </a:cubicBezTo>
                  <a:cubicBezTo>
                    <a:pt x="2469" y="2803"/>
                    <a:pt x="1702" y="868"/>
                    <a:pt x="1335" y="1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6" name="Google Shape;1456;p54"/>
            <p:cNvSpPr/>
            <p:nvPr/>
          </p:nvSpPr>
          <p:spPr>
            <a:xfrm>
              <a:off x="4429700" y="1160700"/>
              <a:ext cx="128450" cy="89050"/>
            </a:xfrm>
            <a:custGeom>
              <a:rect b="b" l="l" r="r" t="t"/>
              <a:pathLst>
                <a:path extrusionOk="0" h="3562" w="5138">
                  <a:moveTo>
                    <a:pt x="2264" y="0"/>
                  </a:moveTo>
                  <a:cubicBezTo>
                    <a:pt x="1610" y="0"/>
                    <a:pt x="506" y="1357"/>
                    <a:pt x="1" y="2115"/>
                  </a:cubicBezTo>
                  <a:cubicBezTo>
                    <a:pt x="835" y="2882"/>
                    <a:pt x="1669" y="3449"/>
                    <a:pt x="2336" y="3549"/>
                  </a:cubicBezTo>
                  <a:cubicBezTo>
                    <a:pt x="2390" y="3558"/>
                    <a:pt x="2447" y="3562"/>
                    <a:pt x="2508" y="3562"/>
                  </a:cubicBezTo>
                  <a:cubicBezTo>
                    <a:pt x="3153" y="3562"/>
                    <a:pt x="4131" y="3086"/>
                    <a:pt x="5138" y="2415"/>
                  </a:cubicBezTo>
                  <a:cubicBezTo>
                    <a:pt x="4371" y="1581"/>
                    <a:pt x="3003" y="180"/>
                    <a:pt x="2369" y="13"/>
                  </a:cubicBezTo>
                  <a:cubicBezTo>
                    <a:pt x="2336" y="4"/>
                    <a:pt x="2300" y="0"/>
                    <a:pt x="2264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7" name="Google Shape;1457;p54"/>
            <p:cNvSpPr/>
            <p:nvPr/>
          </p:nvSpPr>
          <p:spPr>
            <a:xfrm>
              <a:off x="4599000" y="2152150"/>
              <a:ext cx="312750" cy="236800"/>
            </a:xfrm>
            <a:custGeom>
              <a:rect b="b" l="l" r="r" t="t"/>
              <a:pathLst>
                <a:path extrusionOk="0" h="9472" w="12510">
                  <a:moveTo>
                    <a:pt x="5266" y="1"/>
                  </a:moveTo>
                  <a:cubicBezTo>
                    <a:pt x="4178" y="1"/>
                    <a:pt x="0" y="2147"/>
                    <a:pt x="0" y="2719"/>
                  </a:cubicBezTo>
                  <a:cubicBezTo>
                    <a:pt x="0" y="3055"/>
                    <a:pt x="314" y="3182"/>
                    <a:pt x="771" y="3182"/>
                  </a:cubicBezTo>
                  <a:cubicBezTo>
                    <a:pt x="1131" y="3182"/>
                    <a:pt x="1580" y="3103"/>
                    <a:pt x="2035" y="2986"/>
                  </a:cubicBezTo>
                  <a:cubicBezTo>
                    <a:pt x="3069" y="2719"/>
                    <a:pt x="5037" y="1985"/>
                    <a:pt x="5037" y="1985"/>
                  </a:cubicBezTo>
                  <a:cubicBezTo>
                    <a:pt x="5037" y="1985"/>
                    <a:pt x="7205" y="7022"/>
                    <a:pt x="7873" y="7823"/>
                  </a:cubicBezTo>
                  <a:cubicBezTo>
                    <a:pt x="8475" y="8511"/>
                    <a:pt x="8905" y="9472"/>
                    <a:pt x="9863" y="9472"/>
                  </a:cubicBezTo>
                  <a:cubicBezTo>
                    <a:pt x="10019" y="9472"/>
                    <a:pt x="10188" y="9446"/>
                    <a:pt x="10374" y="9390"/>
                  </a:cubicBezTo>
                  <a:cubicBezTo>
                    <a:pt x="11142" y="9157"/>
                    <a:pt x="11875" y="8790"/>
                    <a:pt x="12509" y="8290"/>
                  </a:cubicBezTo>
                  <a:lnTo>
                    <a:pt x="11342" y="4887"/>
                  </a:lnTo>
                  <a:cubicBezTo>
                    <a:pt x="11342" y="4887"/>
                    <a:pt x="6238" y="217"/>
                    <a:pt x="5404" y="17"/>
                  </a:cubicBezTo>
                  <a:cubicBezTo>
                    <a:pt x="5366" y="6"/>
                    <a:pt x="5320" y="1"/>
                    <a:pt x="5266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8" name="Google Shape;1458;p54"/>
            <p:cNvSpPr/>
            <p:nvPr/>
          </p:nvSpPr>
          <p:spPr>
            <a:xfrm>
              <a:off x="4732700" y="2180875"/>
              <a:ext cx="80975" cy="94475"/>
            </a:xfrm>
            <a:custGeom>
              <a:rect b="b" l="l" r="r" t="t"/>
              <a:pathLst>
                <a:path extrusionOk="0" h="3779" w="3239">
                  <a:moveTo>
                    <a:pt x="799" y="0"/>
                  </a:moveTo>
                  <a:cubicBezTo>
                    <a:pt x="312" y="0"/>
                    <a:pt x="0" y="1912"/>
                    <a:pt x="623" y="2404"/>
                  </a:cubicBezTo>
                  <a:cubicBezTo>
                    <a:pt x="1157" y="2871"/>
                    <a:pt x="1724" y="3338"/>
                    <a:pt x="2324" y="3738"/>
                  </a:cubicBezTo>
                  <a:cubicBezTo>
                    <a:pt x="2386" y="3763"/>
                    <a:pt x="2460" y="3778"/>
                    <a:pt x="2535" y="3778"/>
                  </a:cubicBezTo>
                  <a:cubicBezTo>
                    <a:pt x="2867" y="3778"/>
                    <a:pt x="3239" y="3478"/>
                    <a:pt x="2858" y="2337"/>
                  </a:cubicBezTo>
                  <a:cubicBezTo>
                    <a:pt x="2391" y="903"/>
                    <a:pt x="1290" y="69"/>
                    <a:pt x="823" y="2"/>
                  </a:cubicBezTo>
                  <a:cubicBezTo>
                    <a:pt x="815" y="1"/>
                    <a:pt x="807" y="0"/>
                    <a:pt x="799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9" name="Google Shape;1459;p54"/>
            <p:cNvSpPr/>
            <p:nvPr/>
          </p:nvSpPr>
          <p:spPr>
            <a:xfrm>
              <a:off x="4624025" y="2171800"/>
              <a:ext cx="145250" cy="101400"/>
            </a:xfrm>
            <a:custGeom>
              <a:rect b="b" l="l" r="r" t="t"/>
              <a:pathLst>
                <a:path extrusionOk="0" h="4056" w="5810">
                  <a:moveTo>
                    <a:pt x="4907" y="1"/>
                  </a:moveTo>
                  <a:cubicBezTo>
                    <a:pt x="4806" y="1"/>
                    <a:pt x="4694" y="11"/>
                    <a:pt x="4570" y="32"/>
                  </a:cubicBezTo>
                  <a:cubicBezTo>
                    <a:pt x="4570" y="32"/>
                    <a:pt x="200" y="2600"/>
                    <a:pt x="67" y="3467"/>
                  </a:cubicBezTo>
                  <a:cubicBezTo>
                    <a:pt x="1" y="3911"/>
                    <a:pt x="243" y="4055"/>
                    <a:pt x="622" y="4055"/>
                  </a:cubicBezTo>
                  <a:cubicBezTo>
                    <a:pt x="1011" y="4055"/>
                    <a:pt x="1544" y="3903"/>
                    <a:pt x="2035" y="3768"/>
                  </a:cubicBezTo>
                  <a:cubicBezTo>
                    <a:pt x="3269" y="3401"/>
                    <a:pt x="5304" y="2934"/>
                    <a:pt x="5571" y="1799"/>
                  </a:cubicBezTo>
                  <a:cubicBezTo>
                    <a:pt x="5810" y="753"/>
                    <a:pt x="5781" y="1"/>
                    <a:pt x="4907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0" name="Google Shape;1460;p54"/>
            <p:cNvSpPr/>
            <p:nvPr/>
          </p:nvSpPr>
          <p:spPr>
            <a:xfrm>
              <a:off x="4748525" y="2220075"/>
              <a:ext cx="80850" cy="94475"/>
            </a:xfrm>
            <a:custGeom>
              <a:rect b="b" l="l" r="r" t="t"/>
              <a:pathLst>
                <a:path extrusionOk="0" h="3779" w="3234">
                  <a:moveTo>
                    <a:pt x="768" y="0"/>
                  </a:moveTo>
                  <a:cubicBezTo>
                    <a:pt x="313" y="0"/>
                    <a:pt x="0" y="1911"/>
                    <a:pt x="591" y="2370"/>
                  </a:cubicBezTo>
                  <a:cubicBezTo>
                    <a:pt x="1124" y="2871"/>
                    <a:pt x="1691" y="3338"/>
                    <a:pt x="2292" y="3738"/>
                  </a:cubicBezTo>
                  <a:cubicBezTo>
                    <a:pt x="2353" y="3762"/>
                    <a:pt x="2427" y="3778"/>
                    <a:pt x="2504" y="3778"/>
                  </a:cubicBezTo>
                  <a:cubicBezTo>
                    <a:pt x="2843" y="3778"/>
                    <a:pt x="3234" y="3474"/>
                    <a:pt x="2826" y="2304"/>
                  </a:cubicBezTo>
                  <a:cubicBezTo>
                    <a:pt x="2359" y="903"/>
                    <a:pt x="1258" y="69"/>
                    <a:pt x="791" y="2"/>
                  </a:cubicBezTo>
                  <a:cubicBezTo>
                    <a:pt x="783" y="1"/>
                    <a:pt x="775" y="0"/>
                    <a:pt x="768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1" name="Google Shape;1461;p54"/>
            <p:cNvSpPr/>
            <p:nvPr/>
          </p:nvSpPr>
          <p:spPr>
            <a:xfrm>
              <a:off x="4639075" y="2211025"/>
              <a:ext cx="146000" cy="101475"/>
            </a:xfrm>
            <a:custGeom>
              <a:rect b="b" l="l" r="r" t="t"/>
              <a:pathLst>
                <a:path extrusionOk="0" h="4059" w="5840">
                  <a:moveTo>
                    <a:pt x="4906" y="1"/>
                  </a:moveTo>
                  <a:cubicBezTo>
                    <a:pt x="4804" y="1"/>
                    <a:pt x="4692" y="10"/>
                    <a:pt x="4568" y="30"/>
                  </a:cubicBezTo>
                  <a:cubicBezTo>
                    <a:pt x="4568" y="30"/>
                    <a:pt x="232" y="2632"/>
                    <a:pt x="65" y="3499"/>
                  </a:cubicBezTo>
                  <a:cubicBezTo>
                    <a:pt x="0" y="3921"/>
                    <a:pt x="234" y="4059"/>
                    <a:pt x="603" y="4059"/>
                  </a:cubicBezTo>
                  <a:cubicBezTo>
                    <a:pt x="994" y="4059"/>
                    <a:pt x="1536" y="3904"/>
                    <a:pt x="2033" y="3766"/>
                  </a:cubicBezTo>
                  <a:cubicBezTo>
                    <a:pt x="3267" y="3433"/>
                    <a:pt x="5302" y="2932"/>
                    <a:pt x="5569" y="1798"/>
                  </a:cubicBezTo>
                  <a:cubicBezTo>
                    <a:pt x="5839" y="778"/>
                    <a:pt x="5812" y="1"/>
                    <a:pt x="4906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2" name="Google Shape;1462;p54"/>
            <p:cNvSpPr/>
            <p:nvPr/>
          </p:nvSpPr>
          <p:spPr>
            <a:xfrm>
              <a:off x="4761025" y="2262600"/>
              <a:ext cx="70400" cy="82825"/>
            </a:xfrm>
            <a:custGeom>
              <a:rect b="b" l="l" r="r" t="t"/>
              <a:pathLst>
                <a:path extrusionOk="0" h="3313" w="2816">
                  <a:moveTo>
                    <a:pt x="667" y="0"/>
                  </a:moveTo>
                  <a:cubicBezTo>
                    <a:pt x="248" y="0"/>
                    <a:pt x="1" y="1678"/>
                    <a:pt x="524" y="2070"/>
                  </a:cubicBezTo>
                  <a:cubicBezTo>
                    <a:pt x="991" y="2504"/>
                    <a:pt x="1492" y="2904"/>
                    <a:pt x="1992" y="3271"/>
                  </a:cubicBezTo>
                  <a:cubicBezTo>
                    <a:pt x="2050" y="3297"/>
                    <a:pt x="2119" y="3313"/>
                    <a:pt x="2189" y="3313"/>
                  </a:cubicBezTo>
                  <a:cubicBezTo>
                    <a:pt x="2486" y="3313"/>
                    <a:pt x="2816" y="3034"/>
                    <a:pt x="2492" y="2037"/>
                  </a:cubicBezTo>
                  <a:cubicBezTo>
                    <a:pt x="2059" y="769"/>
                    <a:pt x="1091" y="69"/>
                    <a:pt x="691" y="2"/>
                  </a:cubicBezTo>
                  <a:cubicBezTo>
                    <a:pt x="683" y="1"/>
                    <a:pt x="675" y="0"/>
                    <a:pt x="667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3" name="Google Shape;1463;p54"/>
            <p:cNvSpPr/>
            <p:nvPr/>
          </p:nvSpPr>
          <p:spPr>
            <a:xfrm>
              <a:off x="4664925" y="2254300"/>
              <a:ext cx="127750" cy="89050"/>
            </a:xfrm>
            <a:custGeom>
              <a:rect b="b" l="l" r="r" t="t"/>
              <a:pathLst>
                <a:path extrusionOk="0" h="3562" w="5110">
                  <a:moveTo>
                    <a:pt x="4322" y="1"/>
                  </a:moveTo>
                  <a:cubicBezTo>
                    <a:pt x="4227" y="1"/>
                    <a:pt x="4121" y="12"/>
                    <a:pt x="4001" y="34"/>
                  </a:cubicBezTo>
                  <a:cubicBezTo>
                    <a:pt x="4001" y="34"/>
                    <a:pt x="165" y="2302"/>
                    <a:pt x="65" y="3069"/>
                  </a:cubicBezTo>
                  <a:cubicBezTo>
                    <a:pt x="1" y="3440"/>
                    <a:pt x="201" y="3562"/>
                    <a:pt x="524" y="3562"/>
                  </a:cubicBezTo>
                  <a:cubicBezTo>
                    <a:pt x="869" y="3562"/>
                    <a:pt x="1352" y="3423"/>
                    <a:pt x="1800" y="3303"/>
                  </a:cubicBezTo>
                  <a:cubicBezTo>
                    <a:pt x="2867" y="3003"/>
                    <a:pt x="4669" y="2602"/>
                    <a:pt x="4902" y="1568"/>
                  </a:cubicBezTo>
                  <a:cubicBezTo>
                    <a:pt x="5109" y="679"/>
                    <a:pt x="5080" y="1"/>
                    <a:pt x="4322" y="1"/>
                  </a:cubicBezTo>
                  <a:close/>
                </a:path>
              </a:pathLst>
            </a:custGeom>
            <a:solidFill>
              <a:srgbClr val="FFFFFF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4" name="Google Shape;1464;p54"/>
            <p:cNvSpPr/>
            <p:nvPr/>
          </p:nvSpPr>
          <p:spPr>
            <a:xfrm>
              <a:off x="4875850" y="1956600"/>
              <a:ext cx="565450" cy="452825"/>
            </a:xfrm>
            <a:custGeom>
              <a:rect b="b" l="l" r="r" t="t"/>
              <a:pathLst>
                <a:path extrusionOk="0" h="18113" w="22618">
                  <a:moveTo>
                    <a:pt x="18114" y="0"/>
                  </a:moveTo>
                  <a:lnTo>
                    <a:pt x="11309" y="1801"/>
                  </a:lnTo>
                  <a:cubicBezTo>
                    <a:pt x="11309" y="1801"/>
                    <a:pt x="4271" y="9774"/>
                    <a:pt x="3303" y="10508"/>
                  </a:cubicBezTo>
                  <a:cubicBezTo>
                    <a:pt x="2236" y="11241"/>
                    <a:pt x="1135" y="11875"/>
                    <a:pt x="1" y="12476"/>
                  </a:cubicBezTo>
                  <a:lnTo>
                    <a:pt x="1602" y="18113"/>
                  </a:lnTo>
                  <a:cubicBezTo>
                    <a:pt x="1602" y="18113"/>
                    <a:pt x="11609" y="13209"/>
                    <a:pt x="15645" y="10641"/>
                  </a:cubicBezTo>
                  <a:cubicBezTo>
                    <a:pt x="19715" y="8072"/>
                    <a:pt x="22617" y="6605"/>
                    <a:pt x="22517" y="5404"/>
                  </a:cubicBezTo>
                  <a:cubicBezTo>
                    <a:pt x="22384" y="4170"/>
                    <a:pt x="18114" y="0"/>
                    <a:pt x="1811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5" name="Google Shape;1465;p54"/>
            <p:cNvSpPr/>
            <p:nvPr/>
          </p:nvSpPr>
          <p:spPr>
            <a:xfrm>
              <a:off x="4875850" y="1956600"/>
              <a:ext cx="565450" cy="452825"/>
            </a:xfrm>
            <a:custGeom>
              <a:rect b="b" l="l" r="r" t="t"/>
              <a:pathLst>
                <a:path extrusionOk="0" fill="none" h="18113" w="22618">
                  <a:moveTo>
                    <a:pt x="11309" y="1801"/>
                  </a:moveTo>
                  <a:cubicBezTo>
                    <a:pt x="11309" y="1801"/>
                    <a:pt x="4271" y="9774"/>
                    <a:pt x="3303" y="10508"/>
                  </a:cubicBezTo>
                  <a:cubicBezTo>
                    <a:pt x="2236" y="11241"/>
                    <a:pt x="1135" y="11875"/>
                    <a:pt x="1" y="12476"/>
                  </a:cubicBezTo>
                  <a:lnTo>
                    <a:pt x="1602" y="18113"/>
                  </a:lnTo>
                  <a:cubicBezTo>
                    <a:pt x="1602" y="18113"/>
                    <a:pt x="11609" y="13209"/>
                    <a:pt x="15645" y="10641"/>
                  </a:cubicBezTo>
                  <a:cubicBezTo>
                    <a:pt x="19715" y="8072"/>
                    <a:pt x="22617" y="6605"/>
                    <a:pt x="22517" y="5404"/>
                  </a:cubicBezTo>
                  <a:cubicBezTo>
                    <a:pt x="22384" y="4170"/>
                    <a:pt x="18114" y="0"/>
                    <a:pt x="18114" y="0"/>
                  </a:cubicBezTo>
                </a:path>
              </a:pathLst>
            </a:custGeom>
            <a:noFill/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6" name="Google Shape;1466;p54"/>
            <p:cNvSpPr/>
            <p:nvPr/>
          </p:nvSpPr>
          <p:spPr>
            <a:xfrm>
              <a:off x="5106850" y="1960750"/>
              <a:ext cx="80100" cy="95925"/>
            </a:xfrm>
            <a:custGeom>
              <a:rect b="b" l="l" r="r" t="t"/>
              <a:pathLst>
                <a:path extrusionOk="0" fill="none" h="3837" w="3204">
                  <a:moveTo>
                    <a:pt x="1" y="3837"/>
                  </a:moveTo>
                  <a:lnTo>
                    <a:pt x="3203" y="1"/>
                  </a:lnTo>
                </a:path>
              </a:pathLst>
            </a:custGeom>
            <a:noFill/>
            <a:ln cap="rnd" cmpd="sng" w="10850">
              <a:solidFill>
                <a:srgbClr val="6969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7" name="Google Shape;1467;p54"/>
            <p:cNvSpPr/>
            <p:nvPr/>
          </p:nvSpPr>
          <p:spPr>
            <a:xfrm>
              <a:off x="4382175" y="1422050"/>
              <a:ext cx="165975" cy="307725"/>
            </a:xfrm>
            <a:custGeom>
              <a:rect b="b" l="l" r="r" t="t"/>
              <a:pathLst>
                <a:path extrusionOk="0" h="12309" w="6639">
                  <a:moveTo>
                    <a:pt x="134" y="0"/>
                  </a:moveTo>
                  <a:cubicBezTo>
                    <a:pt x="134" y="5170"/>
                    <a:pt x="0" y="12309"/>
                    <a:pt x="0" y="12309"/>
                  </a:cubicBezTo>
                  <a:cubicBezTo>
                    <a:pt x="0" y="12309"/>
                    <a:pt x="3670" y="6038"/>
                    <a:pt x="6639" y="1034"/>
                  </a:cubicBezTo>
                  <a:lnTo>
                    <a:pt x="6639" y="1034"/>
                  </a:lnTo>
                  <a:cubicBezTo>
                    <a:pt x="3870" y="1735"/>
                    <a:pt x="2035" y="4537"/>
                    <a:pt x="2035" y="4537"/>
                  </a:cubicBezTo>
                  <a:cubicBezTo>
                    <a:pt x="1502" y="2969"/>
                    <a:pt x="868" y="1434"/>
                    <a:pt x="134" y="0"/>
                  </a:cubicBezTo>
                  <a:close/>
                </a:path>
              </a:pathLst>
            </a:custGeom>
            <a:solidFill>
              <a:srgbClr val="707BE0"/>
            </a:solidFill>
            <a:ln cap="rnd" cmpd="sng" w="10850">
              <a:solidFill>
                <a:srgbClr val="26323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468" name="Google Shape;1468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602" y="3811350"/>
            <a:ext cx="3998901" cy="111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ll About Artificial Intelligence by Slidesgo">
  <a:themeElements>
    <a:clrScheme name="Simple Light">
      <a:dk1>
        <a:srgbClr val="181818"/>
      </a:dk1>
      <a:lt1>
        <a:srgbClr val="F3F3F3"/>
      </a:lt1>
      <a:dk2>
        <a:srgbClr val="3D3D3B"/>
      </a:dk2>
      <a:lt2>
        <a:srgbClr val="C1C1C1"/>
      </a:lt2>
      <a:accent1>
        <a:srgbClr val="5D65BB"/>
      </a:accent1>
      <a:accent2>
        <a:srgbClr val="707BE0"/>
      </a:accent2>
      <a:accent3>
        <a:srgbClr val="BCC1E6"/>
      </a:accent3>
      <a:accent4>
        <a:srgbClr val="FFFFFF"/>
      </a:accent4>
      <a:accent5>
        <a:srgbClr val="FFFFFF"/>
      </a:accent5>
      <a:accent6>
        <a:srgbClr val="FFFFFF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